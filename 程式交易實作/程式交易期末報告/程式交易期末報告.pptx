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3.xml" ContentType="application/vnd.openxmlformats-officedocument.presentationml.tags+xml"/>
  <Override PartName="/ppt/notesSlides/notesSlide3.xml" ContentType="application/vnd.openxmlformats-officedocument.presentationml.notesSlide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tags/tag5.xml" ContentType="application/vnd.openxmlformats-officedocument.presentationml.tags+xml"/>
  <Override PartName="/ppt/notesSlides/notesSlide5.xml" ContentType="application/vnd.openxmlformats-officedocument.presentationml.notesSlide+xml"/>
  <Override PartName="/ppt/tags/tag6.xml" ContentType="application/vnd.openxmlformats-officedocument.presentationml.tags+xml"/>
  <Override PartName="/ppt/notesSlides/notesSlide6.xml" ContentType="application/vnd.openxmlformats-officedocument.presentationml.notesSlide+xml"/>
  <Override PartName="/ppt/tags/tag7.xml" ContentType="application/vnd.openxmlformats-officedocument.presentationml.tags+xml"/>
  <Override PartName="/ppt/notesSlides/notesSlide7.xml" ContentType="application/vnd.openxmlformats-officedocument.presentationml.notesSlide+xml"/>
  <Override PartName="/ppt/tags/tag8.xml" ContentType="application/vnd.openxmlformats-officedocument.presentationml.tags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handoutMasterIdLst>
    <p:handoutMasterId r:id="rId18"/>
  </p:handoutMasterIdLst>
  <p:sldIdLst>
    <p:sldId id="380" r:id="rId2"/>
    <p:sldId id="367" r:id="rId3"/>
    <p:sldId id="372" r:id="rId4"/>
    <p:sldId id="403" r:id="rId5"/>
    <p:sldId id="399" r:id="rId6"/>
    <p:sldId id="407" r:id="rId7"/>
    <p:sldId id="400" r:id="rId8"/>
    <p:sldId id="404" r:id="rId9"/>
    <p:sldId id="405" r:id="rId10"/>
    <p:sldId id="401" r:id="rId11"/>
    <p:sldId id="406" r:id="rId12"/>
    <p:sldId id="409" r:id="rId13"/>
    <p:sldId id="402" r:id="rId14"/>
    <p:sldId id="408" r:id="rId15"/>
    <p:sldId id="397" r:id="rId16"/>
  </p:sldIdLst>
  <p:sldSz cx="12192000" cy="6858000"/>
  <p:notesSz cx="6858000" cy="9144000"/>
  <p:custDataLst>
    <p:tags r:id="rId19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384" userDrawn="1">
          <p15:clr>
            <a:srgbClr val="A4A3A4"/>
          </p15:clr>
        </p15:guide>
        <p15:guide id="4" pos="600" userDrawn="1">
          <p15:clr>
            <a:srgbClr val="A4A3A4"/>
          </p15:clr>
        </p15:guide>
        <p15:guide id="5" pos="7296" userDrawn="1">
          <p15:clr>
            <a:srgbClr val="A4A3A4"/>
          </p15:clr>
        </p15:guide>
        <p15:guide id="6" pos="7080" userDrawn="1">
          <p15:clr>
            <a:srgbClr val="A4A3A4"/>
          </p15:clr>
        </p15:guide>
        <p15:guide id="7" orient="horz" pos="912" userDrawn="1">
          <p15:clr>
            <a:srgbClr val="A4A3A4"/>
          </p15:clr>
        </p15:guide>
        <p15:guide id="8" orient="horz" pos="3888" userDrawn="1">
          <p15:clr>
            <a:srgbClr val="A4A3A4"/>
          </p15:clr>
        </p15:guide>
        <p15:guide id="9" orient="horz" pos="1272" userDrawn="1">
          <p15:clr>
            <a:srgbClr val="A4A3A4"/>
          </p15:clr>
        </p15:guide>
        <p15:guide id="15" pos="6984" userDrawn="1">
          <p15:clr>
            <a:srgbClr val="A4A3A4"/>
          </p15:clr>
        </p15:guide>
        <p15:guide id="16" orient="horz" pos="199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F2E30"/>
    <a:srgbClr val="363636"/>
    <a:srgbClr val="3C3C3C"/>
    <a:srgbClr val="502F20"/>
    <a:srgbClr val="F3EFEE"/>
    <a:srgbClr val="3A211D"/>
    <a:srgbClr val="2E3139"/>
    <a:srgbClr val="F1F2F4"/>
    <a:srgbClr val="EDF1F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947" autoAdjust="0"/>
    <p:restoredTop sz="94660"/>
  </p:normalViewPr>
  <p:slideViewPr>
    <p:cSldViewPr snapToGrid="0" showGuides="1">
      <p:cViewPr>
        <p:scale>
          <a:sx n="66" d="100"/>
          <a:sy n="66" d="100"/>
        </p:scale>
        <p:origin x="-1378" y="-547"/>
      </p:cViewPr>
      <p:guideLst>
        <p:guide orient="horz" pos="2160"/>
        <p:guide orient="horz" pos="912"/>
        <p:guide orient="horz" pos="3888"/>
        <p:guide orient="horz" pos="1272"/>
        <p:guide orient="horz" pos="1992"/>
        <p:guide pos="3840"/>
        <p:guide pos="384"/>
        <p:guide pos="600"/>
        <p:guide pos="7296"/>
        <p:guide pos="7080"/>
        <p:guide pos="6984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39" d="100"/>
        <a:sy n="139" d="100"/>
      </p:scale>
      <p:origin x="0" y="1722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tags" Target="tags/tag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6A9B7B9-572E-4765-8917-F290920783FD}" type="datetimeFigureOut">
              <a:rPr lang="en-US" smtClean="0"/>
              <a:t>6/22/2021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6AE3090-19BA-4BF2-BD34-BAA68E139C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4950417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B54BA81-6A69-41D6-AE52-62521AF76217}" type="datetimeFigureOut">
              <a:rPr lang="en-US" smtClean="0"/>
              <a:t>6/22/2021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C973A4F-3A00-45DA-888B-C117A9825B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5822089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122484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8807289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6711492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6711492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6711492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6711492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6711492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705576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35614427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xmlns="" Requires="p15">
      <p:transition xmlns:p14="http://schemas.microsoft.com/office/powerpoint/2010/main" spd="slow" p14:dur="1250" advTm="4043">
        <p15:prstTrans prst="pageCurlDouble"/>
      </p:transition>
    </mc:Choice>
    <mc:Fallback>
      <p:transition spd="slow" advTm="4043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/>
          <p:cNvSpPr>
            <a:spLocks noGrp="1"/>
          </p:cNvSpPr>
          <p:nvPr>
            <p:ph type="pic" sz="quarter" idx="10"/>
          </p:nvPr>
        </p:nvSpPr>
        <p:spPr>
          <a:xfrm>
            <a:off x="1786759" y="2365265"/>
            <a:ext cx="1828800" cy="1828800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txBody>
          <a:bodyPr/>
          <a:lstStyle>
            <a:lvl1pPr marL="0" indent="0">
              <a:buNone/>
              <a:defRPr sz="1000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Picture Placeholder 7"/>
          <p:cNvSpPr>
            <a:spLocks noGrp="1"/>
          </p:cNvSpPr>
          <p:nvPr>
            <p:ph type="pic" sz="quarter" idx="11"/>
          </p:nvPr>
        </p:nvSpPr>
        <p:spPr>
          <a:xfrm>
            <a:off x="4035973" y="2365265"/>
            <a:ext cx="1828800" cy="1828800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txBody>
          <a:bodyPr/>
          <a:lstStyle>
            <a:lvl1pPr marL="0" indent="0">
              <a:buNone/>
              <a:defRPr sz="1000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10" name="Picture Placeholder 7"/>
          <p:cNvSpPr>
            <a:spLocks noGrp="1"/>
          </p:cNvSpPr>
          <p:nvPr>
            <p:ph type="pic" sz="quarter" idx="12"/>
          </p:nvPr>
        </p:nvSpPr>
        <p:spPr>
          <a:xfrm>
            <a:off x="6285187" y="2365265"/>
            <a:ext cx="1828800" cy="1828800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txBody>
          <a:bodyPr/>
          <a:lstStyle>
            <a:lvl1pPr marL="0" indent="0">
              <a:buNone/>
              <a:defRPr sz="1000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8534401" y="2365265"/>
            <a:ext cx="1828800" cy="1828800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txBody>
          <a:bodyPr/>
          <a:lstStyle>
            <a:lvl1pPr marL="0" indent="0">
              <a:buNone/>
              <a:defRPr sz="1000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5493299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xmlns="" Requires="p15">
      <p:transition xmlns:p14="http://schemas.microsoft.com/office/powerpoint/2010/main" spd="slow" p14:dur="1250" advTm="4043">
        <p15:prstTrans prst="pageCurlDouble"/>
      </p:transition>
    </mc:Choice>
    <mc:Fallback>
      <p:transition spd="slow" advTm="4043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icture Placeholder 7"/>
          <p:cNvSpPr>
            <a:spLocks noGrp="1"/>
          </p:cNvSpPr>
          <p:nvPr>
            <p:ph type="pic" sz="quarter" idx="10"/>
          </p:nvPr>
        </p:nvSpPr>
        <p:spPr>
          <a:xfrm>
            <a:off x="1786759" y="2365265"/>
            <a:ext cx="1828800" cy="1828800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txBody>
          <a:bodyPr/>
          <a:lstStyle>
            <a:lvl1pPr marL="0" indent="0">
              <a:buNone/>
              <a:defRPr sz="1000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25" name="Picture Placeholder 7"/>
          <p:cNvSpPr>
            <a:spLocks noGrp="1"/>
          </p:cNvSpPr>
          <p:nvPr>
            <p:ph type="pic" sz="quarter" idx="11"/>
          </p:nvPr>
        </p:nvSpPr>
        <p:spPr>
          <a:xfrm>
            <a:off x="4035973" y="2365265"/>
            <a:ext cx="1828800" cy="1828800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txBody>
          <a:bodyPr/>
          <a:lstStyle>
            <a:lvl1pPr marL="0" indent="0">
              <a:buNone/>
              <a:defRPr sz="1000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651255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xmlns="" Requires="p15">
      <p:transition xmlns:p14="http://schemas.microsoft.com/office/powerpoint/2010/main" spd="slow" p14:dur="1250" advTm="4043">
        <p15:prstTrans prst="pageCurlDouble"/>
      </p:transition>
    </mc:Choice>
    <mc:Fallback>
      <p:transition spd="slow" advTm="4043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ews Imag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12"/>
          <p:cNvSpPr>
            <a:spLocks noGrp="1"/>
          </p:cNvSpPr>
          <p:nvPr>
            <p:ph type="pic" sz="quarter" idx="10" hasCustomPrompt="1"/>
          </p:nvPr>
        </p:nvSpPr>
        <p:spPr>
          <a:xfrm>
            <a:off x="935725" y="4058717"/>
            <a:ext cx="2286000" cy="1828800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txBody>
          <a:bodyPr/>
          <a:lstStyle>
            <a:lvl1pPr marL="0" indent="0">
              <a:buNone/>
              <a:defRPr sz="1000">
                <a:solidFill>
                  <a:schemeClr val="bg1"/>
                </a:solidFill>
              </a:defRPr>
            </a:lvl1pPr>
          </a:lstStyle>
          <a:p>
            <a:r>
              <a:rPr lang="en-US"/>
              <a:t>Image #</a:t>
            </a:r>
          </a:p>
        </p:txBody>
      </p:sp>
      <p:sp>
        <p:nvSpPr>
          <p:cNvPr id="14" name="Picture Placeholder 12"/>
          <p:cNvSpPr>
            <a:spLocks noGrp="1"/>
          </p:cNvSpPr>
          <p:nvPr>
            <p:ph type="pic" sz="quarter" idx="11" hasCustomPrompt="1"/>
          </p:nvPr>
        </p:nvSpPr>
        <p:spPr>
          <a:xfrm>
            <a:off x="3613908" y="4058717"/>
            <a:ext cx="2286000" cy="1828800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txBody>
          <a:bodyPr/>
          <a:lstStyle>
            <a:lvl1pPr marL="0" indent="0">
              <a:buNone/>
              <a:defRPr sz="1000">
                <a:solidFill>
                  <a:schemeClr val="bg1"/>
                </a:solidFill>
              </a:defRPr>
            </a:lvl1pPr>
          </a:lstStyle>
          <a:p>
            <a:r>
              <a:rPr lang="en-US"/>
              <a:t>Image #</a:t>
            </a:r>
          </a:p>
        </p:txBody>
      </p:sp>
      <p:sp>
        <p:nvSpPr>
          <p:cNvPr id="15" name="Picture Placeholder 12"/>
          <p:cNvSpPr>
            <a:spLocks noGrp="1"/>
          </p:cNvSpPr>
          <p:nvPr>
            <p:ph type="pic" sz="quarter" idx="12" hasCustomPrompt="1"/>
          </p:nvPr>
        </p:nvSpPr>
        <p:spPr>
          <a:xfrm>
            <a:off x="6292091" y="4058717"/>
            <a:ext cx="2286000" cy="1828800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txBody>
          <a:bodyPr/>
          <a:lstStyle>
            <a:lvl1pPr marL="0" indent="0">
              <a:buNone/>
              <a:defRPr sz="1000">
                <a:solidFill>
                  <a:schemeClr val="bg1"/>
                </a:solidFill>
              </a:defRPr>
            </a:lvl1pPr>
          </a:lstStyle>
          <a:p>
            <a:r>
              <a:rPr lang="en-US"/>
              <a:t>Image #</a:t>
            </a:r>
          </a:p>
        </p:txBody>
      </p:sp>
      <p:sp>
        <p:nvSpPr>
          <p:cNvPr id="16" name="Picture Placeholder 12"/>
          <p:cNvSpPr>
            <a:spLocks noGrp="1"/>
          </p:cNvSpPr>
          <p:nvPr>
            <p:ph type="pic" sz="quarter" idx="13" hasCustomPrompt="1"/>
          </p:nvPr>
        </p:nvSpPr>
        <p:spPr>
          <a:xfrm>
            <a:off x="8970274" y="4058717"/>
            <a:ext cx="2286000" cy="1828800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txBody>
          <a:bodyPr/>
          <a:lstStyle>
            <a:lvl1pPr marL="0" indent="0">
              <a:buNone/>
              <a:defRPr sz="1000">
                <a:solidFill>
                  <a:schemeClr val="bg1"/>
                </a:solidFill>
              </a:defRPr>
            </a:lvl1pPr>
          </a:lstStyle>
          <a:p>
            <a:r>
              <a:rPr lang="en-US"/>
              <a:t>Image #</a:t>
            </a:r>
          </a:p>
        </p:txBody>
      </p:sp>
    </p:spTree>
    <p:extLst>
      <p:ext uri="{BB962C8B-B14F-4D97-AF65-F5344CB8AC3E}">
        <p14:creationId xmlns:p14="http://schemas.microsoft.com/office/powerpoint/2010/main" val="319517165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xmlns="" Requires="p15">
      <p:transition xmlns:p14="http://schemas.microsoft.com/office/powerpoint/2010/main" spd="slow" p14:dur="1250" advTm="4043">
        <p15:prstTrans prst="pageCurlDouble"/>
      </p:transition>
    </mc:Choice>
    <mc:Fallback>
      <p:transition spd="slow" advTm="4043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7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txBody>
          <a:bodyPr/>
          <a:lstStyle>
            <a:lvl1pPr marL="0" indent="0">
              <a:buNone/>
              <a:defRPr sz="1000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1253483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xmlns="" Requires="p15">
      <p:transition xmlns:p14="http://schemas.microsoft.com/office/powerpoint/2010/main" spd="slow" p14:dur="1250" advTm="4043">
        <p15:prstTrans prst="pageCurlDouble"/>
      </p:transition>
    </mc:Choice>
    <mc:Fallback>
      <p:transition spd="slow" advTm="4043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4" name="矩形 3"/>
          <p:cNvSpPr/>
          <p:nvPr userDrawn="1"/>
        </p:nvSpPr>
        <p:spPr>
          <a:xfrm>
            <a:off x="8325228" y="6545425"/>
            <a:ext cx="77513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PPT</a:t>
            </a:r>
            <a:r>
              <a:rPr kumimoji="0" lang="zh-CN" altLang="en-US" sz="1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模板下载：</a:t>
            </a:r>
            <a:r>
              <a:rPr kumimoji="0" lang="en-US" altLang="zh-CN" sz="1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www.1ppt.com/moban/     </a:t>
            </a:r>
            <a:r>
              <a:rPr kumimoji="0" lang="zh-CN" altLang="en-US" sz="1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行业</a:t>
            </a:r>
            <a:r>
              <a:rPr kumimoji="0" lang="en-US" altLang="zh-CN" sz="1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PPT</a:t>
            </a:r>
            <a:r>
              <a:rPr kumimoji="0" lang="zh-CN" altLang="en-US" sz="1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模板：</a:t>
            </a:r>
            <a:r>
              <a:rPr kumimoji="0" lang="en-US" altLang="zh-CN" sz="1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www.1ppt.com/hangye/ 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节日</a:t>
            </a:r>
            <a:r>
              <a:rPr kumimoji="0" lang="en-US" altLang="zh-CN" sz="1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PPT</a:t>
            </a:r>
            <a:r>
              <a:rPr kumimoji="0" lang="zh-CN" altLang="en-US" sz="1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模板：</a:t>
            </a:r>
            <a:r>
              <a:rPr kumimoji="0" lang="en-US" altLang="zh-CN" sz="1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www.1ppt.com/jieri/           PPT</a:t>
            </a:r>
            <a:r>
              <a:rPr kumimoji="0" lang="zh-CN" altLang="en-US" sz="1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素材下载：</a:t>
            </a:r>
            <a:r>
              <a:rPr kumimoji="0" lang="en-US" altLang="zh-CN" sz="1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www.1ppt.com/sucai/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PPT</a:t>
            </a:r>
            <a:r>
              <a:rPr kumimoji="0" lang="zh-CN" altLang="en-US" sz="1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背景图片：</a:t>
            </a:r>
            <a:r>
              <a:rPr kumimoji="0" lang="en-US" altLang="zh-CN" sz="1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www.1ppt.com/beijing/      PPT</a:t>
            </a:r>
            <a:r>
              <a:rPr kumimoji="0" lang="zh-CN" altLang="en-US" sz="1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图表下载：</a:t>
            </a:r>
            <a:r>
              <a:rPr kumimoji="0" lang="en-US" altLang="zh-CN" sz="1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www.1ppt.com/tubiao/      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优秀</a:t>
            </a:r>
            <a:r>
              <a:rPr kumimoji="0" lang="en-US" altLang="zh-CN" sz="1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PPT</a:t>
            </a:r>
            <a:r>
              <a:rPr kumimoji="0" lang="zh-CN" altLang="en-US" sz="1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下载：</a:t>
            </a:r>
            <a:r>
              <a:rPr kumimoji="0" lang="en-US" altLang="zh-CN" sz="1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www.1ppt.com/xiazai/        PPT</a:t>
            </a:r>
            <a:r>
              <a:rPr kumimoji="0" lang="zh-CN" altLang="en-US" sz="1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教程： </a:t>
            </a:r>
            <a:r>
              <a:rPr kumimoji="0" lang="en-US" altLang="zh-CN" sz="1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www.1ppt.com/powerpoint/      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Word</a:t>
            </a:r>
            <a:r>
              <a:rPr kumimoji="0" lang="zh-CN" altLang="en-US" sz="1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教程： </a:t>
            </a:r>
            <a:r>
              <a:rPr kumimoji="0" lang="en-US" altLang="zh-CN" sz="1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www.1ppt.com/word/              Excel</a:t>
            </a:r>
            <a:r>
              <a:rPr kumimoji="0" lang="zh-CN" altLang="en-US" sz="1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教程：</a:t>
            </a:r>
            <a:r>
              <a:rPr kumimoji="0" lang="en-US" altLang="zh-CN" sz="1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www.1ppt.com/excel/  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资料下载：</a:t>
            </a:r>
            <a:r>
              <a:rPr kumimoji="0" lang="en-US" altLang="zh-CN" sz="1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www.1ppt.com/ziliao/                PPT</a:t>
            </a:r>
            <a:r>
              <a:rPr kumimoji="0" lang="zh-CN" altLang="en-US" sz="1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课件下载：</a:t>
            </a:r>
            <a:r>
              <a:rPr kumimoji="0" lang="en-US" altLang="zh-CN" sz="1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www.1ppt.com/kejian/ 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范文下载：</a:t>
            </a:r>
            <a:r>
              <a:rPr kumimoji="0" lang="en-US" altLang="zh-CN" sz="1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www.1ppt.com/fanwen/             </a:t>
            </a:r>
            <a:r>
              <a:rPr kumimoji="0" lang="zh-CN" altLang="en-US" sz="1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试卷下载：</a:t>
            </a:r>
            <a:r>
              <a:rPr kumimoji="0" lang="en-US" altLang="zh-CN" sz="1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www.1ppt.com/shiti/  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教案下载：</a:t>
            </a:r>
            <a:r>
              <a:rPr kumimoji="0" lang="en-US" altLang="zh-CN" sz="1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www.1ppt.com/jiaoan/        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字体下载：</a:t>
            </a:r>
            <a:r>
              <a:rPr kumimoji="0" lang="en-US" altLang="zh-CN" sz="1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www.1ppt.com/ziti/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 </a:t>
            </a:r>
            <a:endParaRPr kumimoji="0" lang="zh-CN" altLang="en-US" sz="100" b="0" i="0" u="none" strike="noStrike" kern="0" cap="none" spc="0" normalizeH="0" baseline="0" noProof="0" dirty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04228562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xmlns="" Requires="p15">
      <p:transition xmlns:p14="http://schemas.microsoft.com/office/powerpoint/2010/main" spd="slow" p14:dur="1250" advTm="4043">
        <p15:prstTrans prst="pageCurlDouble"/>
      </p:transition>
    </mc:Choice>
    <mc:Fallback>
      <p:transition spd="slow" advTm="4043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Work #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10" hasCustomPrompt="1"/>
          </p:nvPr>
        </p:nvSpPr>
        <p:spPr>
          <a:xfrm rot="434797">
            <a:off x="1198267" y="2019299"/>
            <a:ext cx="1828800" cy="1828800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txBody>
          <a:bodyPr/>
          <a:lstStyle>
            <a:lvl1pPr marL="0" indent="0">
              <a:buNone/>
              <a:defRPr sz="1000" b="1">
                <a:solidFill>
                  <a:schemeClr val="bg1"/>
                </a:solidFill>
              </a:defRPr>
            </a:lvl1pPr>
          </a:lstStyle>
          <a:p>
            <a:r>
              <a:rPr lang="en-US"/>
              <a:t>Team</a:t>
            </a:r>
          </a:p>
        </p:txBody>
      </p:sp>
      <p:sp>
        <p:nvSpPr>
          <p:cNvPr id="8" name="Picture Placeholder 6"/>
          <p:cNvSpPr>
            <a:spLocks noGrp="1"/>
          </p:cNvSpPr>
          <p:nvPr>
            <p:ph type="pic" sz="quarter" idx="11" hasCustomPrompt="1"/>
          </p:nvPr>
        </p:nvSpPr>
        <p:spPr>
          <a:xfrm rot="434797">
            <a:off x="6414869" y="2030510"/>
            <a:ext cx="1828800" cy="1828800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txBody>
          <a:bodyPr/>
          <a:lstStyle>
            <a:lvl1pPr marL="0" indent="0">
              <a:buNone/>
              <a:defRPr sz="1000" b="1">
                <a:solidFill>
                  <a:schemeClr val="bg1"/>
                </a:solidFill>
              </a:defRPr>
            </a:lvl1pPr>
          </a:lstStyle>
          <a:p>
            <a:r>
              <a:rPr lang="en-US"/>
              <a:t>Team</a:t>
            </a:r>
          </a:p>
        </p:txBody>
      </p:sp>
      <p:sp>
        <p:nvSpPr>
          <p:cNvPr id="9" name="Picture Placeholder 6"/>
          <p:cNvSpPr>
            <a:spLocks noGrp="1"/>
          </p:cNvSpPr>
          <p:nvPr>
            <p:ph type="pic" sz="quarter" idx="12" hasCustomPrompt="1"/>
          </p:nvPr>
        </p:nvSpPr>
        <p:spPr>
          <a:xfrm rot="434797">
            <a:off x="1195986" y="4329978"/>
            <a:ext cx="1828800" cy="1828800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txBody>
          <a:bodyPr/>
          <a:lstStyle>
            <a:lvl1pPr marL="0" indent="0">
              <a:buNone/>
              <a:defRPr sz="1000" b="1">
                <a:solidFill>
                  <a:schemeClr val="bg1"/>
                </a:solidFill>
              </a:defRPr>
            </a:lvl1pPr>
          </a:lstStyle>
          <a:p>
            <a:r>
              <a:rPr lang="en-US"/>
              <a:t>Team</a:t>
            </a:r>
          </a:p>
        </p:txBody>
      </p:sp>
      <p:sp>
        <p:nvSpPr>
          <p:cNvPr id="10" name="Picture Placeholder 6"/>
          <p:cNvSpPr>
            <a:spLocks noGrp="1"/>
          </p:cNvSpPr>
          <p:nvPr>
            <p:ph type="pic" sz="quarter" idx="13" hasCustomPrompt="1"/>
          </p:nvPr>
        </p:nvSpPr>
        <p:spPr>
          <a:xfrm rot="434797">
            <a:off x="6421733" y="4345750"/>
            <a:ext cx="1828800" cy="1828800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txBody>
          <a:bodyPr/>
          <a:lstStyle>
            <a:lvl1pPr marL="0" indent="0">
              <a:buNone/>
              <a:defRPr sz="1000" b="1">
                <a:solidFill>
                  <a:schemeClr val="bg1"/>
                </a:solidFill>
              </a:defRPr>
            </a:lvl1pPr>
          </a:lstStyle>
          <a:p>
            <a:r>
              <a:rPr lang="en-US"/>
              <a:t>Team</a:t>
            </a:r>
          </a:p>
        </p:txBody>
      </p:sp>
    </p:spTree>
    <p:extLst>
      <p:ext uri="{BB962C8B-B14F-4D97-AF65-F5344CB8AC3E}">
        <p14:creationId xmlns:p14="http://schemas.microsoft.com/office/powerpoint/2010/main" val="1705251575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xmlns="" Requires="p15">
      <p:transition xmlns:p14="http://schemas.microsoft.com/office/powerpoint/2010/main" spd="slow" p14:dur="1250" advTm="4043">
        <p15:prstTrans prst="pageCurlDouble"/>
      </p:transition>
    </mc:Choice>
    <mc:Fallback>
      <p:transition spd="slow" advTm="4043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Work #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/>
          <p:cNvSpPr>
            <a:spLocks noGrp="1"/>
          </p:cNvSpPr>
          <p:nvPr>
            <p:ph type="pic" sz="quarter" idx="10" hasCustomPrompt="1"/>
          </p:nvPr>
        </p:nvSpPr>
        <p:spPr>
          <a:xfrm>
            <a:off x="875808" y="2370939"/>
            <a:ext cx="1408176" cy="1408176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txBody>
          <a:bodyPr/>
          <a:lstStyle>
            <a:lvl1pPr marL="0" indent="0">
              <a:buNone/>
              <a:defRPr sz="1000" b="1">
                <a:solidFill>
                  <a:schemeClr val="bg1"/>
                </a:solidFill>
              </a:defRPr>
            </a:lvl1pPr>
          </a:lstStyle>
          <a:p>
            <a:r>
              <a:rPr lang="en-US"/>
              <a:t>Team</a:t>
            </a:r>
          </a:p>
        </p:txBody>
      </p:sp>
      <p:sp>
        <p:nvSpPr>
          <p:cNvPr id="15" name="Picture Placeholder 8"/>
          <p:cNvSpPr>
            <a:spLocks noGrp="1"/>
          </p:cNvSpPr>
          <p:nvPr>
            <p:ph type="pic" sz="quarter" idx="11" hasCustomPrompt="1"/>
          </p:nvPr>
        </p:nvSpPr>
        <p:spPr>
          <a:xfrm>
            <a:off x="2693976" y="2370939"/>
            <a:ext cx="1408176" cy="1408176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txBody>
          <a:bodyPr/>
          <a:lstStyle>
            <a:lvl1pPr marL="0" indent="0">
              <a:buNone/>
              <a:defRPr sz="1000" b="1">
                <a:solidFill>
                  <a:schemeClr val="bg1"/>
                </a:solidFill>
              </a:defRPr>
            </a:lvl1pPr>
          </a:lstStyle>
          <a:p>
            <a:r>
              <a:rPr lang="en-US"/>
              <a:t>Team</a:t>
            </a:r>
          </a:p>
        </p:txBody>
      </p:sp>
      <p:sp>
        <p:nvSpPr>
          <p:cNvPr id="16" name="Picture Placeholder 8"/>
          <p:cNvSpPr>
            <a:spLocks noGrp="1"/>
          </p:cNvSpPr>
          <p:nvPr>
            <p:ph type="pic" sz="quarter" idx="12" hasCustomPrompt="1"/>
          </p:nvPr>
        </p:nvSpPr>
        <p:spPr>
          <a:xfrm>
            <a:off x="4512144" y="2370939"/>
            <a:ext cx="1408176" cy="1408176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txBody>
          <a:bodyPr/>
          <a:lstStyle>
            <a:lvl1pPr marL="0" indent="0">
              <a:buNone/>
              <a:defRPr sz="1000" b="1">
                <a:solidFill>
                  <a:schemeClr val="bg1"/>
                </a:solidFill>
              </a:defRPr>
            </a:lvl1pPr>
          </a:lstStyle>
          <a:p>
            <a:r>
              <a:rPr lang="en-US"/>
              <a:t>Team</a:t>
            </a:r>
          </a:p>
        </p:txBody>
      </p:sp>
      <p:sp>
        <p:nvSpPr>
          <p:cNvPr id="17" name="Picture Placeholder 8"/>
          <p:cNvSpPr>
            <a:spLocks noGrp="1"/>
          </p:cNvSpPr>
          <p:nvPr>
            <p:ph type="pic" sz="quarter" idx="13" hasCustomPrompt="1"/>
          </p:nvPr>
        </p:nvSpPr>
        <p:spPr>
          <a:xfrm>
            <a:off x="6330312" y="2370939"/>
            <a:ext cx="1408176" cy="1408176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txBody>
          <a:bodyPr/>
          <a:lstStyle>
            <a:lvl1pPr marL="0" indent="0">
              <a:buNone/>
              <a:defRPr sz="1000" b="1">
                <a:solidFill>
                  <a:schemeClr val="bg1"/>
                </a:solidFill>
              </a:defRPr>
            </a:lvl1pPr>
          </a:lstStyle>
          <a:p>
            <a:r>
              <a:rPr lang="en-US"/>
              <a:t>Team</a:t>
            </a:r>
          </a:p>
        </p:txBody>
      </p:sp>
      <p:sp>
        <p:nvSpPr>
          <p:cNvPr id="19" name="Picture Placeholder 8"/>
          <p:cNvSpPr>
            <a:spLocks noGrp="1"/>
          </p:cNvSpPr>
          <p:nvPr>
            <p:ph type="pic" sz="quarter" idx="14" hasCustomPrompt="1"/>
          </p:nvPr>
        </p:nvSpPr>
        <p:spPr>
          <a:xfrm>
            <a:off x="8148480" y="2370939"/>
            <a:ext cx="1408176" cy="1408176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txBody>
          <a:bodyPr/>
          <a:lstStyle>
            <a:lvl1pPr marL="0" indent="0">
              <a:buNone/>
              <a:defRPr sz="1000" b="1">
                <a:solidFill>
                  <a:schemeClr val="bg1"/>
                </a:solidFill>
              </a:defRPr>
            </a:lvl1pPr>
          </a:lstStyle>
          <a:p>
            <a:r>
              <a:rPr lang="en-US"/>
              <a:t>Team</a:t>
            </a:r>
          </a:p>
        </p:txBody>
      </p:sp>
      <p:sp>
        <p:nvSpPr>
          <p:cNvPr id="20" name="Picture Placeholder 8"/>
          <p:cNvSpPr>
            <a:spLocks noGrp="1"/>
          </p:cNvSpPr>
          <p:nvPr>
            <p:ph type="pic" sz="quarter" idx="15" hasCustomPrompt="1"/>
          </p:nvPr>
        </p:nvSpPr>
        <p:spPr>
          <a:xfrm>
            <a:off x="9886750" y="2370939"/>
            <a:ext cx="1408176" cy="1408176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txBody>
          <a:bodyPr/>
          <a:lstStyle>
            <a:lvl1pPr marL="0" indent="0">
              <a:buNone/>
              <a:defRPr sz="1000" b="1">
                <a:solidFill>
                  <a:schemeClr val="bg1"/>
                </a:solidFill>
              </a:defRPr>
            </a:lvl1pPr>
          </a:lstStyle>
          <a:p>
            <a:r>
              <a:rPr lang="en-US"/>
              <a:t>Team</a:t>
            </a:r>
          </a:p>
        </p:txBody>
      </p:sp>
    </p:spTree>
    <p:extLst>
      <p:ext uri="{BB962C8B-B14F-4D97-AF65-F5344CB8AC3E}">
        <p14:creationId xmlns:p14="http://schemas.microsoft.com/office/powerpoint/2010/main" val="1255962075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xmlns="" Requires="p15">
      <p:transition xmlns:p14="http://schemas.microsoft.com/office/powerpoint/2010/main" spd="slow" p14:dur="1250" advTm="4043">
        <p15:prstTrans prst="pageCurlDouble"/>
      </p:transition>
    </mc:Choice>
    <mc:Fallback>
      <p:transition spd="slow" advTm="4043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Work #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/>
          <p:cNvSpPr>
            <a:spLocks noGrp="1"/>
          </p:cNvSpPr>
          <p:nvPr>
            <p:ph type="pic" sz="quarter" idx="10"/>
          </p:nvPr>
        </p:nvSpPr>
        <p:spPr>
          <a:xfrm>
            <a:off x="1065287" y="2359541"/>
            <a:ext cx="1728216" cy="1728216"/>
          </a:xfrm>
          <a:prstGeom prst="foldedCorner">
            <a:avLst/>
          </a:prstGeom>
          <a:solidFill>
            <a:schemeClr val="bg1">
              <a:lumMod val="65000"/>
            </a:schemeClr>
          </a:solidFill>
        </p:spPr>
        <p:txBody>
          <a:bodyPr/>
          <a:lstStyle>
            <a:lvl1pPr marL="0" indent="0">
              <a:buNone/>
              <a:defRPr sz="1000" b="1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Picture Placeholder 7"/>
          <p:cNvSpPr>
            <a:spLocks noGrp="1"/>
          </p:cNvSpPr>
          <p:nvPr>
            <p:ph type="pic" sz="quarter" idx="11"/>
          </p:nvPr>
        </p:nvSpPr>
        <p:spPr>
          <a:xfrm>
            <a:off x="3153445" y="3433428"/>
            <a:ext cx="1728216" cy="1728216"/>
          </a:xfrm>
          <a:prstGeom prst="foldedCorner">
            <a:avLst/>
          </a:prstGeom>
          <a:solidFill>
            <a:schemeClr val="bg1">
              <a:lumMod val="65000"/>
            </a:schemeClr>
          </a:solidFill>
        </p:spPr>
        <p:txBody>
          <a:bodyPr/>
          <a:lstStyle>
            <a:lvl1pPr marL="0" indent="0">
              <a:buNone/>
              <a:defRPr sz="1000" b="1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10" name="Picture Placeholder 7"/>
          <p:cNvSpPr>
            <a:spLocks noGrp="1"/>
          </p:cNvSpPr>
          <p:nvPr>
            <p:ph type="pic" sz="quarter" idx="12"/>
          </p:nvPr>
        </p:nvSpPr>
        <p:spPr>
          <a:xfrm>
            <a:off x="5241603" y="2359541"/>
            <a:ext cx="1728216" cy="1728216"/>
          </a:xfrm>
          <a:prstGeom prst="foldedCorner">
            <a:avLst/>
          </a:prstGeom>
          <a:solidFill>
            <a:schemeClr val="bg1">
              <a:lumMod val="65000"/>
            </a:schemeClr>
          </a:solidFill>
        </p:spPr>
        <p:txBody>
          <a:bodyPr/>
          <a:lstStyle>
            <a:lvl1pPr marL="0" indent="0">
              <a:buNone/>
              <a:defRPr sz="1000" b="1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7325828" y="3433428"/>
            <a:ext cx="1728216" cy="1728216"/>
          </a:xfrm>
          <a:prstGeom prst="foldedCorner">
            <a:avLst/>
          </a:prstGeom>
          <a:solidFill>
            <a:schemeClr val="bg1">
              <a:lumMod val="65000"/>
            </a:schemeClr>
          </a:solidFill>
        </p:spPr>
        <p:txBody>
          <a:bodyPr/>
          <a:lstStyle>
            <a:lvl1pPr marL="0" indent="0">
              <a:buNone/>
              <a:defRPr sz="1000" b="1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12" name="Picture Placeholder 7"/>
          <p:cNvSpPr>
            <a:spLocks noGrp="1"/>
          </p:cNvSpPr>
          <p:nvPr>
            <p:ph type="pic" sz="quarter" idx="14"/>
          </p:nvPr>
        </p:nvSpPr>
        <p:spPr>
          <a:xfrm>
            <a:off x="9413986" y="2359541"/>
            <a:ext cx="1728216" cy="1728216"/>
          </a:xfrm>
          <a:prstGeom prst="foldedCorner">
            <a:avLst/>
          </a:prstGeom>
          <a:solidFill>
            <a:schemeClr val="bg1">
              <a:lumMod val="65000"/>
            </a:schemeClr>
          </a:solidFill>
        </p:spPr>
        <p:txBody>
          <a:bodyPr/>
          <a:lstStyle>
            <a:lvl1pPr marL="0" indent="0">
              <a:buNone/>
              <a:defRPr sz="1000" b="1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834388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xmlns="" Requires="p15">
      <p:transition xmlns:p14="http://schemas.microsoft.com/office/powerpoint/2010/main" spd="slow" p14:dur="1250" advTm="4043">
        <p15:prstTrans prst="pageCurlDouble"/>
      </p:transition>
    </mc:Choice>
    <mc:Fallback>
      <p:transition spd="slow" advTm="4043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Work #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/>
          <p:cNvSpPr>
            <a:spLocks noGrp="1"/>
          </p:cNvSpPr>
          <p:nvPr>
            <p:ph type="pic" sz="quarter" idx="10" hasCustomPrompt="1"/>
          </p:nvPr>
        </p:nvSpPr>
        <p:spPr>
          <a:xfrm>
            <a:off x="953865" y="566478"/>
            <a:ext cx="1399032" cy="1399032"/>
          </a:xfrm>
          <a:prstGeom prst="ellipse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bg1"/>
            </a:solidFill>
          </a:ln>
        </p:spPr>
        <p:txBody>
          <a:bodyPr/>
          <a:lstStyle>
            <a:lvl1pPr marL="0" indent="0">
              <a:buNone/>
              <a:defRPr sz="1000">
                <a:solidFill>
                  <a:schemeClr val="bg1"/>
                </a:solidFill>
              </a:defRPr>
            </a:lvl1pPr>
          </a:lstStyle>
          <a:p>
            <a:r>
              <a:rPr lang="en-US"/>
              <a:t>Team</a:t>
            </a:r>
          </a:p>
        </p:txBody>
      </p:sp>
      <p:sp>
        <p:nvSpPr>
          <p:cNvPr id="11" name="Picture Placeholder 10"/>
          <p:cNvSpPr>
            <a:spLocks noGrp="1"/>
          </p:cNvSpPr>
          <p:nvPr>
            <p:ph type="pic" sz="quarter" idx="11" hasCustomPrompt="1"/>
          </p:nvPr>
        </p:nvSpPr>
        <p:spPr>
          <a:xfrm>
            <a:off x="6629400" y="-1"/>
            <a:ext cx="5562600" cy="2530549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txBody>
          <a:bodyPr/>
          <a:lstStyle>
            <a:lvl1pPr marL="0" indent="0">
              <a:buNone/>
              <a:defRPr sz="1000">
                <a:solidFill>
                  <a:schemeClr val="bg1"/>
                </a:solidFill>
              </a:defRPr>
            </a:lvl1pPr>
          </a:lstStyle>
          <a:p>
            <a:r>
              <a:rPr lang="en-US"/>
              <a:t>Image</a:t>
            </a:r>
          </a:p>
        </p:txBody>
      </p:sp>
    </p:spTree>
    <p:extLst>
      <p:ext uri="{BB962C8B-B14F-4D97-AF65-F5344CB8AC3E}">
        <p14:creationId xmlns:p14="http://schemas.microsoft.com/office/powerpoint/2010/main" val="4006910642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xmlns="" Requires="p15">
      <p:transition xmlns:p14="http://schemas.microsoft.com/office/powerpoint/2010/main" spd="slow" p14:dur="1250" advTm="4043">
        <p15:prstTrans prst="pageCurlDouble"/>
      </p:transition>
    </mc:Choice>
    <mc:Fallback>
      <p:transition spd="slow" advTm="4043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Work #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10" hasCustomPrompt="1"/>
          </p:nvPr>
        </p:nvSpPr>
        <p:spPr>
          <a:xfrm>
            <a:off x="5219700" y="669472"/>
            <a:ext cx="877824" cy="877824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 sz="1000">
                <a:solidFill>
                  <a:schemeClr val="bg1"/>
                </a:solidFill>
              </a:defRPr>
            </a:lvl1pPr>
          </a:lstStyle>
          <a:p>
            <a:r>
              <a:rPr lang="en-US"/>
              <a:t>Team</a:t>
            </a:r>
          </a:p>
        </p:txBody>
      </p:sp>
      <p:sp>
        <p:nvSpPr>
          <p:cNvPr id="8" name="Picture Placeholder 6"/>
          <p:cNvSpPr>
            <a:spLocks noGrp="1"/>
          </p:cNvSpPr>
          <p:nvPr>
            <p:ph type="pic" sz="quarter" idx="11" hasCustomPrompt="1"/>
          </p:nvPr>
        </p:nvSpPr>
        <p:spPr>
          <a:xfrm>
            <a:off x="955330" y="2019300"/>
            <a:ext cx="1243584" cy="1243584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solidFill>
              <a:schemeClr val="accent1"/>
            </a:solidFill>
          </a:ln>
        </p:spPr>
        <p:txBody>
          <a:bodyPr/>
          <a:lstStyle>
            <a:lvl1pPr marL="0" indent="0">
              <a:buNone/>
              <a:defRPr sz="1000">
                <a:solidFill>
                  <a:schemeClr val="bg1"/>
                </a:solidFill>
              </a:defRPr>
            </a:lvl1pPr>
          </a:lstStyle>
          <a:p>
            <a:r>
              <a:rPr lang="en-US"/>
              <a:t>Team</a:t>
            </a:r>
          </a:p>
        </p:txBody>
      </p:sp>
      <p:sp>
        <p:nvSpPr>
          <p:cNvPr id="9" name="Picture Placeholder 6"/>
          <p:cNvSpPr>
            <a:spLocks noGrp="1"/>
          </p:cNvSpPr>
          <p:nvPr>
            <p:ph type="pic" sz="quarter" idx="12" hasCustomPrompt="1"/>
          </p:nvPr>
        </p:nvSpPr>
        <p:spPr>
          <a:xfrm>
            <a:off x="7260533" y="2988127"/>
            <a:ext cx="1179576" cy="1179576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solidFill>
              <a:schemeClr val="accent6"/>
            </a:solidFill>
          </a:ln>
        </p:spPr>
        <p:txBody>
          <a:bodyPr/>
          <a:lstStyle>
            <a:lvl1pPr marL="0" indent="0">
              <a:buNone/>
              <a:defRPr sz="1000">
                <a:solidFill>
                  <a:schemeClr val="bg1"/>
                </a:solidFill>
              </a:defRPr>
            </a:lvl1pPr>
          </a:lstStyle>
          <a:p>
            <a:r>
              <a:rPr lang="en-US"/>
              <a:t>Team</a:t>
            </a:r>
          </a:p>
        </p:txBody>
      </p:sp>
      <p:sp>
        <p:nvSpPr>
          <p:cNvPr id="10" name="Picture Placeholder 6"/>
          <p:cNvSpPr>
            <a:spLocks noGrp="1"/>
          </p:cNvSpPr>
          <p:nvPr>
            <p:ph type="pic" sz="quarter" idx="13" hasCustomPrompt="1"/>
          </p:nvPr>
        </p:nvSpPr>
        <p:spPr>
          <a:xfrm>
            <a:off x="2586011" y="3565323"/>
            <a:ext cx="1746504" cy="1746504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 sz="1000">
                <a:solidFill>
                  <a:schemeClr val="bg1"/>
                </a:solidFill>
              </a:defRPr>
            </a:lvl1pPr>
          </a:lstStyle>
          <a:p>
            <a:r>
              <a:rPr lang="en-US"/>
              <a:t>Team</a:t>
            </a:r>
          </a:p>
        </p:txBody>
      </p:sp>
    </p:spTree>
    <p:extLst>
      <p:ext uri="{BB962C8B-B14F-4D97-AF65-F5344CB8AC3E}">
        <p14:creationId xmlns:p14="http://schemas.microsoft.com/office/powerpoint/2010/main" val="4163461333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xmlns="" Requires="p15">
      <p:transition xmlns:p14="http://schemas.microsoft.com/office/powerpoint/2010/main" spd="slow" p14:dur="1250" advTm="4043">
        <p15:prstTrans prst="pageCurlDouble"/>
      </p:transition>
    </mc:Choice>
    <mc:Fallback>
      <p:transition spd="slow" advTm="4043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folio #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/>
          <p:cNvSpPr>
            <a:spLocks noGrp="1"/>
          </p:cNvSpPr>
          <p:nvPr>
            <p:ph type="pic" sz="quarter" idx="10" hasCustomPrompt="1"/>
          </p:nvPr>
        </p:nvSpPr>
        <p:spPr>
          <a:xfrm>
            <a:off x="119062" y="104774"/>
            <a:ext cx="6702425" cy="6646863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txBody>
          <a:bodyPr/>
          <a:lstStyle>
            <a:lvl1pPr marL="0" indent="0">
              <a:buNone/>
              <a:defRPr sz="1000" b="1">
                <a:solidFill>
                  <a:schemeClr val="bg1"/>
                </a:solidFill>
              </a:defRPr>
            </a:lvl1pPr>
          </a:lstStyle>
          <a:p>
            <a:r>
              <a:rPr lang="en-US"/>
              <a:t>Portfolio Image</a:t>
            </a:r>
          </a:p>
        </p:txBody>
      </p:sp>
      <p:sp>
        <p:nvSpPr>
          <p:cNvPr id="7" name="Picture Placeholder 5"/>
          <p:cNvSpPr>
            <a:spLocks noGrp="1"/>
          </p:cNvSpPr>
          <p:nvPr>
            <p:ph type="pic" sz="quarter" idx="11" hasCustomPrompt="1"/>
          </p:nvPr>
        </p:nvSpPr>
        <p:spPr>
          <a:xfrm>
            <a:off x="6884935" y="104774"/>
            <a:ext cx="2560321" cy="3292860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txBody>
          <a:bodyPr/>
          <a:lstStyle>
            <a:lvl1pPr marL="0" indent="0">
              <a:buNone/>
              <a:defRPr sz="1000" b="1">
                <a:solidFill>
                  <a:schemeClr val="bg1"/>
                </a:solidFill>
              </a:defRPr>
            </a:lvl1pPr>
          </a:lstStyle>
          <a:p>
            <a:r>
              <a:rPr lang="en-US"/>
              <a:t>Portfolio Image</a:t>
            </a:r>
          </a:p>
        </p:txBody>
      </p:sp>
      <p:sp>
        <p:nvSpPr>
          <p:cNvPr id="8" name="Picture Placeholder 5"/>
          <p:cNvSpPr>
            <a:spLocks noGrp="1"/>
          </p:cNvSpPr>
          <p:nvPr>
            <p:ph type="pic" sz="quarter" idx="12" hasCustomPrompt="1"/>
          </p:nvPr>
        </p:nvSpPr>
        <p:spPr>
          <a:xfrm>
            <a:off x="9509047" y="3460366"/>
            <a:ext cx="2560321" cy="3292860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txBody>
          <a:bodyPr/>
          <a:lstStyle>
            <a:lvl1pPr marL="0" indent="0">
              <a:buNone/>
              <a:defRPr sz="1000" b="1">
                <a:solidFill>
                  <a:schemeClr val="bg1"/>
                </a:solidFill>
              </a:defRPr>
            </a:lvl1pPr>
          </a:lstStyle>
          <a:p>
            <a:r>
              <a:rPr lang="en-US"/>
              <a:t>Portfolio Image</a:t>
            </a:r>
          </a:p>
        </p:txBody>
      </p:sp>
    </p:spTree>
    <p:extLst>
      <p:ext uri="{BB962C8B-B14F-4D97-AF65-F5344CB8AC3E}">
        <p14:creationId xmlns:p14="http://schemas.microsoft.com/office/powerpoint/2010/main" val="3530089794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xmlns="" Requires="p15">
      <p:transition xmlns:p14="http://schemas.microsoft.com/office/powerpoint/2010/main" spd="slow" p14:dur="1250" advTm="4043">
        <p15:prstTrans prst="pageCurlDouble"/>
      </p:transition>
    </mc:Choice>
    <mc:Fallback>
      <p:transition spd="slow" advTm="4043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folio #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/>
          <p:cNvSpPr>
            <a:spLocks noGrp="1"/>
          </p:cNvSpPr>
          <p:nvPr>
            <p:ph type="pic" sz="quarter" idx="10"/>
          </p:nvPr>
        </p:nvSpPr>
        <p:spPr>
          <a:xfrm>
            <a:off x="612257" y="2019299"/>
            <a:ext cx="3927475" cy="2043113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txBody>
          <a:bodyPr/>
          <a:lstStyle>
            <a:lvl1pPr marL="0" indent="0">
              <a:buNone/>
              <a:defRPr sz="1000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Picture Placeholder 7"/>
          <p:cNvSpPr>
            <a:spLocks noGrp="1"/>
          </p:cNvSpPr>
          <p:nvPr>
            <p:ph type="pic" sz="quarter" idx="11"/>
          </p:nvPr>
        </p:nvSpPr>
        <p:spPr>
          <a:xfrm>
            <a:off x="4604821" y="2019299"/>
            <a:ext cx="3927475" cy="2043113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txBody>
          <a:bodyPr/>
          <a:lstStyle>
            <a:lvl1pPr marL="0" indent="0">
              <a:buNone/>
              <a:defRPr sz="1000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10" name="Picture Placeholder 7"/>
          <p:cNvSpPr>
            <a:spLocks noGrp="1"/>
          </p:cNvSpPr>
          <p:nvPr>
            <p:ph type="pic" sz="quarter" idx="12"/>
          </p:nvPr>
        </p:nvSpPr>
        <p:spPr>
          <a:xfrm>
            <a:off x="611885" y="4124323"/>
            <a:ext cx="3927475" cy="2043113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txBody>
          <a:bodyPr/>
          <a:lstStyle>
            <a:lvl1pPr marL="0" indent="0">
              <a:buNone/>
              <a:defRPr sz="1000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4604634" y="4124324"/>
            <a:ext cx="3927475" cy="2043113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txBody>
          <a:bodyPr/>
          <a:lstStyle>
            <a:lvl1pPr marL="0" indent="0">
              <a:buNone/>
              <a:defRPr sz="1000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12" name="Picture Placeholder 7"/>
          <p:cNvSpPr>
            <a:spLocks noGrp="1"/>
          </p:cNvSpPr>
          <p:nvPr>
            <p:ph type="pic" sz="quarter" idx="14"/>
          </p:nvPr>
        </p:nvSpPr>
        <p:spPr>
          <a:xfrm>
            <a:off x="8597383" y="2019299"/>
            <a:ext cx="2644775" cy="4148137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txBody>
          <a:bodyPr/>
          <a:lstStyle>
            <a:lvl1pPr marL="0" indent="0">
              <a:buNone/>
              <a:defRPr sz="1000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5912083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xmlns="" Requires="p15">
      <p:transition xmlns:p14="http://schemas.microsoft.com/office/powerpoint/2010/main" spd="slow" p14:dur="1250" advTm="4043">
        <p15:prstTrans prst="pageCurlDouble"/>
      </p:transition>
    </mc:Choice>
    <mc:Fallback>
      <p:transition spd="slow" advTm="4043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folio #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15"/>
          <p:cNvSpPr>
            <a:spLocks noGrp="1"/>
          </p:cNvSpPr>
          <p:nvPr>
            <p:ph type="pic" sz="quarter" idx="10" hasCustomPrompt="1"/>
          </p:nvPr>
        </p:nvSpPr>
        <p:spPr>
          <a:xfrm>
            <a:off x="573151" y="1775893"/>
            <a:ext cx="2706624" cy="1984248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txBody>
          <a:bodyPr/>
          <a:lstStyle>
            <a:lvl1pPr marL="0" indent="0">
              <a:buNone/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Portfolio Image #</a:t>
            </a:r>
          </a:p>
        </p:txBody>
      </p:sp>
      <p:sp>
        <p:nvSpPr>
          <p:cNvPr id="17" name="Picture Placeholder 15"/>
          <p:cNvSpPr>
            <a:spLocks noGrp="1"/>
          </p:cNvSpPr>
          <p:nvPr>
            <p:ph type="pic" sz="quarter" idx="11" hasCustomPrompt="1"/>
          </p:nvPr>
        </p:nvSpPr>
        <p:spPr>
          <a:xfrm>
            <a:off x="3352864" y="1775893"/>
            <a:ext cx="2706624" cy="1984248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txBody>
          <a:bodyPr/>
          <a:lstStyle>
            <a:lvl1pPr marL="0" indent="0">
              <a:buNone/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Portfolio Image #</a:t>
            </a:r>
          </a:p>
        </p:txBody>
      </p:sp>
      <p:sp>
        <p:nvSpPr>
          <p:cNvPr id="18" name="Picture Placeholder 15"/>
          <p:cNvSpPr>
            <a:spLocks noGrp="1"/>
          </p:cNvSpPr>
          <p:nvPr>
            <p:ph type="pic" sz="quarter" idx="12" hasCustomPrompt="1"/>
          </p:nvPr>
        </p:nvSpPr>
        <p:spPr>
          <a:xfrm>
            <a:off x="6130925" y="1775893"/>
            <a:ext cx="2706624" cy="1984248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txBody>
          <a:bodyPr/>
          <a:lstStyle>
            <a:lvl1pPr marL="0" indent="0">
              <a:buNone/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Portfolio Image #</a:t>
            </a:r>
          </a:p>
        </p:txBody>
      </p:sp>
      <p:sp>
        <p:nvSpPr>
          <p:cNvPr id="19" name="Picture Placeholder 15"/>
          <p:cNvSpPr>
            <a:spLocks noGrp="1"/>
          </p:cNvSpPr>
          <p:nvPr>
            <p:ph type="pic" sz="quarter" idx="13" hasCustomPrompt="1"/>
          </p:nvPr>
        </p:nvSpPr>
        <p:spPr>
          <a:xfrm>
            <a:off x="8910701" y="1775893"/>
            <a:ext cx="2706624" cy="1984248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txBody>
          <a:bodyPr/>
          <a:lstStyle>
            <a:lvl1pPr marL="0" indent="0">
              <a:buNone/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Portfolio Image #</a:t>
            </a:r>
          </a:p>
        </p:txBody>
      </p:sp>
      <p:sp>
        <p:nvSpPr>
          <p:cNvPr id="20" name="Picture Placeholder 15"/>
          <p:cNvSpPr>
            <a:spLocks noGrp="1"/>
          </p:cNvSpPr>
          <p:nvPr>
            <p:ph type="pic" sz="quarter" idx="14" hasCustomPrompt="1"/>
          </p:nvPr>
        </p:nvSpPr>
        <p:spPr>
          <a:xfrm>
            <a:off x="573151" y="3816434"/>
            <a:ext cx="2706624" cy="1984248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txBody>
          <a:bodyPr/>
          <a:lstStyle>
            <a:lvl1pPr marL="0" indent="0">
              <a:buNone/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Portfolio Image #</a:t>
            </a:r>
          </a:p>
        </p:txBody>
      </p:sp>
      <p:sp>
        <p:nvSpPr>
          <p:cNvPr id="21" name="Picture Placeholder 15"/>
          <p:cNvSpPr>
            <a:spLocks noGrp="1"/>
          </p:cNvSpPr>
          <p:nvPr>
            <p:ph type="pic" sz="quarter" idx="15" hasCustomPrompt="1"/>
          </p:nvPr>
        </p:nvSpPr>
        <p:spPr>
          <a:xfrm>
            <a:off x="3352864" y="3816434"/>
            <a:ext cx="2706624" cy="1984248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txBody>
          <a:bodyPr/>
          <a:lstStyle>
            <a:lvl1pPr marL="0" indent="0">
              <a:buNone/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Portfolio Image #</a:t>
            </a:r>
          </a:p>
        </p:txBody>
      </p:sp>
      <p:sp>
        <p:nvSpPr>
          <p:cNvPr id="22" name="Picture Placeholder 15"/>
          <p:cNvSpPr>
            <a:spLocks noGrp="1"/>
          </p:cNvSpPr>
          <p:nvPr>
            <p:ph type="pic" sz="quarter" idx="16" hasCustomPrompt="1"/>
          </p:nvPr>
        </p:nvSpPr>
        <p:spPr>
          <a:xfrm>
            <a:off x="6130925" y="3816434"/>
            <a:ext cx="2706624" cy="1984248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txBody>
          <a:bodyPr/>
          <a:lstStyle>
            <a:lvl1pPr marL="0" indent="0">
              <a:buNone/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Portfolio Image #</a:t>
            </a:r>
          </a:p>
        </p:txBody>
      </p:sp>
      <p:sp>
        <p:nvSpPr>
          <p:cNvPr id="23" name="Picture Placeholder 15"/>
          <p:cNvSpPr>
            <a:spLocks noGrp="1"/>
          </p:cNvSpPr>
          <p:nvPr>
            <p:ph type="pic" sz="quarter" idx="17" hasCustomPrompt="1"/>
          </p:nvPr>
        </p:nvSpPr>
        <p:spPr>
          <a:xfrm>
            <a:off x="8908986" y="3816434"/>
            <a:ext cx="2706624" cy="1984248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txBody>
          <a:bodyPr/>
          <a:lstStyle>
            <a:lvl1pPr marL="0" indent="0">
              <a:buNone/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Portfolio Image #</a:t>
            </a:r>
          </a:p>
        </p:txBody>
      </p:sp>
    </p:spTree>
    <p:extLst>
      <p:ext uri="{BB962C8B-B14F-4D97-AF65-F5344CB8AC3E}">
        <p14:creationId xmlns:p14="http://schemas.microsoft.com/office/powerpoint/2010/main" val="1082559664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xmlns="" Requires="p15">
      <p:transition xmlns:p14="http://schemas.microsoft.com/office/powerpoint/2010/main" spd="slow" p14:dur="1250" advTm="4043">
        <p15:prstTrans prst="pageCurlDouble"/>
      </p:transition>
    </mc:Choice>
    <mc:Fallback>
      <p:transition spd="slow" advTm="4043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folio #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14"/>
          <p:cNvSpPr>
            <a:spLocks noGrp="1"/>
          </p:cNvSpPr>
          <p:nvPr>
            <p:ph type="pic" sz="quarter" idx="10" hasCustomPrompt="1"/>
          </p:nvPr>
        </p:nvSpPr>
        <p:spPr>
          <a:xfrm>
            <a:off x="3781424" y="-1"/>
            <a:ext cx="2752725" cy="3338513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txBody>
          <a:bodyPr/>
          <a:lstStyle>
            <a:lvl1pPr marL="0" indent="0">
              <a:buNone/>
              <a:defRPr sz="900">
                <a:solidFill>
                  <a:schemeClr val="bg1"/>
                </a:solidFill>
              </a:defRPr>
            </a:lvl1pPr>
          </a:lstStyle>
          <a:p>
            <a:r>
              <a:rPr lang="en-US"/>
              <a:t>Portfolio Image #</a:t>
            </a:r>
          </a:p>
        </p:txBody>
      </p:sp>
      <p:sp>
        <p:nvSpPr>
          <p:cNvPr id="16" name="Picture Placeholder 14"/>
          <p:cNvSpPr>
            <a:spLocks noGrp="1"/>
          </p:cNvSpPr>
          <p:nvPr>
            <p:ph type="pic" sz="quarter" idx="11" hasCustomPrompt="1"/>
          </p:nvPr>
        </p:nvSpPr>
        <p:spPr>
          <a:xfrm>
            <a:off x="9477375" y="1509713"/>
            <a:ext cx="2714625" cy="3748087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txBody>
          <a:bodyPr/>
          <a:lstStyle>
            <a:lvl1pPr marL="0" indent="0">
              <a:buNone/>
              <a:defRPr sz="900">
                <a:solidFill>
                  <a:schemeClr val="bg1"/>
                </a:solidFill>
              </a:defRPr>
            </a:lvl1pPr>
          </a:lstStyle>
          <a:p>
            <a:r>
              <a:rPr lang="en-US"/>
              <a:t>Portfolio Image #</a:t>
            </a:r>
          </a:p>
        </p:txBody>
      </p:sp>
      <p:sp>
        <p:nvSpPr>
          <p:cNvPr id="17" name="Picture Placeholder 14"/>
          <p:cNvSpPr>
            <a:spLocks noGrp="1"/>
          </p:cNvSpPr>
          <p:nvPr>
            <p:ph type="pic" sz="quarter" idx="12" hasCustomPrompt="1"/>
          </p:nvPr>
        </p:nvSpPr>
        <p:spPr>
          <a:xfrm>
            <a:off x="931862" y="1509713"/>
            <a:ext cx="2754312" cy="3748087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txBody>
          <a:bodyPr/>
          <a:lstStyle>
            <a:lvl1pPr marL="0" indent="0">
              <a:buNone/>
              <a:defRPr sz="900">
                <a:solidFill>
                  <a:schemeClr val="bg1"/>
                </a:solidFill>
              </a:defRPr>
            </a:lvl1pPr>
          </a:lstStyle>
          <a:p>
            <a:r>
              <a:rPr lang="en-US"/>
              <a:t>Portfolio Image #</a:t>
            </a:r>
          </a:p>
        </p:txBody>
      </p:sp>
      <p:sp>
        <p:nvSpPr>
          <p:cNvPr id="18" name="Picture Placeholder 14"/>
          <p:cNvSpPr>
            <a:spLocks noGrp="1"/>
          </p:cNvSpPr>
          <p:nvPr>
            <p:ph type="pic" sz="quarter" idx="13" hasCustomPrompt="1"/>
          </p:nvPr>
        </p:nvSpPr>
        <p:spPr>
          <a:xfrm>
            <a:off x="6629401" y="1509713"/>
            <a:ext cx="2754312" cy="1828799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txBody>
          <a:bodyPr/>
          <a:lstStyle>
            <a:lvl1pPr marL="0" indent="0">
              <a:buNone/>
              <a:defRPr sz="900">
                <a:solidFill>
                  <a:schemeClr val="bg1"/>
                </a:solidFill>
              </a:defRPr>
            </a:lvl1pPr>
          </a:lstStyle>
          <a:p>
            <a:r>
              <a:rPr lang="en-US"/>
              <a:t>Portfolio Image #</a:t>
            </a:r>
          </a:p>
        </p:txBody>
      </p:sp>
      <p:sp>
        <p:nvSpPr>
          <p:cNvPr id="19" name="Picture Placeholder 14"/>
          <p:cNvSpPr>
            <a:spLocks noGrp="1"/>
          </p:cNvSpPr>
          <p:nvPr>
            <p:ph type="pic" sz="quarter" idx="14" hasCustomPrompt="1"/>
          </p:nvPr>
        </p:nvSpPr>
        <p:spPr>
          <a:xfrm>
            <a:off x="6629401" y="3428999"/>
            <a:ext cx="2754312" cy="1828799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txBody>
          <a:bodyPr/>
          <a:lstStyle>
            <a:lvl1pPr marL="0" indent="0">
              <a:buNone/>
              <a:defRPr sz="900">
                <a:solidFill>
                  <a:schemeClr val="bg1"/>
                </a:solidFill>
              </a:defRPr>
            </a:lvl1pPr>
          </a:lstStyle>
          <a:p>
            <a:r>
              <a:rPr lang="en-US"/>
              <a:t>Portfolio Image #</a:t>
            </a:r>
          </a:p>
        </p:txBody>
      </p:sp>
      <p:sp>
        <p:nvSpPr>
          <p:cNvPr id="20" name="Picture Placeholder 14"/>
          <p:cNvSpPr>
            <a:spLocks noGrp="1"/>
          </p:cNvSpPr>
          <p:nvPr>
            <p:ph type="pic" sz="quarter" idx="15" hasCustomPrompt="1"/>
          </p:nvPr>
        </p:nvSpPr>
        <p:spPr>
          <a:xfrm>
            <a:off x="3779836" y="3428999"/>
            <a:ext cx="2754312" cy="1828799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txBody>
          <a:bodyPr/>
          <a:lstStyle>
            <a:lvl1pPr marL="0" indent="0">
              <a:buNone/>
              <a:defRPr sz="900">
                <a:solidFill>
                  <a:schemeClr val="bg1"/>
                </a:solidFill>
              </a:defRPr>
            </a:lvl1pPr>
          </a:lstStyle>
          <a:p>
            <a:r>
              <a:rPr lang="en-US"/>
              <a:t>Portfolio Image #</a:t>
            </a:r>
          </a:p>
        </p:txBody>
      </p:sp>
    </p:spTree>
    <p:extLst>
      <p:ext uri="{BB962C8B-B14F-4D97-AF65-F5344CB8AC3E}">
        <p14:creationId xmlns:p14="http://schemas.microsoft.com/office/powerpoint/2010/main" val="1885947559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xmlns="" Requires="p15">
      <p:transition xmlns:p14="http://schemas.microsoft.com/office/powerpoint/2010/main" spd="slow" p14:dur="1250" advTm="4043">
        <p15:prstTrans prst="pageCurlDouble"/>
      </p:transition>
    </mc:Choice>
    <mc:Fallback>
      <p:transition spd="slow" advTm="4043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folio #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/>
          <p:cNvSpPr>
            <a:spLocks noGrp="1"/>
          </p:cNvSpPr>
          <p:nvPr>
            <p:ph type="pic" sz="quarter" idx="10" hasCustomPrompt="1"/>
          </p:nvPr>
        </p:nvSpPr>
        <p:spPr>
          <a:xfrm>
            <a:off x="-217198" y="2624081"/>
            <a:ext cx="1746504" cy="1243584"/>
          </a:xfrm>
          <a:prstGeom prst="roundRect">
            <a:avLst>
              <a:gd name="adj" fmla="val 6163"/>
            </a:avLst>
          </a:prstGeom>
          <a:solidFill>
            <a:schemeClr val="bg1">
              <a:lumMod val="65000"/>
            </a:schemeClr>
          </a:solidFill>
        </p:spPr>
        <p:txBody>
          <a:bodyPr/>
          <a:lstStyle>
            <a:lvl1pPr marL="0" indent="0">
              <a:buNone/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Portfolio Image #</a:t>
            </a:r>
          </a:p>
        </p:txBody>
      </p:sp>
      <p:sp>
        <p:nvSpPr>
          <p:cNvPr id="9" name="Picture Placeholder 7"/>
          <p:cNvSpPr>
            <a:spLocks noGrp="1"/>
          </p:cNvSpPr>
          <p:nvPr>
            <p:ph type="pic" sz="quarter" idx="11" hasCustomPrompt="1"/>
          </p:nvPr>
        </p:nvSpPr>
        <p:spPr>
          <a:xfrm>
            <a:off x="10661691" y="2624081"/>
            <a:ext cx="1746504" cy="1243584"/>
          </a:xfrm>
          <a:prstGeom prst="roundRect">
            <a:avLst>
              <a:gd name="adj" fmla="val 6163"/>
            </a:avLst>
          </a:prstGeom>
          <a:solidFill>
            <a:schemeClr val="bg1">
              <a:lumMod val="65000"/>
            </a:schemeClr>
          </a:solidFill>
        </p:spPr>
        <p:txBody>
          <a:bodyPr/>
          <a:lstStyle>
            <a:lvl1pPr marL="0" indent="0">
              <a:buNone/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Portfolio Image #</a:t>
            </a:r>
          </a:p>
        </p:txBody>
      </p:sp>
      <p:sp>
        <p:nvSpPr>
          <p:cNvPr id="10" name="Picture Placeholder 7"/>
          <p:cNvSpPr>
            <a:spLocks noGrp="1"/>
          </p:cNvSpPr>
          <p:nvPr>
            <p:ph type="pic" sz="quarter" idx="12" hasCustomPrompt="1"/>
          </p:nvPr>
        </p:nvSpPr>
        <p:spPr>
          <a:xfrm>
            <a:off x="1680975" y="2149558"/>
            <a:ext cx="2840900" cy="2019300"/>
          </a:xfrm>
          <a:prstGeom prst="roundRect">
            <a:avLst>
              <a:gd name="adj" fmla="val 5624"/>
            </a:avLst>
          </a:prstGeom>
          <a:solidFill>
            <a:schemeClr val="bg1">
              <a:lumMod val="65000"/>
            </a:schemeClr>
          </a:solidFill>
        </p:spPr>
        <p:txBody>
          <a:bodyPr/>
          <a:lstStyle>
            <a:lvl1pPr marL="0" indent="0">
              <a:buNone/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Portfolio Image #</a:t>
            </a:r>
          </a:p>
        </p:txBody>
      </p:sp>
      <p:sp>
        <p:nvSpPr>
          <p:cNvPr id="11" name="Picture Placeholder 7"/>
          <p:cNvSpPr>
            <a:spLocks noGrp="1"/>
          </p:cNvSpPr>
          <p:nvPr>
            <p:ph type="pic" sz="quarter" idx="13" hasCustomPrompt="1"/>
          </p:nvPr>
        </p:nvSpPr>
        <p:spPr>
          <a:xfrm>
            <a:off x="4675550" y="2149558"/>
            <a:ext cx="2840900" cy="2019300"/>
          </a:xfrm>
          <a:prstGeom prst="roundRect">
            <a:avLst>
              <a:gd name="adj" fmla="val 5624"/>
            </a:avLst>
          </a:prstGeom>
          <a:solidFill>
            <a:schemeClr val="bg1">
              <a:lumMod val="65000"/>
            </a:schemeClr>
          </a:solidFill>
        </p:spPr>
        <p:txBody>
          <a:bodyPr/>
          <a:lstStyle>
            <a:lvl1pPr marL="0" indent="0">
              <a:buNone/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Portfolio Image #</a:t>
            </a:r>
          </a:p>
        </p:txBody>
      </p:sp>
      <p:sp>
        <p:nvSpPr>
          <p:cNvPr id="12" name="Picture Placeholder 7"/>
          <p:cNvSpPr>
            <a:spLocks noGrp="1"/>
          </p:cNvSpPr>
          <p:nvPr>
            <p:ph type="pic" sz="quarter" idx="14" hasCustomPrompt="1"/>
          </p:nvPr>
        </p:nvSpPr>
        <p:spPr>
          <a:xfrm>
            <a:off x="7669122" y="2149558"/>
            <a:ext cx="2840900" cy="2019300"/>
          </a:xfrm>
          <a:prstGeom prst="roundRect">
            <a:avLst>
              <a:gd name="adj" fmla="val 5624"/>
            </a:avLst>
          </a:prstGeom>
          <a:solidFill>
            <a:schemeClr val="bg1">
              <a:lumMod val="65000"/>
            </a:schemeClr>
          </a:solidFill>
        </p:spPr>
        <p:txBody>
          <a:bodyPr/>
          <a:lstStyle>
            <a:lvl1pPr marL="0" indent="0">
              <a:buNone/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Portfolio Image #</a:t>
            </a:r>
          </a:p>
        </p:txBody>
      </p:sp>
    </p:spTree>
    <p:extLst>
      <p:ext uri="{BB962C8B-B14F-4D97-AF65-F5344CB8AC3E}">
        <p14:creationId xmlns:p14="http://schemas.microsoft.com/office/powerpoint/2010/main" val="1602914045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xmlns="" Requires="p15">
      <p:transition xmlns:p14="http://schemas.microsoft.com/office/powerpoint/2010/main" spd="slow" p14:dur="1250" advTm="4043">
        <p15:prstTrans prst="pageCurlDouble"/>
      </p:transition>
    </mc:Choice>
    <mc:Fallback>
      <p:transition spd="slow" advTm="4043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folio #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/>
          <p:cNvSpPr>
            <a:spLocks noGrp="1"/>
          </p:cNvSpPr>
          <p:nvPr>
            <p:ph type="pic" sz="quarter" idx="10" hasCustomPrompt="1"/>
          </p:nvPr>
        </p:nvSpPr>
        <p:spPr>
          <a:xfrm>
            <a:off x="0" y="2009136"/>
            <a:ext cx="6096000" cy="4156288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txBody>
          <a:bodyPr/>
          <a:lstStyle>
            <a:lvl1pPr marL="0" indent="0">
              <a:buNone/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Portfolio Image #</a:t>
            </a:r>
          </a:p>
        </p:txBody>
      </p:sp>
      <p:sp>
        <p:nvSpPr>
          <p:cNvPr id="7" name="Picture Placeholder 5"/>
          <p:cNvSpPr>
            <a:spLocks noGrp="1"/>
          </p:cNvSpPr>
          <p:nvPr>
            <p:ph type="pic" sz="quarter" idx="11" hasCustomPrompt="1"/>
          </p:nvPr>
        </p:nvSpPr>
        <p:spPr>
          <a:xfrm>
            <a:off x="6096000" y="2009136"/>
            <a:ext cx="2324100" cy="2327488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txBody>
          <a:bodyPr/>
          <a:lstStyle>
            <a:lvl1pPr marL="0" indent="0">
              <a:buNone/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Portfolio Image #</a:t>
            </a:r>
          </a:p>
        </p:txBody>
      </p:sp>
      <p:sp>
        <p:nvSpPr>
          <p:cNvPr id="8" name="Picture Placeholder 5"/>
          <p:cNvSpPr>
            <a:spLocks noGrp="1"/>
          </p:cNvSpPr>
          <p:nvPr>
            <p:ph type="pic" sz="quarter" idx="12" hasCustomPrompt="1"/>
          </p:nvPr>
        </p:nvSpPr>
        <p:spPr>
          <a:xfrm>
            <a:off x="8420100" y="2009136"/>
            <a:ext cx="3771900" cy="2327488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txBody>
          <a:bodyPr/>
          <a:lstStyle>
            <a:lvl1pPr marL="0" indent="0">
              <a:buNone/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Portfolio Image #</a:t>
            </a:r>
          </a:p>
        </p:txBody>
      </p:sp>
    </p:spTree>
    <p:extLst>
      <p:ext uri="{BB962C8B-B14F-4D97-AF65-F5344CB8AC3E}">
        <p14:creationId xmlns:p14="http://schemas.microsoft.com/office/powerpoint/2010/main" val="2874650901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xmlns="" Requires="p15">
      <p:transition xmlns:p14="http://schemas.microsoft.com/office/powerpoint/2010/main" spd="slow" p14:dur="1250" advTm="4043">
        <p15:prstTrans prst="pageCurlDouble"/>
      </p:transition>
    </mc:Choice>
    <mc:Fallback>
      <p:transition spd="slow" advTm="4043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 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/>
          <p:cNvSpPr>
            <a:spLocks noGrp="1"/>
          </p:cNvSpPr>
          <p:nvPr>
            <p:ph type="pic" sz="quarter" idx="10" hasCustomPrompt="1"/>
          </p:nvPr>
        </p:nvSpPr>
        <p:spPr>
          <a:xfrm>
            <a:off x="0" y="-1"/>
            <a:ext cx="12192000" cy="3418367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txBody>
          <a:bodyPr/>
          <a:lstStyle>
            <a:lvl1pPr marL="0" indent="0">
              <a:buNone/>
              <a:defRPr sz="1000">
                <a:solidFill>
                  <a:schemeClr val="bg1"/>
                </a:solidFill>
              </a:defRPr>
            </a:lvl1pPr>
          </a:lstStyle>
          <a:p>
            <a:r>
              <a:rPr lang="en-US"/>
              <a:t>Portfolio #</a:t>
            </a:r>
          </a:p>
        </p:txBody>
      </p:sp>
      <p:sp>
        <p:nvSpPr>
          <p:cNvPr id="7" name="Picture Placeholder 5"/>
          <p:cNvSpPr>
            <a:spLocks noGrp="1"/>
          </p:cNvSpPr>
          <p:nvPr>
            <p:ph type="pic" sz="quarter" idx="11" hasCustomPrompt="1"/>
          </p:nvPr>
        </p:nvSpPr>
        <p:spPr>
          <a:xfrm>
            <a:off x="3338622" y="3418366"/>
            <a:ext cx="2386123" cy="1525774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txBody>
          <a:bodyPr/>
          <a:lstStyle>
            <a:lvl1pPr marL="0" indent="0">
              <a:buNone/>
              <a:defRPr sz="1000">
                <a:solidFill>
                  <a:schemeClr val="bg1"/>
                </a:solidFill>
              </a:defRPr>
            </a:lvl1pPr>
          </a:lstStyle>
          <a:p>
            <a:r>
              <a:rPr lang="en-US"/>
              <a:t>Portfolio #</a:t>
            </a:r>
          </a:p>
        </p:txBody>
      </p:sp>
      <p:sp>
        <p:nvSpPr>
          <p:cNvPr id="8" name="Picture Placeholder 5"/>
          <p:cNvSpPr>
            <a:spLocks noGrp="1"/>
          </p:cNvSpPr>
          <p:nvPr>
            <p:ph type="pic" sz="quarter" idx="12" hasCustomPrompt="1"/>
          </p:nvPr>
        </p:nvSpPr>
        <p:spPr>
          <a:xfrm>
            <a:off x="6667499" y="3418366"/>
            <a:ext cx="2386123" cy="1525774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txBody>
          <a:bodyPr/>
          <a:lstStyle>
            <a:lvl1pPr marL="0" indent="0">
              <a:buNone/>
              <a:defRPr sz="1000">
                <a:solidFill>
                  <a:schemeClr val="bg1"/>
                </a:solidFill>
              </a:defRPr>
            </a:lvl1pPr>
          </a:lstStyle>
          <a:p>
            <a:r>
              <a:rPr lang="en-US"/>
              <a:t>Portfolio #</a:t>
            </a:r>
          </a:p>
        </p:txBody>
      </p:sp>
    </p:spTree>
    <p:extLst>
      <p:ext uri="{BB962C8B-B14F-4D97-AF65-F5344CB8AC3E}">
        <p14:creationId xmlns:p14="http://schemas.microsoft.com/office/powerpoint/2010/main" val="1954576369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xmlns="" Requires="p15">
      <p:transition xmlns:p14="http://schemas.microsoft.com/office/powerpoint/2010/main" spd="slow" p14:dur="1250" advTm="4043">
        <p15:prstTrans prst="pageCurlDouble"/>
      </p:transition>
    </mc:Choice>
    <mc:Fallback>
      <p:transition spd="slow" advTm="4043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600558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3" r:id="rId3"/>
    <p:sldLayoutId id="2147483654" r:id="rId4"/>
    <p:sldLayoutId id="2147483660" r:id="rId5"/>
    <p:sldLayoutId id="2147483671" r:id="rId6"/>
    <p:sldLayoutId id="2147483661" r:id="rId7"/>
    <p:sldLayoutId id="2147483662" r:id="rId8"/>
    <p:sldLayoutId id="2147483667" r:id="rId9"/>
    <p:sldLayoutId id="2147483663" r:id="rId10"/>
    <p:sldLayoutId id="2147483664" r:id="rId11"/>
    <p:sldLayoutId id="2147483665" r:id="rId12"/>
    <p:sldLayoutId id="2147483666" r:id="rId13"/>
    <p:sldLayoutId id="2147483651" r:id="rId14"/>
    <p:sldLayoutId id="2147483652" r:id="rId15"/>
    <p:sldLayoutId id="2147483668" r:id="rId16"/>
    <p:sldLayoutId id="2147483669" r:id="rId17"/>
    <p:sldLayoutId id="2147483655" r:id="rId18"/>
  </p:sldLayoutIdLst>
  <mc:AlternateContent xmlns:mc="http://schemas.openxmlformats.org/markup-compatibility/2006">
    <mc:Choice xmlns:p15="http://schemas.microsoft.com/office/powerpoint/2012/main" xmlns="" Requires="p15">
      <p:transition xmlns:p14="http://schemas.microsoft.com/office/powerpoint/2010/main" spd="slow" p14:dur="1250" advTm="4043">
        <p15:prstTrans prst="pageCurlDouble"/>
      </p:transition>
    </mc:Choice>
    <mc:Fallback>
      <p:transition spd="slow" advTm="4043">
        <p:fade/>
      </p:transition>
    </mc:Fallback>
  </mc:AlternateConten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2.xml"/><Relationship Id="rId4" Type="http://schemas.openxmlformats.org/officeDocument/2006/relationships/image" Target="../media/image1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Relationship Id="rId4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Relationship Id="rId4" Type="http://schemas.openxmlformats.org/officeDocument/2006/relationships/image" Target="../media/image3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Relationship Id="rId4" Type="http://schemas.openxmlformats.org/officeDocument/2006/relationships/image" Target="../media/image3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Relationship Id="rId4" Type="http://schemas.openxmlformats.org/officeDocument/2006/relationships/image" Target="../media/image3.jpe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.xml"/><Relationship Id="rId4" Type="http://schemas.openxmlformats.org/officeDocument/2006/relationships/image" Target="../media/image3.jpe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8.xml"/><Relationship Id="rId4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文本框 14"/>
          <p:cNvSpPr txBox="1"/>
          <p:nvPr/>
        </p:nvSpPr>
        <p:spPr>
          <a:xfrm>
            <a:off x="3317789" y="2031229"/>
            <a:ext cx="5556422" cy="2246769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zh-TW" altLang="en-US" sz="7000" b="1" dirty="0">
                <a:solidFill>
                  <a:srgbClr val="7F2E3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haroni" panose="02010803020104030203" pitchFamily="2" charset="-79"/>
              </a:rPr>
              <a:t>程式交易實</a:t>
            </a:r>
            <a:r>
              <a:rPr lang="zh-TW" altLang="en-US" sz="7000" b="1" dirty="0" smtClean="0">
                <a:solidFill>
                  <a:srgbClr val="7F2E3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haroni" panose="02010803020104030203" pitchFamily="2" charset="-79"/>
              </a:rPr>
              <a:t>作 </a:t>
            </a:r>
            <a:endParaRPr lang="en-US" altLang="zh-TW" sz="7000" b="1" dirty="0">
              <a:solidFill>
                <a:srgbClr val="7F2E30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Aharoni" panose="02010803020104030203" pitchFamily="2" charset="-79"/>
            </a:endParaRPr>
          </a:p>
          <a:p>
            <a:pPr algn="ctr"/>
            <a:r>
              <a:rPr lang="zh-TW" altLang="en-US" sz="7000" b="1" dirty="0" smtClean="0">
                <a:solidFill>
                  <a:srgbClr val="7F2E3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haroni" panose="02010803020104030203" pitchFamily="2" charset="-79"/>
              </a:rPr>
              <a:t>期末報告</a:t>
            </a:r>
            <a:endParaRPr lang="zh-CN" altLang="en-US" sz="7000" b="1" dirty="0">
              <a:solidFill>
                <a:srgbClr val="7F2E3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4285248" y="4793801"/>
            <a:ext cx="3621504" cy="1015663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/>
          <a:p>
            <a:r>
              <a:rPr lang="zh-TW" altLang="en-US" sz="20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Segoe UI Semilight" panose="020B0402040204020203" pitchFamily="34" charset="0"/>
              </a:rPr>
              <a:t>智商二乙 </a:t>
            </a:r>
            <a:r>
              <a:rPr lang="en-US" altLang="zh-TW" sz="20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Segoe UI Semilight" panose="020B0402040204020203" pitchFamily="34" charset="0"/>
              </a:rPr>
              <a:t>C108156208 </a:t>
            </a:r>
            <a:r>
              <a:rPr lang="zh-TW" altLang="en-US" sz="20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Segoe UI Semilight" panose="020B0402040204020203" pitchFamily="34" charset="0"/>
              </a:rPr>
              <a:t>陳榮佑</a:t>
            </a:r>
            <a:endParaRPr lang="en-US" altLang="zh-TW" sz="2000" b="1" dirty="0" smtClean="0">
              <a:solidFill>
                <a:schemeClr val="tx1">
                  <a:lumMod val="75000"/>
                  <a:lumOff val="2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Segoe UI Semilight" panose="020B0402040204020203" pitchFamily="34" charset="0"/>
            </a:endParaRPr>
          </a:p>
          <a:p>
            <a:r>
              <a:rPr lang="zh-TW" altLang="en-US" sz="20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Segoe UI Semilight" panose="020B0402040204020203" pitchFamily="34" charset="0"/>
              </a:rPr>
              <a:t>智商二乙 </a:t>
            </a:r>
            <a:r>
              <a:rPr lang="en-US" altLang="zh-TW" sz="20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Segoe UI Semilight" panose="020B0402040204020203" pitchFamily="34" charset="0"/>
              </a:rPr>
              <a:t>C108156216 </a:t>
            </a:r>
            <a:r>
              <a:rPr lang="zh-TW" altLang="en-US" sz="20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Segoe UI Semilight" panose="020B0402040204020203" pitchFamily="34" charset="0"/>
              </a:rPr>
              <a:t>陳宇辰</a:t>
            </a:r>
            <a:endParaRPr lang="en-US" altLang="zh-TW" sz="2000" b="1" dirty="0" smtClean="0">
              <a:solidFill>
                <a:schemeClr val="tx1">
                  <a:lumMod val="75000"/>
                  <a:lumOff val="2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Segoe UI Semilight" panose="020B0402040204020203" pitchFamily="34" charset="0"/>
            </a:endParaRPr>
          </a:p>
          <a:p>
            <a:r>
              <a:rPr lang="zh-TW" alt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Segoe UI Semilight" panose="020B0402040204020203" pitchFamily="34" charset="0"/>
              </a:rPr>
              <a:t>智商二</a:t>
            </a:r>
            <a:r>
              <a:rPr lang="zh-TW" altLang="en-US" sz="20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Segoe UI Semilight" panose="020B0402040204020203" pitchFamily="34" charset="0"/>
              </a:rPr>
              <a:t>乙 </a:t>
            </a:r>
            <a:r>
              <a:rPr lang="en-US" altLang="zh-TW" sz="20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Segoe UI Semilight" panose="020B0402040204020203" pitchFamily="34" charset="0"/>
              </a:rPr>
              <a:t>C108156232</a:t>
            </a:r>
            <a:r>
              <a:rPr lang="zh-TW" altLang="en-US" sz="20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Segoe UI Semilight" panose="020B0402040204020203" pitchFamily="34" charset="0"/>
              </a:rPr>
              <a:t> 蔡昀廷</a:t>
            </a:r>
            <a:endParaRPr lang="zh-CN" altLang="en-US" sz="2000" b="1" dirty="0">
              <a:solidFill>
                <a:schemeClr val="tx1">
                  <a:lumMod val="75000"/>
                  <a:lumOff val="2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Segoe UI Semilight" panose="020B0402040204020203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4460130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群組 7"/>
          <p:cNvGrpSpPr/>
          <p:nvPr/>
        </p:nvGrpSpPr>
        <p:grpSpPr>
          <a:xfrm>
            <a:off x="0" y="318149"/>
            <a:ext cx="12192000" cy="2024809"/>
            <a:chOff x="0" y="-110126"/>
            <a:chExt cx="12192000" cy="2024809"/>
          </a:xfrm>
        </p:grpSpPr>
        <p:pic>
          <p:nvPicPr>
            <p:cNvPr id="3" name="图片 2"/>
            <p:cNvPicPr>
              <a:picLocks noChangeAspect="1"/>
            </p:cNvPicPr>
            <p:nvPr/>
          </p:nvPicPr>
          <p:blipFill rotWithShape="1"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0" y="508000"/>
              <a:ext cx="12192000" cy="699541"/>
            </a:xfrm>
            <a:prstGeom prst="rect">
              <a:avLst/>
            </a:prstGeom>
          </p:spPr>
        </p:pic>
        <p:sp>
          <p:nvSpPr>
            <p:cNvPr id="61" name="Title 1"/>
            <p:cNvSpPr txBox="1">
              <a:spLocks/>
            </p:cNvSpPr>
            <p:nvPr/>
          </p:nvSpPr>
          <p:spPr>
            <a:xfrm>
              <a:off x="4912629" y="-110126"/>
              <a:ext cx="2366742" cy="2024809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ctr" defTabSz="1176924"/>
              <a:r>
                <a:rPr lang="zh-TW" altLang="en-US" sz="4500" b="1" dirty="0">
                  <a:solidFill>
                    <a:srgbClr val="3C3C3C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目錄</a:t>
              </a:r>
              <a:endParaRPr lang="en-GB" altLang="zh-CN" sz="4500" b="1" dirty="0">
                <a:solidFill>
                  <a:srgbClr val="3C3C3C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grpSp>
        <p:nvGrpSpPr>
          <p:cNvPr id="9" name="群組 8"/>
          <p:cNvGrpSpPr/>
          <p:nvPr/>
        </p:nvGrpSpPr>
        <p:grpSpPr>
          <a:xfrm>
            <a:off x="719573" y="2840684"/>
            <a:ext cx="10781959" cy="2397955"/>
            <a:chOff x="719573" y="2319809"/>
            <a:chExt cx="10781959" cy="2397955"/>
          </a:xfrm>
        </p:grpSpPr>
        <p:sp>
          <p:nvSpPr>
            <p:cNvPr id="30" name="Rectangle 19"/>
            <p:cNvSpPr/>
            <p:nvPr/>
          </p:nvSpPr>
          <p:spPr>
            <a:xfrm>
              <a:off x="719573" y="4240710"/>
              <a:ext cx="1910614" cy="47705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 defTabSz="1176924"/>
              <a:r>
                <a:rPr lang="zh-TW" altLang="en-US" sz="25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策略發</a:t>
              </a:r>
              <a:r>
                <a:rPr lang="zh-TW" altLang="en-US" sz="2500" b="1" dirty="0" smtClean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想</a:t>
              </a:r>
              <a:endParaRPr lang="en-GB" altLang="zh-CN" sz="25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grpSp>
          <p:nvGrpSpPr>
            <p:cNvPr id="7" name="群組 6"/>
            <p:cNvGrpSpPr/>
            <p:nvPr/>
          </p:nvGrpSpPr>
          <p:grpSpPr>
            <a:xfrm>
              <a:off x="864881" y="2319809"/>
              <a:ext cx="10462238" cy="1620408"/>
              <a:chOff x="867221" y="2319809"/>
              <a:chExt cx="10462238" cy="1620408"/>
            </a:xfrm>
          </p:grpSpPr>
          <p:grpSp>
            <p:nvGrpSpPr>
              <p:cNvPr id="2" name="群組 1"/>
              <p:cNvGrpSpPr/>
              <p:nvPr/>
            </p:nvGrpSpPr>
            <p:grpSpPr>
              <a:xfrm>
                <a:off x="867221" y="2320217"/>
                <a:ext cx="1620000" cy="1620000"/>
                <a:chOff x="1091883" y="2440546"/>
                <a:chExt cx="2011680" cy="2011680"/>
              </a:xfrm>
            </p:grpSpPr>
            <p:sp>
              <p:nvSpPr>
                <p:cNvPr id="28" name="Oval 9"/>
                <p:cNvSpPr/>
                <p:nvPr/>
              </p:nvSpPr>
              <p:spPr>
                <a:xfrm>
                  <a:off x="1183323" y="2531986"/>
                  <a:ext cx="1828800" cy="1828800"/>
                </a:xfrm>
                <a:prstGeom prst="ellipse">
                  <a:avLst/>
                </a:prstGeom>
                <a:solidFill>
                  <a:srgbClr val="7F2E3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latin typeface="Roboto" panose="02000000000000000000" pitchFamily="2" charset="0"/>
                      <a:ea typeface="Roboto" panose="02000000000000000000" pitchFamily="2" charset="0"/>
                    </a:rPr>
                    <a:t>1</a:t>
                  </a:r>
                </a:p>
              </p:txBody>
            </p:sp>
            <p:sp>
              <p:nvSpPr>
                <p:cNvPr id="29" name="Arc 16"/>
                <p:cNvSpPr/>
                <p:nvPr/>
              </p:nvSpPr>
              <p:spPr>
                <a:xfrm>
                  <a:off x="1091883" y="2440546"/>
                  <a:ext cx="2011680" cy="2011680"/>
                </a:xfrm>
                <a:prstGeom prst="arc">
                  <a:avLst>
                    <a:gd name="adj1" fmla="val 16200000"/>
                    <a:gd name="adj2" fmla="val 12360201"/>
                  </a:avLst>
                </a:prstGeom>
                <a:noFill/>
                <a:ln w="38100" cap="rnd">
                  <a:solidFill>
                    <a:srgbClr val="7F2E3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6" name="群組 5"/>
              <p:cNvGrpSpPr/>
              <p:nvPr/>
            </p:nvGrpSpPr>
            <p:grpSpPr>
              <a:xfrm>
                <a:off x="3091449" y="2320216"/>
                <a:ext cx="1620000" cy="1620000"/>
                <a:chOff x="9185557" y="2440546"/>
                <a:chExt cx="2011680" cy="2011680"/>
              </a:xfrm>
            </p:grpSpPr>
            <p:sp>
              <p:nvSpPr>
                <p:cNvPr id="51" name="Oval 30"/>
                <p:cNvSpPr/>
                <p:nvPr/>
              </p:nvSpPr>
              <p:spPr>
                <a:xfrm>
                  <a:off x="9276997" y="2531986"/>
                  <a:ext cx="1828800" cy="1828800"/>
                </a:xfrm>
                <a:prstGeom prst="ellipse">
                  <a:avLst/>
                </a:prstGeom>
                <a:solidFill>
                  <a:srgbClr val="363636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sz="2800" dirty="0">
                      <a:latin typeface="Roboto" panose="02000000000000000000" pitchFamily="2" charset="0"/>
                      <a:ea typeface="Roboto" panose="02000000000000000000" pitchFamily="2" charset="0"/>
                    </a:rPr>
                    <a:t>2</a:t>
                  </a:r>
                  <a:endParaRPr lang="en-US" sz="2800" dirty="0">
                    <a:latin typeface="Roboto" panose="02000000000000000000" pitchFamily="2" charset="0"/>
                    <a:ea typeface="Roboto" panose="02000000000000000000" pitchFamily="2" charset="0"/>
                  </a:endParaRPr>
                </a:p>
              </p:txBody>
            </p:sp>
            <p:sp>
              <p:nvSpPr>
                <p:cNvPr id="54" name="Arc 31"/>
                <p:cNvSpPr/>
                <p:nvPr/>
              </p:nvSpPr>
              <p:spPr>
                <a:xfrm>
                  <a:off x="9185557" y="2440546"/>
                  <a:ext cx="2011680" cy="2011680"/>
                </a:xfrm>
                <a:prstGeom prst="arc">
                  <a:avLst>
                    <a:gd name="adj1" fmla="val 16200000"/>
                    <a:gd name="adj2" fmla="val 14822572"/>
                  </a:avLst>
                </a:prstGeom>
                <a:noFill/>
                <a:ln w="38100" cap="rnd">
                  <a:solidFill>
                    <a:srgbClr val="36363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20" name="群組 19"/>
              <p:cNvGrpSpPr/>
              <p:nvPr/>
            </p:nvGrpSpPr>
            <p:grpSpPr>
              <a:xfrm>
                <a:off x="5286000" y="2319811"/>
                <a:ext cx="1620000" cy="1620000"/>
                <a:chOff x="1091883" y="2440546"/>
                <a:chExt cx="2011680" cy="2011680"/>
              </a:xfrm>
            </p:grpSpPr>
            <p:sp>
              <p:nvSpPr>
                <p:cNvPr id="21" name="Oval 9"/>
                <p:cNvSpPr/>
                <p:nvPr/>
              </p:nvSpPr>
              <p:spPr>
                <a:xfrm>
                  <a:off x="1183323" y="2531986"/>
                  <a:ext cx="1828800" cy="1828800"/>
                </a:xfrm>
                <a:prstGeom prst="ellipse">
                  <a:avLst/>
                </a:prstGeom>
                <a:solidFill>
                  <a:srgbClr val="7F2E3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sz="2800" dirty="0">
                      <a:latin typeface="Roboto" panose="02000000000000000000" pitchFamily="2" charset="0"/>
                      <a:ea typeface="Roboto" panose="02000000000000000000" pitchFamily="2" charset="0"/>
                    </a:rPr>
                    <a:t>3</a:t>
                  </a:r>
                  <a:endParaRPr lang="en-US" sz="2800" dirty="0">
                    <a:latin typeface="Roboto" panose="02000000000000000000" pitchFamily="2" charset="0"/>
                    <a:ea typeface="Roboto" panose="02000000000000000000" pitchFamily="2" charset="0"/>
                  </a:endParaRPr>
                </a:p>
              </p:txBody>
            </p:sp>
            <p:sp>
              <p:nvSpPr>
                <p:cNvPr id="22" name="Arc 16"/>
                <p:cNvSpPr/>
                <p:nvPr/>
              </p:nvSpPr>
              <p:spPr>
                <a:xfrm>
                  <a:off x="1091883" y="2440546"/>
                  <a:ext cx="2011680" cy="2011680"/>
                </a:xfrm>
                <a:prstGeom prst="arc">
                  <a:avLst>
                    <a:gd name="adj1" fmla="val 16200000"/>
                    <a:gd name="adj2" fmla="val 12360201"/>
                  </a:avLst>
                </a:prstGeom>
                <a:noFill/>
                <a:ln w="38100" cap="rnd">
                  <a:solidFill>
                    <a:srgbClr val="7F2E3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23" name="群組 22"/>
              <p:cNvGrpSpPr/>
              <p:nvPr/>
            </p:nvGrpSpPr>
            <p:grpSpPr>
              <a:xfrm>
                <a:off x="7514947" y="2319810"/>
                <a:ext cx="1620000" cy="1620000"/>
                <a:chOff x="9185557" y="2440546"/>
                <a:chExt cx="2011680" cy="2011680"/>
              </a:xfrm>
            </p:grpSpPr>
            <p:sp>
              <p:nvSpPr>
                <p:cNvPr id="24" name="Oval 30"/>
                <p:cNvSpPr/>
                <p:nvPr/>
              </p:nvSpPr>
              <p:spPr>
                <a:xfrm>
                  <a:off x="9276997" y="2531986"/>
                  <a:ext cx="1828800" cy="1828800"/>
                </a:xfrm>
                <a:prstGeom prst="ellipse">
                  <a:avLst/>
                </a:prstGeom>
                <a:solidFill>
                  <a:srgbClr val="363636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latin typeface="Roboto" panose="02000000000000000000" pitchFamily="2" charset="0"/>
                      <a:ea typeface="Roboto" panose="02000000000000000000" pitchFamily="2" charset="0"/>
                    </a:rPr>
                    <a:t>4</a:t>
                  </a:r>
                </a:p>
              </p:txBody>
            </p:sp>
            <p:sp>
              <p:nvSpPr>
                <p:cNvPr id="25" name="Arc 31"/>
                <p:cNvSpPr/>
                <p:nvPr/>
              </p:nvSpPr>
              <p:spPr>
                <a:xfrm>
                  <a:off x="9185557" y="2440546"/>
                  <a:ext cx="2011680" cy="2011680"/>
                </a:xfrm>
                <a:prstGeom prst="arc">
                  <a:avLst>
                    <a:gd name="adj1" fmla="val 16200000"/>
                    <a:gd name="adj2" fmla="val 14822572"/>
                  </a:avLst>
                </a:prstGeom>
                <a:noFill/>
                <a:ln w="38100" cap="rnd">
                  <a:solidFill>
                    <a:srgbClr val="36363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26" name="群組 25"/>
              <p:cNvGrpSpPr/>
              <p:nvPr/>
            </p:nvGrpSpPr>
            <p:grpSpPr>
              <a:xfrm>
                <a:off x="9709459" y="2319809"/>
                <a:ext cx="1620000" cy="1620000"/>
                <a:chOff x="1091883" y="2440546"/>
                <a:chExt cx="2011680" cy="2011680"/>
              </a:xfrm>
            </p:grpSpPr>
            <p:sp>
              <p:nvSpPr>
                <p:cNvPr id="27" name="Oval 9"/>
                <p:cNvSpPr/>
                <p:nvPr/>
              </p:nvSpPr>
              <p:spPr>
                <a:xfrm>
                  <a:off x="1183323" y="2531986"/>
                  <a:ext cx="1828800" cy="1828800"/>
                </a:xfrm>
                <a:prstGeom prst="ellipse">
                  <a:avLst/>
                </a:prstGeom>
                <a:solidFill>
                  <a:srgbClr val="7F2E3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sz="2800" dirty="0">
                      <a:latin typeface="Roboto" panose="02000000000000000000" pitchFamily="2" charset="0"/>
                      <a:ea typeface="Roboto" panose="02000000000000000000" pitchFamily="2" charset="0"/>
                    </a:rPr>
                    <a:t>5</a:t>
                  </a:r>
                  <a:endParaRPr lang="en-US" sz="2800" dirty="0">
                    <a:latin typeface="Roboto" panose="02000000000000000000" pitchFamily="2" charset="0"/>
                    <a:ea typeface="Roboto" panose="02000000000000000000" pitchFamily="2" charset="0"/>
                  </a:endParaRPr>
                </a:p>
              </p:txBody>
            </p:sp>
            <p:sp>
              <p:nvSpPr>
                <p:cNvPr id="34" name="Arc 16"/>
                <p:cNvSpPr/>
                <p:nvPr/>
              </p:nvSpPr>
              <p:spPr>
                <a:xfrm>
                  <a:off x="1091883" y="2440546"/>
                  <a:ext cx="2011680" cy="2011680"/>
                </a:xfrm>
                <a:prstGeom prst="arc">
                  <a:avLst>
                    <a:gd name="adj1" fmla="val 16200000"/>
                    <a:gd name="adj2" fmla="val 12360201"/>
                  </a:avLst>
                </a:prstGeom>
                <a:noFill/>
                <a:ln w="38100" cap="rnd">
                  <a:solidFill>
                    <a:srgbClr val="7F2E3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sp>
          <p:nvSpPr>
            <p:cNvPr id="35" name="Rectangle 19"/>
            <p:cNvSpPr/>
            <p:nvPr/>
          </p:nvSpPr>
          <p:spPr>
            <a:xfrm>
              <a:off x="2943801" y="4221650"/>
              <a:ext cx="1968827" cy="47705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 defTabSz="1176924"/>
              <a:r>
                <a:rPr lang="zh-TW" altLang="en-US" sz="2500" b="1" dirty="0" smtClean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系統架構</a:t>
              </a:r>
              <a:endParaRPr lang="en-GB" altLang="zh-CN" sz="25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36" name="Rectangle 19"/>
            <p:cNvSpPr/>
            <p:nvPr/>
          </p:nvSpPr>
          <p:spPr>
            <a:xfrm>
              <a:off x="5111586" y="4240710"/>
              <a:ext cx="1968827" cy="47705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 defTabSz="1176924"/>
              <a:r>
                <a:rPr lang="zh-TW" altLang="en-US" sz="25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交易邏輯</a:t>
              </a:r>
              <a:endParaRPr lang="en-GB" altLang="zh-CN" sz="25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37" name="Rectangle 19"/>
            <p:cNvSpPr/>
            <p:nvPr/>
          </p:nvSpPr>
          <p:spPr>
            <a:xfrm>
              <a:off x="7338193" y="4240710"/>
              <a:ext cx="1968827" cy="47705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 defTabSz="1176924"/>
              <a:r>
                <a:rPr lang="zh-TW" altLang="en-US" sz="2500" b="1" dirty="0" smtClean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策略績效</a:t>
              </a:r>
              <a:endParaRPr lang="en-GB" altLang="zh-CN" sz="25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38" name="Rectangle 19"/>
            <p:cNvSpPr/>
            <p:nvPr/>
          </p:nvSpPr>
          <p:spPr>
            <a:xfrm>
              <a:off x="9532705" y="4240710"/>
              <a:ext cx="1968827" cy="47705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 defTabSz="1176924"/>
              <a:r>
                <a:rPr lang="zh-TW" altLang="en-US" sz="25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運算效能</a:t>
              </a:r>
              <a:endParaRPr lang="en-GB" altLang="zh-CN" sz="25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535250678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xmlns="" Requires="p15">
      <p:transition xmlns:p14="http://schemas.microsoft.com/office/powerpoint/2010/main" spd="slow" p14:dur="1250">
        <p15:prstTrans prst="pageCurlDoubl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1858930"/>
            <a:ext cx="12192000" cy="2971800"/>
          </a:xfrm>
          <a:prstGeom prst="rect">
            <a:avLst/>
          </a:prstGeom>
        </p:spPr>
      </p:pic>
      <p:sp>
        <p:nvSpPr>
          <p:cNvPr id="51" name="TextBox 11"/>
          <p:cNvSpPr txBox="1"/>
          <p:nvPr/>
        </p:nvSpPr>
        <p:spPr>
          <a:xfrm>
            <a:off x="4767648" y="2634671"/>
            <a:ext cx="265670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5400" b="1" dirty="0" smtClean="0">
                <a:solidFill>
                  <a:srgbClr val="7F2E3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PART.1</a:t>
            </a:r>
            <a:endParaRPr lang="zh-CN" altLang="en-US" sz="5400" b="1" dirty="0">
              <a:solidFill>
                <a:srgbClr val="7F2E3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2" name="Subtitle 9"/>
          <p:cNvSpPr txBox="1">
            <a:spLocks/>
          </p:cNvSpPr>
          <p:nvPr/>
        </p:nvSpPr>
        <p:spPr>
          <a:xfrm>
            <a:off x="4223792" y="3535330"/>
            <a:ext cx="3744416" cy="642354"/>
          </a:xfrm>
          <a:prstGeom prst="rect">
            <a:avLst/>
          </a:prstGeom>
        </p:spPr>
        <p:txBody>
          <a:bodyPr vert="horz" wrap="square" lIns="102742" tIns="51371" rIns="102742" bIns="51371" rtlCol="0">
            <a:spAutoFit/>
          </a:bodyPr>
          <a:lstStyle>
            <a:defPPr>
              <a:defRPr lang="zh-CN"/>
            </a:defPPr>
            <a:lvl1pPr indent="0" algn="r" defTabSz="1087444">
              <a:lnSpc>
                <a:spcPct val="100000"/>
              </a:lnSpc>
              <a:spcBef>
                <a:spcPct val="20000"/>
              </a:spcBef>
              <a:buFont typeface="Arial"/>
              <a:buNone/>
              <a:defRPr sz="2000">
                <a:solidFill>
                  <a:schemeClr val="accent2"/>
                </a:solidFill>
                <a:latin typeface="微软雅黑"/>
                <a:ea typeface="微软雅黑"/>
                <a:cs typeface="Open Sans Light"/>
              </a:defRPr>
            </a:lvl1pPr>
            <a:lvl2pPr marL="1087444" indent="0" algn="ctr" defTabSz="1087444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1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2pPr>
            <a:lvl3pPr marL="2174887" indent="0" algn="ctr" defTabSz="1087444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1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3pPr>
            <a:lvl4pPr marL="3262338" indent="0" algn="ctr" defTabSz="1087444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1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4pPr>
            <a:lvl5pPr marL="4349779" indent="0" algn="ctr" defTabSz="1087444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1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5pPr>
            <a:lvl6pPr marL="5437225" indent="0" algn="ctr" defTabSz="1087444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6pPr>
            <a:lvl7pPr marL="6524671" indent="0" algn="ctr" defTabSz="1087444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7pPr>
            <a:lvl8pPr marL="7612115" indent="0" algn="ctr" defTabSz="1087444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8pPr>
            <a:lvl9pPr marL="8699558" indent="0" algn="ctr" defTabSz="1087444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algn="ctr"/>
            <a:r>
              <a:rPr lang="zh-TW" altLang="en-US" sz="3500" b="1" dirty="0">
                <a:solidFill>
                  <a:srgbClr val="3C3C3C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策略發想</a:t>
            </a:r>
            <a:endParaRPr lang="zh-CN" altLang="en-US" sz="3500" b="1" dirty="0">
              <a:solidFill>
                <a:srgbClr val="3C3C3C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802944319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xmlns="" Requires="p15">
      <p:transition xmlns:p14="http://schemas.microsoft.com/office/powerpoint/2010/main" spd="slow" p14:dur="1250">
        <p15:prstTrans prst="pageCurlDoubl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群組 8"/>
          <p:cNvGrpSpPr/>
          <p:nvPr/>
        </p:nvGrpSpPr>
        <p:grpSpPr>
          <a:xfrm>
            <a:off x="0" y="-5951"/>
            <a:ext cx="12192000" cy="2024809"/>
            <a:chOff x="0" y="-110126"/>
            <a:chExt cx="12192000" cy="2024809"/>
          </a:xfrm>
        </p:grpSpPr>
        <p:pic>
          <p:nvPicPr>
            <p:cNvPr id="10" name="图片 2"/>
            <p:cNvPicPr>
              <a:picLocks noChangeAspect="1"/>
            </p:cNvPicPr>
            <p:nvPr/>
          </p:nvPicPr>
          <p:blipFill rotWithShape="1"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0" y="508000"/>
              <a:ext cx="12192000" cy="699541"/>
            </a:xfrm>
            <a:prstGeom prst="rect">
              <a:avLst/>
            </a:prstGeom>
          </p:spPr>
        </p:pic>
        <p:sp>
          <p:nvSpPr>
            <p:cNvPr id="11" name="Title 1"/>
            <p:cNvSpPr txBox="1">
              <a:spLocks/>
            </p:cNvSpPr>
            <p:nvPr/>
          </p:nvSpPr>
          <p:spPr>
            <a:xfrm>
              <a:off x="4819479" y="-110126"/>
              <a:ext cx="2553042" cy="2024809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ctr" defTabSz="1176924"/>
              <a:r>
                <a:rPr lang="zh-TW" altLang="en-US" sz="4000" b="1" dirty="0">
                  <a:solidFill>
                    <a:srgbClr val="3C3C3C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策略發想</a:t>
              </a:r>
              <a:endParaRPr lang="en-GB" altLang="zh-CN" sz="4000" b="1" dirty="0">
                <a:solidFill>
                  <a:srgbClr val="3C3C3C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pic>
        <p:nvPicPr>
          <p:cNvPr id="12" name="圖片 1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6916" y="2111455"/>
            <a:ext cx="5444382" cy="3629589"/>
          </a:xfrm>
          <a:prstGeom prst="rect">
            <a:avLst/>
          </a:prstGeom>
        </p:spPr>
      </p:pic>
      <p:sp>
        <p:nvSpPr>
          <p:cNvPr id="13" name="文字方塊 12"/>
          <p:cNvSpPr txBox="1"/>
          <p:nvPr/>
        </p:nvSpPr>
        <p:spPr>
          <a:xfrm>
            <a:off x="6018837" y="2572299"/>
            <a:ext cx="5463250" cy="2893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hangingPunct="0"/>
            <a:r>
              <a:rPr lang="zh-TW" altLang="en-US" sz="26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為了</a:t>
            </a:r>
            <a:r>
              <a:rPr lang="zh-TW" altLang="en-US" sz="2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使投資人可利用過去資料，分析出未來</a:t>
            </a:r>
            <a:r>
              <a:rPr lang="zh-TW" altLang="en-US" sz="26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走勢，我們</a:t>
            </a:r>
            <a:r>
              <a:rPr lang="zh-TW" altLang="en-US" sz="2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選擇使用交叉</a:t>
            </a:r>
            <a:r>
              <a:rPr lang="zh-TW" altLang="en-US" sz="26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學</a:t>
            </a:r>
            <a:r>
              <a:rPr lang="en-US" altLang="zh-TW" sz="26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—</a:t>
            </a:r>
            <a:r>
              <a:rPr lang="zh-TW" altLang="en-US" sz="26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黃金交叉與死亡交叉</a:t>
            </a:r>
            <a:r>
              <a:rPr lang="zh-TW" altLang="en-US" sz="26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來進行此次策略，</a:t>
            </a:r>
            <a:r>
              <a:rPr lang="zh-TW" altLang="en-US" sz="2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其說明了投資人並不需要在最低買入，也不用在最高賣出，只要在中間獲利即為</a:t>
            </a:r>
            <a:r>
              <a:rPr lang="zh-TW" altLang="en-US" sz="26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最佳，獲得最好的收益結果。</a:t>
            </a:r>
            <a:endParaRPr lang="zh-TW" altLang="en-US" sz="26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98588628"/>
      </p:ext>
    </p:extLst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1858930"/>
            <a:ext cx="12192000" cy="2971800"/>
          </a:xfrm>
          <a:prstGeom prst="rect">
            <a:avLst/>
          </a:prstGeom>
        </p:spPr>
      </p:pic>
      <p:sp>
        <p:nvSpPr>
          <p:cNvPr id="51" name="TextBox 11"/>
          <p:cNvSpPr txBox="1"/>
          <p:nvPr/>
        </p:nvSpPr>
        <p:spPr>
          <a:xfrm>
            <a:off x="4767648" y="2634671"/>
            <a:ext cx="265670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5400" b="1" dirty="0" smtClean="0">
                <a:solidFill>
                  <a:srgbClr val="7F2E3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PART.</a:t>
            </a:r>
            <a:r>
              <a:rPr lang="en-US" altLang="zh-TW" sz="5400" b="1" dirty="0" smtClean="0">
                <a:solidFill>
                  <a:srgbClr val="7F2E3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2</a:t>
            </a:r>
            <a:endParaRPr lang="zh-CN" altLang="en-US" sz="5400" b="1" dirty="0">
              <a:solidFill>
                <a:srgbClr val="7F2E3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2" name="Subtitle 9"/>
          <p:cNvSpPr txBox="1">
            <a:spLocks/>
          </p:cNvSpPr>
          <p:nvPr/>
        </p:nvSpPr>
        <p:spPr>
          <a:xfrm>
            <a:off x="4223792" y="3535330"/>
            <a:ext cx="3744416" cy="642354"/>
          </a:xfrm>
          <a:prstGeom prst="rect">
            <a:avLst/>
          </a:prstGeom>
        </p:spPr>
        <p:txBody>
          <a:bodyPr vert="horz" wrap="square" lIns="102742" tIns="51371" rIns="102742" bIns="51371" rtlCol="0">
            <a:spAutoFit/>
          </a:bodyPr>
          <a:lstStyle>
            <a:defPPr>
              <a:defRPr lang="zh-CN"/>
            </a:defPPr>
            <a:lvl1pPr indent="0" algn="r" defTabSz="1087444">
              <a:lnSpc>
                <a:spcPct val="100000"/>
              </a:lnSpc>
              <a:spcBef>
                <a:spcPct val="20000"/>
              </a:spcBef>
              <a:buFont typeface="Arial"/>
              <a:buNone/>
              <a:defRPr sz="2000">
                <a:solidFill>
                  <a:schemeClr val="accent2"/>
                </a:solidFill>
                <a:latin typeface="微软雅黑"/>
                <a:ea typeface="微软雅黑"/>
                <a:cs typeface="Open Sans Light"/>
              </a:defRPr>
            </a:lvl1pPr>
            <a:lvl2pPr marL="1087444" indent="0" algn="ctr" defTabSz="1087444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1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2pPr>
            <a:lvl3pPr marL="2174887" indent="0" algn="ctr" defTabSz="1087444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1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3pPr>
            <a:lvl4pPr marL="3262338" indent="0" algn="ctr" defTabSz="1087444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1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4pPr>
            <a:lvl5pPr marL="4349779" indent="0" algn="ctr" defTabSz="1087444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1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5pPr>
            <a:lvl6pPr marL="5437225" indent="0" algn="ctr" defTabSz="1087444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6pPr>
            <a:lvl7pPr marL="6524671" indent="0" algn="ctr" defTabSz="1087444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7pPr>
            <a:lvl8pPr marL="7612115" indent="0" algn="ctr" defTabSz="1087444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8pPr>
            <a:lvl9pPr marL="8699558" indent="0" algn="ctr" defTabSz="1087444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algn="ctr"/>
            <a:r>
              <a:rPr lang="zh-TW" altLang="en-US" sz="3500" b="1" dirty="0" smtClean="0">
                <a:solidFill>
                  <a:srgbClr val="3C3C3C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系統</a:t>
            </a:r>
            <a:r>
              <a:rPr lang="zh-TW" altLang="en-US" sz="3500" b="1" dirty="0">
                <a:solidFill>
                  <a:srgbClr val="3C3C3C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架</a:t>
            </a:r>
            <a:r>
              <a:rPr lang="zh-TW" altLang="en-US" sz="3500" b="1" dirty="0" smtClean="0">
                <a:solidFill>
                  <a:srgbClr val="3C3C3C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構</a:t>
            </a:r>
            <a:endParaRPr lang="zh-CN" altLang="en-US" sz="3500" b="1" dirty="0">
              <a:solidFill>
                <a:srgbClr val="3C3C3C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792652915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xmlns="" Requires="p15">
      <p:transition xmlns:p14="http://schemas.microsoft.com/office/powerpoint/2010/main" spd="slow" p14:dur="1250">
        <p15:prstTrans prst="pageCurlDoubl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群組 6"/>
          <p:cNvGrpSpPr/>
          <p:nvPr/>
        </p:nvGrpSpPr>
        <p:grpSpPr>
          <a:xfrm>
            <a:off x="0" y="-5951"/>
            <a:ext cx="12192000" cy="2024809"/>
            <a:chOff x="0" y="-110126"/>
            <a:chExt cx="12192000" cy="2024809"/>
          </a:xfrm>
        </p:grpSpPr>
        <p:pic>
          <p:nvPicPr>
            <p:cNvPr id="8" name="图片 2"/>
            <p:cNvPicPr>
              <a:picLocks noChangeAspect="1"/>
            </p:cNvPicPr>
            <p:nvPr/>
          </p:nvPicPr>
          <p:blipFill rotWithShape="1"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0" y="508000"/>
              <a:ext cx="12192000" cy="699541"/>
            </a:xfrm>
            <a:prstGeom prst="rect">
              <a:avLst/>
            </a:prstGeom>
          </p:spPr>
        </p:pic>
        <p:sp>
          <p:nvSpPr>
            <p:cNvPr id="9" name="Title 1"/>
            <p:cNvSpPr txBox="1">
              <a:spLocks/>
            </p:cNvSpPr>
            <p:nvPr/>
          </p:nvSpPr>
          <p:spPr>
            <a:xfrm>
              <a:off x="4819479" y="-110126"/>
              <a:ext cx="2553042" cy="2024809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ctr" defTabSz="1176924"/>
              <a:r>
                <a:rPr lang="zh-TW" altLang="en-US" sz="4000" b="1" dirty="0">
                  <a:solidFill>
                    <a:srgbClr val="3C3C3C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架構圖</a:t>
              </a:r>
              <a:endParaRPr lang="en-GB" altLang="zh-CN" sz="4000" b="1" dirty="0">
                <a:solidFill>
                  <a:srgbClr val="3C3C3C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pic>
        <p:nvPicPr>
          <p:cNvPr id="2" name="圖片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632650"/>
            <a:ext cx="12192000" cy="25819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9094681"/>
      </p:ext>
    </p:extLst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1858930"/>
            <a:ext cx="12192000" cy="2971800"/>
          </a:xfrm>
          <a:prstGeom prst="rect">
            <a:avLst/>
          </a:prstGeom>
        </p:spPr>
      </p:pic>
      <p:sp>
        <p:nvSpPr>
          <p:cNvPr id="51" name="TextBox 11"/>
          <p:cNvSpPr txBox="1"/>
          <p:nvPr/>
        </p:nvSpPr>
        <p:spPr>
          <a:xfrm>
            <a:off x="4767648" y="2634671"/>
            <a:ext cx="265670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5400" b="1" dirty="0" smtClean="0">
                <a:solidFill>
                  <a:srgbClr val="7F2E3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PART.</a:t>
            </a:r>
            <a:r>
              <a:rPr lang="en-US" altLang="zh-TW" sz="5400" b="1" dirty="0" smtClean="0">
                <a:solidFill>
                  <a:srgbClr val="7F2E3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3</a:t>
            </a:r>
            <a:endParaRPr lang="zh-CN" altLang="en-US" sz="5400" b="1" dirty="0">
              <a:solidFill>
                <a:srgbClr val="7F2E3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2" name="Subtitle 9"/>
          <p:cNvSpPr txBox="1">
            <a:spLocks/>
          </p:cNvSpPr>
          <p:nvPr/>
        </p:nvSpPr>
        <p:spPr>
          <a:xfrm>
            <a:off x="4223792" y="3535330"/>
            <a:ext cx="3744416" cy="642354"/>
          </a:xfrm>
          <a:prstGeom prst="rect">
            <a:avLst/>
          </a:prstGeom>
        </p:spPr>
        <p:txBody>
          <a:bodyPr vert="horz" wrap="square" lIns="102742" tIns="51371" rIns="102742" bIns="51371" rtlCol="0">
            <a:spAutoFit/>
          </a:bodyPr>
          <a:lstStyle>
            <a:defPPr>
              <a:defRPr lang="zh-CN"/>
            </a:defPPr>
            <a:lvl1pPr indent="0" algn="r" defTabSz="1087444">
              <a:lnSpc>
                <a:spcPct val="100000"/>
              </a:lnSpc>
              <a:spcBef>
                <a:spcPct val="20000"/>
              </a:spcBef>
              <a:buFont typeface="Arial"/>
              <a:buNone/>
              <a:defRPr sz="2000">
                <a:solidFill>
                  <a:schemeClr val="accent2"/>
                </a:solidFill>
                <a:latin typeface="微软雅黑"/>
                <a:ea typeface="微软雅黑"/>
                <a:cs typeface="Open Sans Light"/>
              </a:defRPr>
            </a:lvl1pPr>
            <a:lvl2pPr marL="1087444" indent="0" algn="ctr" defTabSz="1087444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1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2pPr>
            <a:lvl3pPr marL="2174887" indent="0" algn="ctr" defTabSz="1087444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1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3pPr>
            <a:lvl4pPr marL="3262338" indent="0" algn="ctr" defTabSz="1087444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1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4pPr>
            <a:lvl5pPr marL="4349779" indent="0" algn="ctr" defTabSz="1087444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1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5pPr>
            <a:lvl6pPr marL="5437225" indent="0" algn="ctr" defTabSz="1087444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6pPr>
            <a:lvl7pPr marL="6524671" indent="0" algn="ctr" defTabSz="1087444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7pPr>
            <a:lvl8pPr marL="7612115" indent="0" algn="ctr" defTabSz="1087444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8pPr>
            <a:lvl9pPr marL="8699558" indent="0" algn="ctr" defTabSz="1087444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algn="ctr"/>
            <a:r>
              <a:rPr lang="zh-TW" altLang="en-US" sz="3500" b="1" dirty="0">
                <a:solidFill>
                  <a:srgbClr val="3C3C3C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交易邏輯</a:t>
            </a:r>
            <a:endParaRPr lang="zh-CN" altLang="en-US" sz="3500" b="1" dirty="0">
              <a:solidFill>
                <a:srgbClr val="3C3C3C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792652915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xmlns="" Requires="p15">
      <p:transition xmlns:p14="http://schemas.microsoft.com/office/powerpoint/2010/main" spd="slow" p14:dur="1250">
        <p15:prstTrans prst="pageCurlDoubl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群組 8"/>
          <p:cNvGrpSpPr/>
          <p:nvPr/>
        </p:nvGrpSpPr>
        <p:grpSpPr>
          <a:xfrm>
            <a:off x="0" y="-5951"/>
            <a:ext cx="12192000" cy="2024809"/>
            <a:chOff x="0" y="-110126"/>
            <a:chExt cx="12192000" cy="2024809"/>
          </a:xfrm>
        </p:grpSpPr>
        <p:pic>
          <p:nvPicPr>
            <p:cNvPr id="10" name="图片 2"/>
            <p:cNvPicPr>
              <a:picLocks noChangeAspect="1"/>
            </p:cNvPicPr>
            <p:nvPr/>
          </p:nvPicPr>
          <p:blipFill rotWithShape="1"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0" y="508000"/>
              <a:ext cx="12192000" cy="699541"/>
            </a:xfrm>
            <a:prstGeom prst="rect">
              <a:avLst/>
            </a:prstGeom>
          </p:spPr>
        </p:pic>
        <p:sp>
          <p:nvSpPr>
            <p:cNvPr id="11" name="Title 1"/>
            <p:cNvSpPr txBox="1">
              <a:spLocks/>
            </p:cNvSpPr>
            <p:nvPr/>
          </p:nvSpPr>
          <p:spPr>
            <a:xfrm>
              <a:off x="4819479" y="-110126"/>
              <a:ext cx="2553042" cy="2024809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ctr" defTabSz="1176924"/>
              <a:r>
                <a:rPr lang="zh-TW" altLang="en-US" sz="4000" b="1" dirty="0">
                  <a:solidFill>
                    <a:srgbClr val="3C3C3C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交易邏輯</a:t>
              </a:r>
              <a:endParaRPr lang="en-GB" altLang="zh-CN" sz="4000" b="1" dirty="0">
                <a:solidFill>
                  <a:srgbClr val="3C3C3C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grpSp>
        <p:nvGrpSpPr>
          <p:cNvPr id="36" name="群組 35"/>
          <p:cNvGrpSpPr/>
          <p:nvPr/>
        </p:nvGrpSpPr>
        <p:grpSpPr>
          <a:xfrm>
            <a:off x="2223054" y="1743657"/>
            <a:ext cx="7745892" cy="4581745"/>
            <a:chOff x="2477704" y="1732082"/>
            <a:chExt cx="7745892" cy="4581745"/>
          </a:xfrm>
        </p:grpSpPr>
        <p:grpSp>
          <p:nvGrpSpPr>
            <p:cNvPr id="34" name="群組 33"/>
            <p:cNvGrpSpPr/>
            <p:nvPr/>
          </p:nvGrpSpPr>
          <p:grpSpPr>
            <a:xfrm>
              <a:off x="2477704" y="1831398"/>
              <a:ext cx="2410064" cy="4385500"/>
              <a:chOff x="2535579" y="1831398"/>
              <a:chExt cx="2410064" cy="4385500"/>
            </a:xfrm>
          </p:grpSpPr>
          <p:grpSp>
            <p:nvGrpSpPr>
              <p:cNvPr id="7" name="Group 6"/>
              <p:cNvGrpSpPr/>
              <p:nvPr/>
            </p:nvGrpSpPr>
            <p:grpSpPr>
              <a:xfrm>
                <a:off x="2540068" y="5502962"/>
                <a:ext cx="2405575" cy="713936"/>
                <a:chOff x="8305802" y="2818812"/>
                <a:chExt cx="2405575" cy="713936"/>
              </a:xfrm>
            </p:grpSpPr>
            <p:sp>
              <p:nvSpPr>
                <p:cNvPr id="8" name="Rectangle 10"/>
                <p:cNvSpPr/>
                <p:nvPr/>
              </p:nvSpPr>
              <p:spPr>
                <a:xfrm>
                  <a:off x="8305802" y="2818812"/>
                  <a:ext cx="2405575" cy="713936"/>
                </a:xfrm>
                <a:prstGeom prst="rect">
                  <a:avLst/>
                </a:prstGeom>
                <a:solidFill>
                  <a:srgbClr val="363636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4" name="TextBox 18"/>
                <p:cNvSpPr txBox="1"/>
                <p:nvPr/>
              </p:nvSpPr>
              <p:spPr>
                <a:xfrm>
                  <a:off x="9006440" y="2944874"/>
                  <a:ext cx="1467068" cy="4770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zh-TW" altLang="en-US" sz="2500" b="1" dirty="0" smtClean="0">
                      <a:solidFill>
                        <a:schemeClr val="bg1"/>
                      </a:solidFill>
                      <a:latin typeface="微軟正黑體" panose="020B0604030504040204" pitchFamily="34" charset="-120"/>
                      <a:ea typeface="微軟正黑體" panose="020B0604030504040204" pitchFamily="34" charset="-120"/>
                    </a:rPr>
                    <a:t>停利條件</a:t>
                  </a:r>
                  <a:endParaRPr lang="en-GB" sz="2500" b="1" dirty="0">
                    <a:solidFill>
                      <a:schemeClr val="bg1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</a:endParaRPr>
                </a:p>
              </p:txBody>
            </p:sp>
            <p:sp>
              <p:nvSpPr>
                <p:cNvPr id="15" name="Freeform 19"/>
                <p:cNvSpPr>
                  <a:spLocks noEditPoints="1"/>
                </p:cNvSpPr>
                <p:nvPr/>
              </p:nvSpPr>
              <p:spPr bwMode="auto">
                <a:xfrm>
                  <a:off x="8513920" y="2995442"/>
                  <a:ext cx="320594" cy="362576"/>
                </a:xfrm>
                <a:custGeom>
                  <a:avLst/>
                  <a:gdLst>
                    <a:gd name="T0" fmla="*/ 20 w 78"/>
                    <a:gd name="T1" fmla="*/ 7 h 88"/>
                    <a:gd name="T2" fmla="*/ 20 w 78"/>
                    <a:gd name="T3" fmla="*/ 11 h 88"/>
                    <a:gd name="T4" fmla="*/ 5 w 78"/>
                    <a:gd name="T5" fmla="*/ 6 h 88"/>
                    <a:gd name="T6" fmla="*/ 1 w 78"/>
                    <a:gd name="T7" fmla="*/ 8 h 88"/>
                    <a:gd name="T8" fmla="*/ 0 w 78"/>
                    <a:gd name="T9" fmla="*/ 20 h 88"/>
                    <a:gd name="T10" fmla="*/ 3 w 78"/>
                    <a:gd name="T11" fmla="*/ 38 h 88"/>
                    <a:gd name="T12" fmla="*/ 17 w 78"/>
                    <a:gd name="T13" fmla="*/ 49 h 88"/>
                    <a:gd name="T14" fmla="*/ 20 w 78"/>
                    <a:gd name="T15" fmla="*/ 50 h 88"/>
                    <a:gd name="T16" fmla="*/ 20 w 78"/>
                    <a:gd name="T17" fmla="*/ 49 h 88"/>
                    <a:gd name="T18" fmla="*/ 31 w 78"/>
                    <a:gd name="T19" fmla="*/ 52 h 88"/>
                    <a:gd name="T20" fmla="*/ 31 w 78"/>
                    <a:gd name="T21" fmla="*/ 64 h 88"/>
                    <a:gd name="T22" fmla="*/ 27 w 78"/>
                    <a:gd name="T23" fmla="*/ 64 h 88"/>
                    <a:gd name="T24" fmla="*/ 27 w 78"/>
                    <a:gd name="T25" fmla="*/ 68 h 88"/>
                    <a:gd name="T26" fmla="*/ 15 w 78"/>
                    <a:gd name="T27" fmla="*/ 68 h 88"/>
                    <a:gd name="T28" fmla="*/ 15 w 78"/>
                    <a:gd name="T29" fmla="*/ 88 h 88"/>
                    <a:gd name="T30" fmla="*/ 64 w 78"/>
                    <a:gd name="T31" fmla="*/ 88 h 88"/>
                    <a:gd name="T32" fmla="*/ 64 w 78"/>
                    <a:gd name="T33" fmla="*/ 68 h 88"/>
                    <a:gd name="T34" fmla="*/ 52 w 78"/>
                    <a:gd name="T35" fmla="*/ 68 h 88"/>
                    <a:gd name="T36" fmla="*/ 52 w 78"/>
                    <a:gd name="T37" fmla="*/ 64 h 88"/>
                    <a:gd name="T38" fmla="*/ 47 w 78"/>
                    <a:gd name="T39" fmla="*/ 64 h 88"/>
                    <a:gd name="T40" fmla="*/ 47 w 78"/>
                    <a:gd name="T41" fmla="*/ 52 h 88"/>
                    <a:gd name="T42" fmla="*/ 58 w 78"/>
                    <a:gd name="T43" fmla="*/ 49 h 88"/>
                    <a:gd name="T44" fmla="*/ 58 w 78"/>
                    <a:gd name="T45" fmla="*/ 50 h 88"/>
                    <a:gd name="T46" fmla="*/ 61 w 78"/>
                    <a:gd name="T47" fmla="*/ 49 h 88"/>
                    <a:gd name="T48" fmla="*/ 75 w 78"/>
                    <a:gd name="T49" fmla="*/ 38 h 88"/>
                    <a:gd name="T50" fmla="*/ 78 w 78"/>
                    <a:gd name="T51" fmla="*/ 20 h 88"/>
                    <a:gd name="T52" fmla="*/ 77 w 78"/>
                    <a:gd name="T53" fmla="*/ 8 h 88"/>
                    <a:gd name="T54" fmla="*/ 73 w 78"/>
                    <a:gd name="T55" fmla="*/ 6 h 88"/>
                    <a:gd name="T56" fmla="*/ 58 w 78"/>
                    <a:gd name="T57" fmla="*/ 11 h 88"/>
                    <a:gd name="T58" fmla="*/ 58 w 78"/>
                    <a:gd name="T59" fmla="*/ 7 h 88"/>
                    <a:gd name="T60" fmla="*/ 60 w 78"/>
                    <a:gd name="T61" fmla="*/ 7 h 88"/>
                    <a:gd name="T62" fmla="*/ 60 w 78"/>
                    <a:gd name="T63" fmla="*/ 0 h 88"/>
                    <a:gd name="T64" fmla="*/ 17 w 78"/>
                    <a:gd name="T65" fmla="*/ 0 h 88"/>
                    <a:gd name="T66" fmla="*/ 17 w 78"/>
                    <a:gd name="T67" fmla="*/ 7 h 88"/>
                    <a:gd name="T68" fmla="*/ 20 w 78"/>
                    <a:gd name="T69" fmla="*/ 7 h 88"/>
                    <a:gd name="T70" fmla="*/ 63 w 78"/>
                    <a:gd name="T71" fmla="*/ 42 h 88"/>
                    <a:gd name="T72" fmla="*/ 59 w 78"/>
                    <a:gd name="T73" fmla="*/ 20 h 88"/>
                    <a:gd name="T74" fmla="*/ 61 w 78"/>
                    <a:gd name="T75" fmla="*/ 22 h 88"/>
                    <a:gd name="T76" fmla="*/ 66 w 78"/>
                    <a:gd name="T77" fmla="*/ 18 h 88"/>
                    <a:gd name="T78" fmla="*/ 64 w 78"/>
                    <a:gd name="T79" fmla="*/ 16 h 88"/>
                    <a:gd name="T80" fmla="*/ 71 w 78"/>
                    <a:gd name="T81" fmla="*/ 13 h 88"/>
                    <a:gd name="T82" fmla="*/ 72 w 78"/>
                    <a:gd name="T83" fmla="*/ 20 h 88"/>
                    <a:gd name="T84" fmla="*/ 69 w 78"/>
                    <a:gd name="T85" fmla="*/ 36 h 88"/>
                    <a:gd name="T86" fmla="*/ 63 w 78"/>
                    <a:gd name="T87" fmla="*/ 42 h 88"/>
                    <a:gd name="T88" fmla="*/ 19 w 78"/>
                    <a:gd name="T89" fmla="*/ 20 h 88"/>
                    <a:gd name="T90" fmla="*/ 15 w 78"/>
                    <a:gd name="T91" fmla="*/ 42 h 88"/>
                    <a:gd name="T92" fmla="*/ 9 w 78"/>
                    <a:gd name="T93" fmla="*/ 36 h 88"/>
                    <a:gd name="T94" fmla="*/ 6 w 78"/>
                    <a:gd name="T95" fmla="*/ 20 h 88"/>
                    <a:gd name="T96" fmla="*/ 7 w 78"/>
                    <a:gd name="T97" fmla="*/ 13 h 88"/>
                    <a:gd name="T98" fmla="*/ 14 w 78"/>
                    <a:gd name="T99" fmla="*/ 16 h 88"/>
                    <a:gd name="T100" fmla="*/ 12 w 78"/>
                    <a:gd name="T101" fmla="*/ 18 h 88"/>
                    <a:gd name="T102" fmla="*/ 17 w 78"/>
                    <a:gd name="T103" fmla="*/ 22 h 88"/>
                    <a:gd name="T104" fmla="*/ 19 w 78"/>
                    <a:gd name="T105" fmla="*/ 20 h 88"/>
                    <a:gd name="T106" fmla="*/ 32 w 78"/>
                    <a:gd name="T107" fmla="*/ 10 h 88"/>
                    <a:gd name="T108" fmla="*/ 32 w 78"/>
                    <a:gd name="T109" fmla="*/ 45 h 88"/>
                    <a:gd name="T110" fmla="*/ 25 w 78"/>
                    <a:gd name="T111" fmla="*/ 41 h 88"/>
                    <a:gd name="T112" fmla="*/ 28 w 78"/>
                    <a:gd name="T113" fmla="*/ 14 h 88"/>
                    <a:gd name="T114" fmla="*/ 28 w 78"/>
                    <a:gd name="T115" fmla="*/ 10 h 88"/>
                    <a:gd name="T116" fmla="*/ 32 w 78"/>
                    <a:gd name="T117" fmla="*/ 10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  <a:cxn ang="0">
                      <a:pos x="T114" y="T115"/>
                    </a:cxn>
                    <a:cxn ang="0">
                      <a:pos x="T116" y="T117"/>
                    </a:cxn>
                  </a:cxnLst>
                  <a:rect l="0" t="0" r="r" b="b"/>
                  <a:pathLst>
                    <a:path w="78" h="88">
                      <a:moveTo>
                        <a:pt x="20" y="7"/>
                      </a:moveTo>
                      <a:cubicBezTo>
                        <a:pt x="20" y="8"/>
                        <a:pt x="21" y="10"/>
                        <a:pt x="20" y="11"/>
                      </a:cubicBezTo>
                      <a:cubicBezTo>
                        <a:pt x="5" y="6"/>
                        <a:pt x="5" y="6"/>
                        <a:pt x="5" y="6"/>
                      </a:cubicBezTo>
                      <a:cubicBezTo>
                        <a:pt x="1" y="8"/>
                        <a:pt x="1" y="8"/>
                        <a:pt x="1" y="8"/>
                      </a:cubicBezTo>
                      <a:cubicBezTo>
                        <a:pt x="0" y="11"/>
                        <a:pt x="0" y="16"/>
                        <a:pt x="0" y="20"/>
                      </a:cubicBezTo>
                      <a:cubicBezTo>
                        <a:pt x="0" y="26"/>
                        <a:pt x="1" y="33"/>
                        <a:pt x="3" y="38"/>
                      </a:cubicBezTo>
                      <a:cubicBezTo>
                        <a:pt x="6" y="44"/>
                        <a:pt x="10" y="48"/>
                        <a:pt x="17" y="49"/>
                      </a:cubicBezTo>
                      <a:cubicBezTo>
                        <a:pt x="18" y="50"/>
                        <a:pt x="19" y="50"/>
                        <a:pt x="20" y="50"/>
                      </a:cubicBezTo>
                      <a:cubicBezTo>
                        <a:pt x="20" y="49"/>
                        <a:pt x="20" y="49"/>
                        <a:pt x="20" y="49"/>
                      </a:cubicBezTo>
                      <a:cubicBezTo>
                        <a:pt x="22" y="51"/>
                        <a:pt x="26" y="52"/>
                        <a:pt x="31" y="52"/>
                      </a:cubicBezTo>
                      <a:cubicBezTo>
                        <a:pt x="31" y="64"/>
                        <a:pt x="31" y="64"/>
                        <a:pt x="31" y="64"/>
                      </a:cubicBezTo>
                      <a:cubicBezTo>
                        <a:pt x="27" y="64"/>
                        <a:pt x="27" y="64"/>
                        <a:pt x="27" y="64"/>
                      </a:cubicBezTo>
                      <a:cubicBezTo>
                        <a:pt x="27" y="68"/>
                        <a:pt x="27" y="68"/>
                        <a:pt x="27" y="68"/>
                      </a:cubicBezTo>
                      <a:cubicBezTo>
                        <a:pt x="15" y="68"/>
                        <a:pt x="15" y="68"/>
                        <a:pt x="15" y="68"/>
                      </a:cubicBezTo>
                      <a:cubicBezTo>
                        <a:pt x="15" y="88"/>
                        <a:pt x="15" y="88"/>
                        <a:pt x="15" y="88"/>
                      </a:cubicBezTo>
                      <a:cubicBezTo>
                        <a:pt x="64" y="88"/>
                        <a:pt x="64" y="88"/>
                        <a:pt x="64" y="88"/>
                      </a:cubicBezTo>
                      <a:cubicBezTo>
                        <a:pt x="64" y="68"/>
                        <a:pt x="64" y="68"/>
                        <a:pt x="64" y="68"/>
                      </a:cubicBezTo>
                      <a:cubicBezTo>
                        <a:pt x="52" y="68"/>
                        <a:pt x="52" y="68"/>
                        <a:pt x="52" y="68"/>
                      </a:cubicBezTo>
                      <a:cubicBezTo>
                        <a:pt x="52" y="64"/>
                        <a:pt x="52" y="64"/>
                        <a:pt x="52" y="64"/>
                      </a:cubicBezTo>
                      <a:cubicBezTo>
                        <a:pt x="47" y="64"/>
                        <a:pt x="47" y="64"/>
                        <a:pt x="47" y="64"/>
                      </a:cubicBezTo>
                      <a:cubicBezTo>
                        <a:pt x="47" y="52"/>
                        <a:pt x="47" y="52"/>
                        <a:pt x="47" y="52"/>
                      </a:cubicBezTo>
                      <a:cubicBezTo>
                        <a:pt x="52" y="52"/>
                        <a:pt x="56" y="51"/>
                        <a:pt x="58" y="49"/>
                      </a:cubicBezTo>
                      <a:cubicBezTo>
                        <a:pt x="58" y="50"/>
                        <a:pt x="58" y="50"/>
                        <a:pt x="58" y="50"/>
                      </a:cubicBezTo>
                      <a:cubicBezTo>
                        <a:pt x="59" y="50"/>
                        <a:pt x="60" y="50"/>
                        <a:pt x="61" y="49"/>
                      </a:cubicBezTo>
                      <a:cubicBezTo>
                        <a:pt x="68" y="48"/>
                        <a:pt x="72" y="44"/>
                        <a:pt x="75" y="38"/>
                      </a:cubicBezTo>
                      <a:cubicBezTo>
                        <a:pt x="77" y="33"/>
                        <a:pt x="78" y="26"/>
                        <a:pt x="78" y="20"/>
                      </a:cubicBezTo>
                      <a:cubicBezTo>
                        <a:pt x="78" y="16"/>
                        <a:pt x="78" y="11"/>
                        <a:pt x="77" y="8"/>
                      </a:cubicBezTo>
                      <a:cubicBezTo>
                        <a:pt x="73" y="6"/>
                        <a:pt x="73" y="6"/>
                        <a:pt x="73" y="6"/>
                      </a:cubicBezTo>
                      <a:cubicBezTo>
                        <a:pt x="58" y="11"/>
                        <a:pt x="58" y="11"/>
                        <a:pt x="58" y="11"/>
                      </a:cubicBezTo>
                      <a:cubicBezTo>
                        <a:pt x="57" y="10"/>
                        <a:pt x="58" y="8"/>
                        <a:pt x="58" y="7"/>
                      </a:cubicBezTo>
                      <a:cubicBezTo>
                        <a:pt x="60" y="7"/>
                        <a:pt x="60" y="7"/>
                        <a:pt x="60" y="7"/>
                      </a:cubicBezTo>
                      <a:cubicBezTo>
                        <a:pt x="60" y="0"/>
                        <a:pt x="60" y="0"/>
                        <a:pt x="60" y="0"/>
                      </a:cubicBezTo>
                      <a:cubicBezTo>
                        <a:pt x="17" y="0"/>
                        <a:pt x="17" y="0"/>
                        <a:pt x="17" y="0"/>
                      </a:cubicBezTo>
                      <a:cubicBezTo>
                        <a:pt x="17" y="7"/>
                        <a:pt x="17" y="7"/>
                        <a:pt x="17" y="7"/>
                      </a:cubicBezTo>
                      <a:cubicBezTo>
                        <a:pt x="20" y="7"/>
                        <a:pt x="20" y="7"/>
                        <a:pt x="20" y="7"/>
                      </a:cubicBezTo>
                      <a:close/>
                      <a:moveTo>
                        <a:pt x="63" y="42"/>
                      </a:moveTo>
                      <a:cubicBezTo>
                        <a:pt x="64" y="36"/>
                        <a:pt x="60" y="28"/>
                        <a:pt x="59" y="20"/>
                      </a:cubicBezTo>
                      <a:cubicBezTo>
                        <a:pt x="61" y="22"/>
                        <a:pt x="61" y="22"/>
                        <a:pt x="61" y="22"/>
                      </a:cubicBezTo>
                      <a:cubicBezTo>
                        <a:pt x="66" y="18"/>
                        <a:pt x="66" y="18"/>
                        <a:pt x="66" y="18"/>
                      </a:cubicBezTo>
                      <a:cubicBezTo>
                        <a:pt x="64" y="16"/>
                        <a:pt x="64" y="16"/>
                        <a:pt x="64" y="16"/>
                      </a:cubicBezTo>
                      <a:cubicBezTo>
                        <a:pt x="71" y="13"/>
                        <a:pt x="71" y="13"/>
                        <a:pt x="71" y="13"/>
                      </a:cubicBezTo>
                      <a:cubicBezTo>
                        <a:pt x="72" y="15"/>
                        <a:pt x="72" y="18"/>
                        <a:pt x="72" y="20"/>
                      </a:cubicBezTo>
                      <a:cubicBezTo>
                        <a:pt x="71" y="26"/>
                        <a:pt x="71" y="31"/>
                        <a:pt x="69" y="36"/>
                      </a:cubicBezTo>
                      <a:cubicBezTo>
                        <a:pt x="67" y="39"/>
                        <a:pt x="65" y="41"/>
                        <a:pt x="63" y="42"/>
                      </a:cubicBezTo>
                      <a:close/>
                      <a:moveTo>
                        <a:pt x="19" y="20"/>
                      </a:moveTo>
                      <a:cubicBezTo>
                        <a:pt x="17" y="28"/>
                        <a:pt x="14" y="36"/>
                        <a:pt x="15" y="42"/>
                      </a:cubicBezTo>
                      <a:cubicBezTo>
                        <a:pt x="13" y="41"/>
                        <a:pt x="11" y="39"/>
                        <a:pt x="9" y="36"/>
                      </a:cubicBezTo>
                      <a:cubicBezTo>
                        <a:pt x="7" y="31"/>
                        <a:pt x="6" y="26"/>
                        <a:pt x="6" y="20"/>
                      </a:cubicBezTo>
                      <a:cubicBezTo>
                        <a:pt x="6" y="18"/>
                        <a:pt x="6" y="15"/>
                        <a:pt x="7" y="13"/>
                      </a:cubicBezTo>
                      <a:cubicBezTo>
                        <a:pt x="14" y="16"/>
                        <a:pt x="14" y="16"/>
                        <a:pt x="14" y="16"/>
                      </a:cubicBezTo>
                      <a:cubicBezTo>
                        <a:pt x="12" y="18"/>
                        <a:pt x="12" y="18"/>
                        <a:pt x="12" y="18"/>
                      </a:cubicBezTo>
                      <a:cubicBezTo>
                        <a:pt x="17" y="22"/>
                        <a:pt x="17" y="22"/>
                        <a:pt x="17" y="22"/>
                      </a:cubicBezTo>
                      <a:cubicBezTo>
                        <a:pt x="19" y="20"/>
                        <a:pt x="19" y="20"/>
                        <a:pt x="19" y="20"/>
                      </a:cubicBezTo>
                      <a:close/>
                      <a:moveTo>
                        <a:pt x="32" y="10"/>
                      </a:moveTo>
                      <a:cubicBezTo>
                        <a:pt x="32" y="45"/>
                        <a:pt x="32" y="45"/>
                        <a:pt x="32" y="45"/>
                      </a:cubicBezTo>
                      <a:cubicBezTo>
                        <a:pt x="32" y="45"/>
                        <a:pt x="27" y="45"/>
                        <a:pt x="25" y="41"/>
                      </a:cubicBezTo>
                      <a:cubicBezTo>
                        <a:pt x="24" y="37"/>
                        <a:pt x="28" y="16"/>
                        <a:pt x="28" y="14"/>
                      </a:cubicBezTo>
                      <a:cubicBezTo>
                        <a:pt x="28" y="13"/>
                        <a:pt x="28" y="10"/>
                        <a:pt x="28" y="10"/>
                      </a:cubicBezTo>
                      <a:lnTo>
                        <a:pt x="32" y="10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>
                    <a:solidFill>
                      <a:schemeClr val="bg1"/>
                    </a:solidFill>
                  </a:endParaRPr>
                </a:p>
              </p:txBody>
            </p:sp>
          </p:grpSp>
          <p:grpSp>
            <p:nvGrpSpPr>
              <p:cNvPr id="16" name="Group 13"/>
              <p:cNvGrpSpPr/>
              <p:nvPr/>
            </p:nvGrpSpPr>
            <p:grpSpPr>
              <a:xfrm>
                <a:off x="2535579" y="1831398"/>
                <a:ext cx="2405575" cy="713936"/>
                <a:chOff x="858128" y="2888261"/>
                <a:chExt cx="2405575" cy="713936"/>
              </a:xfrm>
            </p:grpSpPr>
            <p:sp>
              <p:nvSpPr>
                <p:cNvPr id="17" name="Rectangle 7"/>
                <p:cNvSpPr/>
                <p:nvPr/>
              </p:nvSpPr>
              <p:spPr>
                <a:xfrm>
                  <a:off x="858128" y="2888261"/>
                  <a:ext cx="2405575" cy="713936"/>
                </a:xfrm>
                <a:prstGeom prst="rect">
                  <a:avLst/>
                </a:prstGeom>
                <a:solidFill>
                  <a:srgbClr val="7F2E3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8" name="TextBox 15"/>
                <p:cNvSpPr txBox="1"/>
                <p:nvPr/>
              </p:nvSpPr>
              <p:spPr>
                <a:xfrm>
                  <a:off x="1539280" y="3006702"/>
                  <a:ext cx="1467068" cy="4770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zh-TW" altLang="en-US" sz="2500" b="1" dirty="0">
                      <a:solidFill>
                        <a:schemeClr val="bg1"/>
                      </a:solidFill>
                      <a:latin typeface="微軟正黑體" panose="020B0604030504040204" pitchFamily="34" charset="-120"/>
                      <a:ea typeface="微軟正黑體" panose="020B0604030504040204" pitchFamily="34" charset="-120"/>
                    </a:rPr>
                    <a:t>回測標的</a:t>
                  </a:r>
                  <a:endParaRPr lang="en-GB" sz="2500" b="1" dirty="0">
                    <a:solidFill>
                      <a:schemeClr val="bg1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</a:endParaRPr>
                </a:p>
              </p:txBody>
            </p:sp>
            <p:sp>
              <p:nvSpPr>
                <p:cNvPr id="19" name="Freeform 20"/>
                <p:cNvSpPr>
                  <a:spLocks noEditPoints="1"/>
                </p:cNvSpPr>
                <p:nvPr/>
              </p:nvSpPr>
              <p:spPr bwMode="auto">
                <a:xfrm>
                  <a:off x="1111197" y="3026729"/>
                  <a:ext cx="276702" cy="437000"/>
                </a:xfrm>
                <a:custGeom>
                  <a:avLst/>
                  <a:gdLst>
                    <a:gd name="T0" fmla="*/ 57 w 67"/>
                    <a:gd name="T1" fmla="*/ 10 h 106"/>
                    <a:gd name="T2" fmla="*/ 62 w 67"/>
                    <a:gd name="T3" fmla="*/ 51 h 106"/>
                    <a:gd name="T4" fmla="*/ 51 w 67"/>
                    <a:gd name="T5" fmla="*/ 66 h 106"/>
                    <a:gd name="T6" fmla="*/ 55 w 67"/>
                    <a:gd name="T7" fmla="*/ 65 h 106"/>
                    <a:gd name="T8" fmla="*/ 57 w 67"/>
                    <a:gd name="T9" fmla="*/ 73 h 106"/>
                    <a:gd name="T10" fmla="*/ 56 w 67"/>
                    <a:gd name="T11" fmla="*/ 80 h 106"/>
                    <a:gd name="T12" fmla="*/ 57 w 67"/>
                    <a:gd name="T13" fmla="*/ 86 h 106"/>
                    <a:gd name="T14" fmla="*/ 55 w 67"/>
                    <a:gd name="T15" fmla="*/ 93 h 106"/>
                    <a:gd name="T16" fmla="*/ 15 w 67"/>
                    <a:gd name="T17" fmla="*/ 97 h 106"/>
                    <a:gd name="T18" fmla="*/ 12 w 67"/>
                    <a:gd name="T19" fmla="*/ 95 h 106"/>
                    <a:gd name="T20" fmla="*/ 12 w 67"/>
                    <a:gd name="T21" fmla="*/ 83 h 106"/>
                    <a:gd name="T22" fmla="*/ 12 w 67"/>
                    <a:gd name="T23" fmla="*/ 82 h 106"/>
                    <a:gd name="T24" fmla="*/ 12 w 67"/>
                    <a:gd name="T25" fmla="*/ 71 h 106"/>
                    <a:gd name="T26" fmla="*/ 15 w 67"/>
                    <a:gd name="T27" fmla="*/ 69 h 106"/>
                    <a:gd name="T28" fmla="*/ 16 w 67"/>
                    <a:gd name="T29" fmla="*/ 63 h 106"/>
                    <a:gd name="T30" fmla="*/ 0 w 67"/>
                    <a:gd name="T31" fmla="*/ 34 h 106"/>
                    <a:gd name="T32" fmla="*/ 33 w 67"/>
                    <a:gd name="T33" fmla="*/ 0 h 106"/>
                    <a:gd name="T34" fmla="*/ 28 w 67"/>
                    <a:gd name="T35" fmla="*/ 41 h 106"/>
                    <a:gd name="T36" fmla="*/ 30 w 67"/>
                    <a:gd name="T37" fmla="*/ 39 h 106"/>
                    <a:gd name="T38" fmla="*/ 33 w 67"/>
                    <a:gd name="T39" fmla="*/ 41 h 106"/>
                    <a:gd name="T40" fmla="*/ 36 w 67"/>
                    <a:gd name="T41" fmla="*/ 39 h 106"/>
                    <a:gd name="T42" fmla="*/ 39 w 67"/>
                    <a:gd name="T43" fmla="*/ 41 h 106"/>
                    <a:gd name="T44" fmla="*/ 43 w 67"/>
                    <a:gd name="T45" fmla="*/ 38 h 106"/>
                    <a:gd name="T46" fmla="*/ 39 w 67"/>
                    <a:gd name="T47" fmla="*/ 52 h 106"/>
                    <a:gd name="T48" fmla="*/ 44 w 67"/>
                    <a:gd name="T49" fmla="*/ 66 h 106"/>
                    <a:gd name="T50" fmla="*/ 44 w 67"/>
                    <a:gd name="T51" fmla="*/ 58 h 106"/>
                    <a:gd name="T52" fmla="*/ 56 w 67"/>
                    <a:gd name="T53" fmla="*/ 47 h 106"/>
                    <a:gd name="T54" fmla="*/ 52 w 67"/>
                    <a:gd name="T55" fmla="*/ 15 h 106"/>
                    <a:gd name="T56" fmla="*/ 15 w 67"/>
                    <a:gd name="T57" fmla="*/ 15 h 106"/>
                    <a:gd name="T58" fmla="*/ 11 w 67"/>
                    <a:gd name="T59" fmla="*/ 48 h 106"/>
                    <a:gd name="T60" fmla="*/ 23 w 67"/>
                    <a:gd name="T61" fmla="*/ 59 h 106"/>
                    <a:gd name="T62" fmla="*/ 23 w 67"/>
                    <a:gd name="T63" fmla="*/ 67 h 106"/>
                    <a:gd name="T64" fmla="*/ 29 w 67"/>
                    <a:gd name="T65" fmla="*/ 52 h 106"/>
                    <a:gd name="T66" fmla="*/ 25 w 67"/>
                    <a:gd name="T67" fmla="*/ 38 h 106"/>
                    <a:gd name="T68" fmla="*/ 40 w 67"/>
                    <a:gd name="T69" fmla="*/ 43 h 106"/>
                    <a:gd name="T70" fmla="*/ 36 w 67"/>
                    <a:gd name="T71" fmla="*/ 42 h 106"/>
                    <a:gd name="T72" fmla="*/ 30 w 67"/>
                    <a:gd name="T73" fmla="*/ 42 h 106"/>
                    <a:gd name="T74" fmla="*/ 27 w 67"/>
                    <a:gd name="T75" fmla="*/ 42 h 106"/>
                    <a:gd name="T76" fmla="*/ 32 w 67"/>
                    <a:gd name="T77" fmla="*/ 51 h 106"/>
                    <a:gd name="T78" fmla="*/ 32 w 67"/>
                    <a:gd name="T79" fmla="*/ 67 h 106"/>
                    <a:gd name="T80" fmla="*/ 35 w 67"/>
                    <a:gd name="T81" fmla="*/ 51 h 106"/>
                    <a:gd name="T82" fmla="*/ 35 w 67"/>
                    <a:gd name="T83" fmla="*/ 50 h 106"/>
                    <a:gd name="T84" fmla="*/ 43 w 67"/>
                    <a:gd name="T85" fmla="*/ 96 h 106"/>
                    <a:gd name="T86" fmla="*/ 34 w 67"/>
                    <a:gd name="T87" fmla="*/ 106 h 106"/>
                    <a:gd name="T88" fmla="*/ 43 w 67"/>
                    <a:gd name="T89" fmla="*/ 96 h 106"/>
                    <a:gd name="T90" fmla="*/ 17 w 67"/>
                    <a:gd name="T91" fmla="*/ 88 h 106"/>
                    <a:gd name="T92" fmla="*/ 17 w 67"/>
                    <a:gd name="T93" fmla="*/ 90 h 106"/>
                    <a:gd name="T94" fmla="*/ 50 w 67"/>
                    <a:gd name="T95" fmla="*/ 86 h 106"/>
                    <a:gd name="T96" fmla="*/ 50 w 67"/>
                    <a:gd name="T97" fmla="*/ 73 h 106"/>
                    <a:gd name="T98" fmla="*/ 17 w 67"/>
                    <a:gd name="T99" fmla="*/ 77 h 106"/>
                    <a:gd name="T100" fmla="*/ 50 w 67"/>
                    <a:gd name="T101" fmla="*/ 74 h 106"/>
                    <a:gd name="T102" fmla="*/ 50 w 67"/>
                    <a:gd name="T103" fmla="*/ 73 h 10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</a:cxnLst>
                  <a:rect l="0" t="0" r="r" b="b"/>
                  <a:pathLst>
                    <a:path w="67" h="106">
                      <a:moveTo>
                        <a:pt x="33" y="0"/>
                      </a:moveTo>
                      <a:cubicBezTo>
                        <a:pt x="43" y="0"/>
                        <a:pt x="51" y="4"/>
                        <a:pt x="57" y="10"/>
                      </a:cubicBezTo>
                      <a:cubicBezTo>
                        <a:pt x="63" y="16"/>
                        <a:pt x="67" y="25"/>
                        <a:pt x="67" y="34"/>
                      </a:cubicBezTo>
                      <a:cubicBezTo>
                        <a:pt x="67" y="40"/>
                        <a:pt x="65" y="46"/>
                        <a:pt x="62" y="51"/>
                      </a:cubicBezTo>
                      <a:cubicBezTo>
                        <a:pt x="59" y="56"/>
                        <a:pt x="56" y="59"/>
                        <a:pt x="51" y="62"/>
                      </a:cubicBezTo>
                      <a:cubicBezTo>
                        <a:pt x="51" y="66"/>
                        <a:pt x="51" y="66"/>
                        <a:pt x="51" y="66"/>
                      </a:cubicBezTo>
                      <a:cubicBezTo>
                        <a:pt x="53" y="66"/>
                        <a:pt x="53" y="66"/>
                        <a:pt x="53" y="66"/>
                      </a:cubicBezTo>
                      <a:cubicBezTo>
                        <a:pt x="55" y="65"/>
                        <a:pt x="55" y="65"/>
                        <a:pt x="55" y="65"/>
                      </a:cubicBezTo>
                      <a:cubicBezTo>
                        <a:pt x="56" y="68"/>
                        <a:pt x="56" y="68"/>
                        <a:pt x="56" y="68"/>
                      </a:cubicBezTo>
                      <a:cubicBezTo>
                        <a:pt x="57" y="70"/>
                        <a:pt x="57" y="72"/>
                        <a:pt x="57" y="73"/>
                      </a:cubicBezTo>
                      <a:cubicBezTo>
                        <a:pt x="57" y="75"/>
                        <a:pt x="57" y="77"/>
                        <a:pt x="56" y="79"/>
                      </a:cubicBezTo>
                      <a:cubicBezTo>
                        <a:pt x="56" y="80"/>
                        <a:pt x="56" y="80"/>
                        <a:pt x="56" y="80"/>
                      </a:cubicBezTo>
                      <a:cubicBezTo>
                        <a:pt x="56" y="80"/>
                        <a:pt x="56" y="80"/>
                        <a:pt x="56" y="80"/>
                      </a:cubicBezTo>
                      <a:cubicBezTo>
                        <a:pt x="57" y="82"/>
                        <a:pt x="57" y="84"/>
                        <a:pt x="57" y="86"/>
                      </a:cubicBezTo>
                      <a:cubicBezTo>
                        <a:pt x="57" y="88"/>
                        <a:pt x="57" y="90"/>
                        <a:pt x="56" y="92"/>
                      </a:cubicBezTo>
                      <a:cubicBezTo>
                        <a:pt x="55" y="93"/>
                        <a:pt x="55" y="93"/>
                        <a:pt x="55" y="93"/>
                      </a:cubicBezTo>
                      <a:cubicBezTo>
                        <a:pt x="53" y="94"/>
                        <a:pt x="53" y="94"/>
                        <a:pt x="53" y="94"/>
                      </a:cubicBezTo>
                      <a:cubicBezTo>
                        <a:pt x="15" y="97"/>
                        <a:pt x="15" y="97"/>
                        <a:pt x="15" y="97"/>
                      </a:cubicBezTo>
                      <a:cubicBezTo>
                        <a:pt x="13" y="97"/>
                        <a:pt x="13" y="97"/>
                        <a:pt x="13" y="97"/>
                      </a:cubicBezTo>
                      <a:cubicBezTo>
                        <a:pt x="12" y="95"/>
                        <a:pt x="12" y="95"/>
                        <a:pt x="12" y="95"/>
                      </a:cubicBezTo>
                      <a:cubicBezTo>
                        <a:pt x="11" y="93"/>
                        <a:pt x="11" y="91"/>
                        <a:pt x="10" y="90"/>
                      </a:cubicBezTo>
                      <a:cubicBezTo>
                        <a:pt x="10" y="88"/>
                        <a:pt x="11" y="86"/>
                        <a:pt x="12" y="83"/>
                      </a:cubicBezTo>
                      <a:cubicBezTo>
                        <a:pt x="12" y="83"/>
                        <a:pt x="12" y="83"/>
                        <a:pt x="12" y="83"/>
                      </a:cubicBezTo>
                      <a:cubicBezTo>
                        <a:pt x="12" y="82"/>
                        <a:pt x="12" y="82"/>
                        <a:pt x="12" y="82"/>
                      </a:cubicBezTo>
                      <a:cubicBezTo>
                        <a:pt x="11" y="81"/>
                        <a:pt x="11" y="79"/>
                        <a:pt x="10" y="77"/>
                      </a:cubicBezTo>
                      <a:cubicBezTo>
                        <a:pt x="10" y="75"/>
                        <a:pt x="11" y="73"/>
                        <a:pt x="12" y="71"/>
                      </a:cubicBezTo>
                      <a:cubicBezTo>
                        <a:pt x="13" y="69"/>
                        <a:pt x="13" y="69"/>
                        <a:pt x="13" y="69"/>
                      </a:cubicBezTo>
                      <a:cubicBezTo>
                        <a:pt x="15" y="69"/>
                        <a:pt x="15" y="69"/>
                        <a:pt x="15" y="69"/>
                      </a:cubicBezTo>
                      <a:cubicBezTo>
                        <a:pt x="16" y="69"/>
                        <a:pt x="16" y="69"/>
                        <a:pt x="16" y="69"/>
                      </a:cubicBezTo>
                      <a:cubicBezTo>
                        <a:pt x="16" y="63"/>
                        <a:pt x="16" y="63"/>
                        <a:pt x="16" y="63"/>
                      </a:cubicBezTo>
                      <a:cubicBezTo>
                        <a:pt x="11" y="60"/>
                        <a:pt x="7" y="56"/>
                        <a:pt x="5" y="51"/>
                      </a:cubicBezTo>
                      <a:cubicBezTo>
                        <a:pt x="2" y="46"/>
                        <a:pt x="0" y="40"/>
                        <a:pt x="0" y="34"/>
                      </a:cubicBezTo>
                      <a:cubicBezTo>
                        <a:pt x="0" y="25"/>
                        <a:pt x="4" y="16"/>
                        <a:pt x="10" y="10"/>
                      </a:cubicBezTo>
                      <a:cubicBezTo>
                        <a:pt x="16" y="4"/>
                        <a:pt x="24" y="0"/>
                        <a:pt x="33" y="0"/>
                      </a:cubicBezTo>
                      <a:close/>
                      <a:moveTo>
                        <a:pt x="26" y="40"/>
                      </a:moveTo>
                      <a:cubicBezTo>
                        <a:pt x="27" y="41"/>
                        <a:pt x="27" y="41"/>
                        <a:pt x="28" y="41"/>
                      </a:cubicBezTo>
                      <a:cubicBezTo>
                        <a:pt x="28" y="41"/>
                        <a:pt x="29" y="41"/>
                        <a:pt x="30" y="40"/>
                      </a:cubicBezTo>
                      <a:cubicBezTo>
                        <a:pt x="30" y="39"/>
                        <a:pt x="30" y="39"/>
                        <a:pt x="30" y="39"/>
                      </a:cubicBezTo>
                      <a:cubicBezTo>
                        <a:pt x="31" y="40"/>
                        <a:pt x="31" y="40"/>
                        <a:pt x="31" y="40"/>
                      </a:cubicBezTo>
                      <a:cubicBezTo>
                        <a:pt x="32" y="41"/>
                        <a:pt x="32" y="41"/>
                        <a:pt x="33" y="41"/>
                      </a:cubicBezTo>
                      <a:cubicBezTo>
                        <a:pt x="34" y="41"/>
                        <a:pt x="35" y="41"/>
                        <a:pt x="35" y="40"/>
                      </a:cubicBezTo>
                      <a:cubicBezTo>
                        <a:pt x="36" y="39"/>
                        <a:pt x="36" y="39"/>
                        <a:pt x="36" y="39"/>
                      </a:cubicBezTo>
                      <a:cubicBezTo>
                        <a:pt x="36" y="40"/>
                        <a:pt x="36" y="40"/>
                        <a:pt x="36" y="40"/>
                      </a:cubicBezTo>
                      <a:cubicBezTo>
                        <a:pt x="37" y="41"/>
                        <a:pt x="38" y="41"/>
                        <a:pt x="39" y="41"/>
                      </a:cubicBezTo>
                      <a:cubicBezTo>
                        <a:pt x="40" y="41"/>
                        <a:pt x="41" y="41"/>
                        <a:pt x="42" y="40"/>
                      </a:cubicBezTo>
                      <a:cubicBezTo>
                        <a:pt x="43" y="38"/>
                        <a:pt x="43" y="38"/>
                        <a:pt x="43" y="38"/>
                      </a:cubicBezTo>
                      <a:cubicBezTo>
                        <a:pt x="46" y="40"/>
                        <a:pt x="46" y="40"/>
                        <a:pt x="46" y="40"/>
                      </a:cubicBezTo>
                      <a:cubicBezTo>
                        <a:pt x="39" y="52"/>
                        <a:pt x="39" y="52"/>
                        <a:pt x="39" y="52"/>
                      </a:cubicBezTo>
                      <a:cubicBezTo>
                        <a:pt x="39" y="67"/>
                        <a:pt x="39" y="67"/>
                        <a:pt x="39" y="67"/>
                      </a:cubicBezTo>
                      <a:cubicBezTo>
                        <a:pt x="44" y="66"/>
                        <a:pt x="44" y="66"/>
                        <a:pt x="44" y="66"/>
                      </a:cubicBezTo>
                      <a:cubicBezTo>
                        <a:pt x="44" y="60"/>
                        <a:pt x="44" y="60"/>
                        <a:pt x="44" y="60"/>
                      </a:cubicBezTo>
                      <a:cubicBezTo>
                        <a:pt x="44" y="58"/>
                        <a:pt x="44" y="58"/>
                        <a:pt x="44" y="58"/>
                      </a:cubicBezTo>
                      <a:cubicBezTo>
                        <a:pt x="46" y="57"/>
                        <a:pt x="46" y="57"/>
                        <a:pt x="46" y="57"/>
                      </a:cubicBezTo>
                      <a:cubicBezTo>
                        <a:pt x="50" y="55"/>
                        <a:pt x="54" y="52"/>
                        <a:pt x="56" y="47"/>
                      </a:cubicBezTo>
                      <a:cubicBezTo>
                        <a:pt x="59" y="44"/>
                        <a:pt x="60" y="39"/>
                        <a:pt x="60" y="34"/>
                      </a:cubicBezTo>
                      <a:cubicBezTo>
                        <a:pt x="60" y="27"/>
                        <a:pt x="57" y="20"/>
                        <a:pt x="52" y="15"/>
                      </a:cubicBezTo>
                      <a:cubicBezTo>
                        <a:pt x="47" y="10"/>
                        <a:pt x="41" y="7"/>
                        <a:pt x="33" y="7"/>
                      </a:cubicBezTo>
                      <a:cubicBezTo>
                        <a:pt x="26" y="7"/>
                        <a:pt x="19" y="10"/>
                        <a:pt x="15" y="15"/>
                      </a:cubicBezTo>
                      <a:cubicBezTo>
                        <a:pt x="10" y="20"/>
                        <a:pt x="7" y="27"/>
                        <a:pt x="7" y="34"/>
                      </a:cubicBezTo>
                      <a:cubicBezTo>
                        <a:pt x="7" y="39"/>
                        <a:pt x="8" y="44"/>
                        <a:pt x="11" y="48"/>
                      </a:cubicBezTo>
                      <a:cubicBezTo>
                        <a:pt x="13" y="52"/>
                        <a:pt x="17" y="55"/>
                        <a:pt x="21" y="58"/>
                      </a:cubicBezTo>
                      <a:cubicBezTo>
                        <a:pt x="23" y="59"/>
                        <a:pt x="23" y="59"/>
                        <a:pt x="23" y="59"/>
                      </a:cubicBezTo>
                      <a:cubicBezTo>
                        <a:pt x="23" y="61"/>
                        <a:pt x="23" y="61"/>
                        <a:pt x="23" y="61"/>
                      </a:cubicBezTo>
                      <a:cubicBezTo>
                        <a:pt x="23" y="67"/>
                        <a:pt x="23" y="67"/>
                        <a:pt x="23" y="67"/>
                      </a:cubicBezTo>
                      <a:cubicBezTo>
                        <a:pt x="29" y="67"/>
                        <a:pt x="29" y="67"/>
                        <a:pt x="29" y="67"/>
                      </a:cubicBezTo>
                      <a:cubicBezTo>
                        <a:pt x="29" y="52"/>
                        <a:pt x="29" y="52"/>
                        <a:pt x="29" y="52"/>
                      </a:cubicBezTo>
                      <a:cubicBezTo>
                        <a:pt x="22" y="40"/>
                        <a:pt x="22" y="40"/>
                        <a:pt x="22" y="40"/>
                      </a:cubicBezTo>
                      <a:cubicBezTo>
                        <a:pt x="25" y="38"/>
                        <a:pt x="25" y="38"/>
                        <a:pt x="25" y="38"/>
                      </a:cubicBezTo>
                      <a:cubicBezTo>
                        <a:pt x="26" y="40"/>
                        <a:pt x="26" y="40"/>
                        <a:pt x="26" y="40"/>
                      </a:cubicBezTo>
                      <a:close/>
                      <a:moveTo>
                        <a:pt x="40" y="43"/>
                      </a:moveTo>
                      <a:cubicBezTo>
                        <a:pt x="40" y="43"/>
                        <a:pt x="40" y="43"/>
                        <a:pt x="39" y="43"/>
                      </a:cubicBezTo>
                      <a:cubicBezTo>
                        <a:pt x="38" y="43"/>
                        <a:pt x="37" y="43"/>
                        <a:pt x="36" y="42"/>
                      </a:cubicBezTo>
                      <a:cubicBezTo>
                        <a:pt x="35" y="42"/>
                        <a:pt x="34" y="43"/>
                        <a:pt x="33" y="43"/>
                      </a:cubicBezTo>
                      <a:cubicBezTo>
                        <a:pt x="32" y="43"/>
                        <a:pt x="31" y="42"/>
                        <a:pt x="30" y="42"/>
                      </a:cubicBezTo>
                      <a:cubicBezTo>
                        <a:pt x="29" y="42"/>
                        <a:pt x="28" y="43"/>
                        <a:pt x="28" y="43"/>
                      </a:cubicBezTo>
                      <a:cubicBezTo>
                        <a:pt x="27" y="43"/>
                        <a:pt x="27" y="43"/>
                        <a:pt x="27" y="42"/>
                      </a:cubicBezTo>
                      <a:cubicBezTo>
                        <a:pt x="32" y="50"/>
                        <a:pt x="32" y="50"/>
                        <a:pt x="32" y="50"/>
                      </a:cubicBezTo>
                      <a:cubicBezTo>
                        <a:pt x="32" y="51"/>
                        <a:pt x="32" y="51"/>
                        <a:pt x="32" y="51"/>
                      </a:cubicBezTo>
                      <a:cubicBezTo>
                        <a:pt x="32" y="51"/>
                        <a:pt x="32" y="51"/>
                        <a:pt x="32" y="51"/>
                      </a:cubicBezTo>
                      <a:cubicBezTo>
                        <a:pt x="32" y="67"/>
                        <a:pt x="32" y="67"/>
                        <a:pt x="32" y="67"/>
                      </a:cubicBezTo>
                      <a:cubicBezTo>
                        <a:pt x="35" y="67"/>
                        <a:pt x="35" y="67"/>
                        <a:pt x="35" y="67"/>
                      </a:cubicBezTo>
                      <a:cubicBezTo>
                        <a:pt x="35" y="51"/>
                        <a:pt x="35" y="51"/>
                        <a:pt x="35" y="51"/>
                      </a:cubicBezTo>
                      <a:cubicBezTo>
                        <a:pt x="35" y="51"/>
                        <a:pt x="35" y="51"/>
                        <a:pt x="35" y="51"/>
                      </a:cubicBezTo>
                      <a:cubicBezTo>
                        <a:pt x="35" y="50"/>
                        <a:pt x="35" y="50"/>
                        <a:pt x="35" y="50"/>
                      </a:cubicBezTo>
                      <a:cubicBezTo>
                        <a:pt x="40" y="43"/>
                        <a:pt x="40" y="43"/>
                        <a:pt x="40" y="43"/>
                      </a:cubicBezTo>
                      <a:close/>
                      <a:moveTo>
                        <a:pt x="43" y="96"/>
                      </a:moveTo>
                      <a:cubicBezTo>
                        <a:pt x="24" y="98"/>
                        <a:pt x="24" y="98"/>
                        <a:pt x="24" y="98"/>
                      </a:cubicBezTo>
                      <a:cubicBezTo>
                        <a:pt x="25" y="103"/>
                        <a:pt x="29" y="106"/>
                        <a:pt x="34" y="106"/>
                      </a:cubicBezTo>
                      <a:cubicBezTo>
                        <a:pt x="39" y="106"/>
                        <a:pt x="43" y="102"/>
                        <a:pt x="43" y="97"/>
                      </a:cubicBezTo>
                      <a:cubicBezTo>
                        <a:pt x="43" y="97"/>
                        <a:pt x="43" y="97"/>
                        <a:pt x="43" y="96"/>
                      </a:cubicBezTo>
                      <a:close/>
                      <a:moveTo>
                        <a:pt x="50" y="85"/>
                      </a:moveTo>
                      <a:cubicBezTo>
                        <a:pt x="17" y="88"/>
                        <a:pt x="17" y="88"/>
                        <a:pt x="17" y="88"/>
                      </a:cubicBezTo>
                      <a:cubicBezTo>
                        <a:pt x="17" y="89"/>
                        <a:pt x="17" y="89"/>
                        <a:pt x="17" y="89"/>
                      </a:cubicBezTo>
                      <a:cubicBezTo>
                        <a:pt x="17" y="89"/>
                        <a:pt x="17" y="90"/>
                        <a:pt x="17" y="90"/>
                      </a:cubicBezTo>
                      <a:cubicBezTo>
                        <a:pt x="50" y="87"/>
                        <a:pt x="50" y="87"/>
                        <a:pt x="50" y="87"/>
                      </a:cubicBezTo>
                      <a:cubicBezTo>
                        <a:pt x="50" y="87"/>
                        <a:pt x="50" y="86"/>
                        <a:pt x="50" y="86"/>
                      </a:cubicBezTo>
                      <a:cubicBezTo>
                        <a:pt x="50" y="86"/>
                        <a:pt x="50" y="86"/>
                        <a:pt x="50" y="85"/>
                      </a:cubicBezTo>
                      <a:close/>
                      <a:moveTo>
                        <a:pt x="50" y="73"/>
                      </a:moveTo>
                      <a:cubicBezTo>
                        <a:pt x="17" y="76"/>
                        <a:pt x="17" y="76"/>
                        <a:pt x="17" y="76"/>
                      </a:cubicBezTo>
                      <a:cubicBezTo>
                        <a:pt x="17" y="76"/>
                        <a:pt x="17" y="76"/>
                        <a:pt x="17" y="77"/>
                      </a:cubicBezTo>
                      <a:cubicBezTo>
                        <a:pt x="17" y="77"/>
                        <a:pt x="17" y="77"/>
                        <a:pt x="17" y="77"/>
                      </a:cubicBezTo>
                      <a:cubicBezTo>
                        <a:pt x="50" y="74"/>
                        <a:pt x="50" y="74"/>
                        <a:pt x="50" y="74"/>
                      </a:cubicBezTo>
                      <a:cubicBezTo>
                        <a:pt x="50" y="74"/>
                        <a:pt x="50" y="74"/>
                        <a:pt x="50" y="73"/>
                      </a:cubicBezTo>
                      <a:cubicBezTo>
                        <a:pt x="50" y="73"/>
                        <a:pt x="50" y="73"/>
                        <a:pt x="50" y="73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>
                    <a:solidFill>
                      <a:schemeClr val="bg1"/>
                    </a:solidFill>
                  </a:endParaRPr>
                </a:p>
              </p:txBody>
            </p:sp>
          </p:grpSp>
          <p:grpSp>
            <p:nvGrpSpPr>
              <p:cNvPr id="5" name="群組 4"/>
              <p:cNvGrpSpPr/>
              <p:nvPr/>
            </p:nvGrpSpPr>
            <p:grpSpPr>
              <a:xfrm>
                <a:off x="2540068" y="3029736"/>
                <a:ext cx="2405575" cy="713936"/>
                <a:chOff x="1169376" y="3037431"/>
                <a:chExt cx="2405575" cy="713936"/>
              </a:xfrm>
            </p:grpSpPr>
            <p:grpSp>
              <p:nvGrpSpPr>
                <p:cNvPr id="20" name="Group 12"/>
                <p:cNvGrpSpPr/>
                <p:nvPr/>
              </p:nvGrpSpPr>
              <p:grpSpPr>
                <a:xfrm>
                  <a:off x="1169376" y="3037431"/>
                  <a:ext cx="2405575" cy="713936"/>
                  <a:chOff x="3340686" y="2818812"/>
                  <a:chExt cx="2405575" cy="713936"/>
                </a:xfrm>
              </p:grpSpPr>
              <p:sp>
                <p:nvSpPr>
                  <p:cNvPr id="21" name="Rectangle 8"/>
                  <p:cNvSpPr/>
                  <p:nvPr/>
                </p:nvSpPr>
                <p:spPr>
                  <a:xfrm>
                    <a:off x="3340686" y="2818812"/>
                    <a:ext cx="2405575" cy="713936"/>
                  </a:xfrm>
                  <a:prstGeom prst="rect">
                    <a:avLst/>
                  </a:prstGeom>
                  <a:solidFill>
                    <a:srgbClr val="363636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dirty="0">
                      <a:solidFill>
                        <a:schemeClr val="bg1"/>
                      </a:solidFill>
                    </a:endParaRPr>
                  </a:p>
                </p:txBody>
              </p:sp>
              <p:sp>
                <p:nvSpPr>
                  <p:cNvPr id="22" name="TextBox 16"/>
                  <p:cNvSpPr txBox="1"/>
                  <p:nvPr/>
                </p:nvSpPr>
                <p:spPr>
                  <a:xfrm>
                    <a:off x="4021838" y="2937253"/>
                    <a:ext cx="1467068" cy="477054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zh-TW" altLang="en-US" sz="2500" b="1" dirty="0">
                        <a:solidFill>
                          <a:schemeClr val="bg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rPr>
                      <a:t>回</a:t>
                    </a:r>
                    <a:r>
                      <a:rPr lang="zh-TW" altLang="en-US" sz="2500" b="1" dirty="0" smtClean="0">
                        <a:solidFill>
                          <a:schemeClr val="bg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rPr>
                      <a:t>測時間</a:t>
                    </a:r>
                    <a:endParaRPr lang="en-GB" sz="2500" b="1" dirty="0">
                      <a:solidFill>
                        <a:schemeClr val="bg1"/>
                      </a:solidFill>
                      <a:latin typeface="微軟正黑體" panose="020B0604030504040204" pitchFamily="34" charset="-120"/>
                      <a:ea typeface="微軟正黑體" panose="020B0604030504040204" pitchFamily="34" charset="-120"/>
                    </a:endParaRPr>
                  </a:p>
                </p:txBody>
              </p:sp>
            </p:grpSp>
            <p:pic>
              <p:nvPicPr>
                <p:cNvPr id="4" name="圖片 3"/>
                <p:cNvPicPr>
                  <a:picLocks noChangeAspect="1"/>
                </p:cNvPicPr>
                <p:nvPr/>
              </p:nvPicPr>
              <p:blipFill>
                <a:blip r:embed="rId3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399295" y="3243328"/>
                  <a:ext cx="321941" cy="321941"/>
                </a:xfrm>
                <a:prstGeom prst="rect">
                  <a:avLst/>
                </a:prstGeom>
              </p:spPr>
            </p:pic>
          </p:grpSp>
          <p:grpSp>
            <p:nvGrpSpPr>
              <p:cNvPr id="6" name="群組 5"/>
              <p:cNvGrpSpPr/>
              <p:nvPr/>
            </p:nvGrpSpPr>
            <p:grpSpPr>
              <a:xfrm>
                <a:off x="2535579" y="4268487"/>
                <a:ext cx="2405575" cy="713936"/>
                <a:chOff x="1169375" y="4021278"/>
                <a:chExt cx="2405575" cy="713936"/>
              </a:xfrm>
            </p:grpSpPr>
            <p:grpSp>
              <p:nvGrpSpPr>
                <p:cNvPr id="24" name="Group 11"/>
                <p:cNvGrpSpPr/>
                <p:nvPr/>
              </p:nvGrpSpPr>
              <p:grpSpPr>
                <a:xfrm>
                  <a:off x="1169375" y="4021278"/>
                  <a:ext cx="2405575" cy="713936"/>
                  <a:chOff x="5823244" y="2818812"/>
                  <a:chExt cx="2405575" cy="713936"/>
                </a:xfrm>
              </p:grpSpPr>
              <p:sp>
                <p:nvSpPr>
                  <p:cNvPr id="25" name="Rectangle 9"/>
                  <p:cNvSpPr/>
                  <p:nvPr/>
                </p:nvSpPr>
                <p:spPr>
                  <a:xfrm>
                    <a:off x="5823244" y="2818812"/>
                    <a:ext cx="2405575" cy="713936"/>
                  </a:xfrm>
                  <a:prstGeom prst="rect">
                    <a:avLst/>
                  </a:prstGeom>
                  <a:solidFill>
                    <a:srgbClr val="7F2E30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dirty="0">
                      <a:solidFill>
                        <a:schemeClr val="bg1"/>
                      </a:solidFill>
                    </a:endParaRPr>
                  </a:p>
                </p:txBody>
              </p:sp>
              <p:sp>
                <p:nvSpPr>
                  <p:cNvPr id="26" name="TextBox 17"/>
                  <p:cNvSpPr txBox="1"/>
                  <p:nvPr/>
                </p:nvSpPr>
                <p:spPr>
                  <a:xfrm>
                    <a:off x="6509808" y="2926180"/>
                    <a:ext cx="1518364" cy="492443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zh-TW" altLang="en-US" sz="2500" b="1" dirty="0" smtClean="0">
                        <a:solidFill>
                          <a:schemeClr val="bg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rPr>
                      <a:t>停損條件</a:t>
                    </a:r>
                    <a:endParaRPr lang="en-GB" sz="2500" b="1" dirty="0">
                      <a:solidFill>
                        <a:schemeClr val="bg1"/>
                      </a:solidFill>
                      <a:latin typeface="微軟正黑體" panose="020B0604030504040204" pitchFamily="34" charset="-120"/>
                      <a:ea typeface="微軟正黑體" panose="020B0604030504040204" pitchFamily="34" charset="-120"/>
                    </a:endParaRPr>
                  </a:p>
                </p:txBody>
              </p:sp>
            </p:grpSp>
            <p:sp>
              <p:nvSpPr>
                <p:cNvPr id="30" name="Freeform 19"/>
                <p:cNvSpPr>
                  <a:spLocks noEditPoints="1"/>
                </p:cNvSpPr>
                <p:nvPr/>
              </p:nvSpPr>
              <p:spPr bwMode="auto">
                <a:xfrm>
                  <a:off x="1400642" y="4193580"/>
                  <a:ext cx="320594" cy="362576"/>
                </a:xfrm>
                <a:custGeom>
                  <a:avLst/>
                  <a:gdLst>
                    <a:gd name="T0" fmla="*/ 20 w 78"/>
                    <a:gd name="T1" fmla="*/ 7 h 88"/>
                    <a:gd name="T2" fmla="*/ 20 w 78"/>
                    <a:gd name="T3" fmla="*/ 11 h 88"/>
                    <a:gd name="T4" fmla="*/ 5 w 78"/>
                    <a:gd name="T5" fmla="*/ 6 h 88"/>
                    <a:gd name="T6" fmla="*/ 1 w 78"/>
                    <a:gd name="T7" fmla="*/ 8 h 88"/>
                    <a:gd name="T8" fmla="*/ 0 w 78"/>
                    <a:gd name="T9" fmla="*/ 20 h 88"/>
                    <a:gd name="T10" fmla="*/ 3 w 78"/>
                    <a:gd name="T11" fmla="*/ 38 h 88"/>
                    <a:gd name="T12" fmla="*/ 17 w 78"/>
                    <a:gd name="T13" fmla="*/ 49 h 88"/>
                    <a:gd name="T14" fmla="*/ 20 w 78"/>
                    <a:gd name="T15" fmla="*/ 50 h 88"/>
                    <a:gd name="T16" fmla="*/ 20 w 78"/>
                    <a:gd name="T17" fmla="*/ 49 h 88"/>
                    <a:gd name="T18" fmla="*/ 31 w 78"/>
                    <a:gd name="T19" fmla="*/ 52 h 88"/>
                    <a:gd name="T20" fmla="*/ 31 w 78"/>
                    <a:gd name="T21" fmla="*/ 64 h 88"/>
                    <a:gd name="T22" fmla="*/ 27 w 78"/>
                    <a:gd name="T23" fmla="*/ 64 h 88"/>
                    <a:gd name="T24" fmla="*/ 27 w 78"/>
                    <a:gd name="T25" fmla="*/ 68 h 88"/>
                    <a:gd name="T26" fmla="*/ 15 w 78"/>
                    <a:gd name="T27" fmla="*/ 68 h 88"/>
                    <a:gd name="T28" fmla="*/ 15 w 78"/>
                    <a:gd name="T29" fmla="*/ 88 h 88"/>
                    <a:gd name="T30" fmla="*/ 64 w 78"/>
                    <a:gd name="T31" fmla="*/ 88 h 88"/>
                    <a:gd name="T32" fmla="*/ 64 w 78"/>
                    <a:gd name="T33" fmla="*/ 68 h 88"/>
                    <a:gd name="T34" fmla="*/ 52 w 78"/>
                    <a:gd name="T35" fmla="*/ 68 h 88"/>
                    <a:gd name="T36" fmla="*/ 52 w 78"/>
                    <a:gd name="T37" fmla="*/ 64 h 88"/>
                    <a:gd name="T38" fmla="*/ 47 w 78"/>
                    <a:gd name="T39" fmla="*/ 64 h 88"/>
                    <a:gd name="T40" fmla="*/ 47 w 78"/>
                    <a:gd name="T41" fmla="*/ 52 h 88"/>
                    <a:gd name="T42" fmla="*/ 58 w 78"/>
                    <a:gd name="T43" fmla="*/ 49 h 88"/>
                    <a:gd name="T44" fmla="*/ 58 w 78"/>
                    <a:gd name="T45" fmla="*/ 50 h 88"/>
                    <a:gd name="T46" fmla="*/ 61 w 78"/>
                    <a:gd name="T47" fmla="*/ 49 h 88"/>
                    <a:gd name="T48" fmla="*/ 75 w 78"/>
                    <a:gd name="T49" fmla="*/ 38 h 88"/>
                    <a:gd name="T50" fmla="*/ 78 w 78"/>
                    <a:gd name="T51" fmla="*/ 20 h 88"/>
                    <a:gd name="T52" fmla="*/ 77 w 78"/>
                    <a:gd name="T53" fmla="*/ 8 h 88"/>
                    <a:gd name="T54" fmla="*/ 73 w 78"/>
                    <a:gd name="T55" fmla="*/ 6 h 88"/>
                    <a:gd name="T56" fmla="*/ 58 w 78"/>
                    <a:gd name="T57" fmla="*/ 11 h 88"/>
                    <a:gd name="T58" fmla="*/ 58 w 78"/>
                    <a:gd name="T59" fmla="*/ 7 h 88"/>
                    <a:gd name="T60" fmla="*/ 60 w 78"/>
                    <a:gd name="T61" fmla="*/ 7 h 88"/>
                    <a:gd name="T62" fmla="*/ 60 w 78"/>
                    <a:gd name="T63" fmla="*/ 0 h 88"/>
                    <a:gd name="T64" fmla="*/ 17 w 78"/>
                    <a:gd name="T65" fmla="*/ 0 h 88"/>
                    <a:gd name="T66" fmla="*/ 17 w 78"/>
                    <a:gd name="T67" fmla="*/ 7 h 88"/>
                    <a:gd name="T68" fmla="*/ 20 w 78"/>
                    <a:gd name="T69" fmla="*/ 7 h 88"/>
                    <a:gd name="T70" fmla="*/ 63 w 78"/>
                    <a:gd name="T71" fmla="*/ 42 h 88"/>
                    <a:gd name="T72" fmla="*/ 59 w 78"/>
                    <a:gd name="T73" fmla="*/ 20 h 88"/>
                    <a:gd name="T74" fmla="*/ 61 w 78"/>
                    <a:gd name="T75" fmla="*/ 22 h 88"/>
                    <a:gd name="T76" fmla="*/ 66 w 78"/>
                    <a:gd name="T77" fmla="*/ 18 h 88"/>
                    <a:gd name="T78" fmla="*/ 64 w 78"/>
                    <a:gd name="T79" fmla="*/ 16 h 88"/>
                    <a:gd name="T80" fmla="*/ 71 w 78"/>
                    <a:gd name="T81" fmla="*/ 13 h 88"/>
                    <a:gd name="T82" fmla="*/ 72 w 78"/>
                    <a:gd name="T83" fmla="*/ 20 h 88"/>
                    <a:gd name="T84" fmla="*/ 69 w 78"/>
                    <a:gd name="T85" fmla="*/ 36 h 88"/>
                    <a:gd name="T86" fmla="*/ 63 w 78"/>
                    <a:gd name="T87" fmla="*/ 42 h 88"/>
                    <a:gd name="T88" fmla="*/ 19 w 78"/>
                    <a:gd name="T89" fmla="*/ 20 h 88"/>
                    <a:gd name="T90" fmla="*/ 15 w 78"/>
                    <a:gd name="T91" fmla="*/ 42 h 88"/>
                    <a:gd name="T92" fmla="*/ 9 w 78"/>
                    <a:gd name="T93" fmla="*/ 36 h 88"/>
                    <a:gd name="T94" fmla="*/ 6 w 78"/>
                    <a:gd name="T95" fmla="*/ 20 h 88"/>
                    <a:gd name="T96" fmla="*/ 7 w 78"/>
                    <a:gd name="T97" fmla="*/ 13 h 88"/>
                    <a:gd name="T98" fmla="*/ 14 w 78"/>
                    <a:gd name="T99" fmla="*/ 16 h 88"/>
                    <a:gd name="T100" fmla="*/ 12 w 78"/>
                    <a:gd name="T101" fmla="*/ 18 h 88"/>
                    <a:gd name="T102" fmla="*/ 17 w 78"/>
                    <a:gd name="T103" fmla="*/ 22 h 88"/>
                    <a:gd name="T104" fmla="*/ 19 w 78"/>
                    <a:gd name="T105" fmla="*/ 20 h 88"/>
                    <a:gd name="T106" fmla="*/ 32 w 78"/>
                    <a:gd name="T107" fmla="*/ 10 h 88"/>
                    <a:gd name="T108" fmla="*/ 32 w 78"/>
                    <a:gd name="T109" fmla="*/ 45 h 88"/>
                    <a:gd name="T110" fmla="*/ 25 w 78"/>
                    <a:gd name="T111" fmla="*/ 41 h 88"/>
                    <a:gd name="T112" fmla="*/ 28 w 78"/>
                    <a:gd name="T113" fmla="*/ 14 h 88"/>
                    <a:gd name="T114" fmla="*/ 28 w 78"/>
                    <a:gd name="T115" fmla="*/ 10 h 88"/>
                    <a:gd name="T116" fmla="*/ 32 w 78"/>
                    <a:gd name="T117" fmla="*/ 10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  <a:cxn ang="0">
                      <a:pos x="T114" y="T115"/>
                    </a:cxn>
                    <a:cxn ang="0">
                      <a:pos x="T116" y="T117"/>
                    </a:cxn>
                  </a:cxnLst>
                  <a:rect l="0" t="0" r="r" b="b"/>
                  <a:pathLst>
                    <a:path w="78" h="88">
                      <a:moveTo>
                        <a:pt x="20" y="7"/>
                      </a:moveTo>
                      <a:cubicBezTo>
                        <a:pt x="20" y="8"/>
                        <a:pt x="21" y="10"/>
                        <a:pt x="20" y="11"/>
                      </a:cubicBezTo>
                      <a:cubicBezTo>
                        <a:pt x="5" y="6"/>
                        <a:pt x="5" y="6"/>
                        <a:pt x="5" y="6"/>
                      </a:cubicBezTo>
                      <a:cubicBezTo>
                        <a:pt x="1" y="8"/>
                        <a:pt x="1" y="8"/>
                        <a:pt x="1" y="8"/>
                      </a:cubicBezTo>
                      <a:cubicBezTo>
                        <a:pt x="0" y="11"/>
                        <a:pt x="0" y="16"/>
                        <a:pt x="0" y="20"/>
                      </a:cubicBezTo>
                      <a:cubicBezTo>
                        <a:pt x="0" y="26"/>
                        <a:pt x="1" y="33"/>
                        <a:pt x="3" y="38"/>
                      </a:cubicBezTo>
                      <a:cubicBezTo>
                        <a:pt x="6" y="44"/>
                        <a:pt x="10" y="48"/>
                        <a:pt x="17" y="49"/>
                      </a:cubicBezTo>
                      <a:cubicBezTo>
                        <a:pt x="18" y="50"/>
                        <a:pt x="19" y="50"/>
                        <a:pt x="20" y="50"/>
                      </a:cubicBezTo>
                      <a:cubicBezTo>
                        <a:pt x="20" y="49"/>
                        <a:pt x="20" y="49"/>
                        <a:pt x="20" y="49"/>
                      </a:cubicBezTo>
                      <a:cubicBezTo>
                        <a:pt x="22" y="51"/>
                        <a:pt x="26" y="52"/>
                        <a:pt x="31" y="52"/>
                      </a:cubicBezTo>
                      <a:cubicBezTo>
                        <a:pt x="31" y="64"/>
                        <a:pt x="31" y="64"/>
                        <a:pt x="31" y="64"/>
                      </a:cubicBezTo>
                      <a:cubicBezTo>
                        <a:pt x="27" y="64"/>
                        <a:pt x="27" y="64"/>
                        <a:pt x="27" y="64"/>
                      </a:cubicBezTo>
                      <a:cubicBezTo>
                        <a:pt x="27" y="68"/>
                        <a:pt x="27" y="68"/>
                        <a:pt x="27" y="68"/>
                      </a:cubicBezTo>
                      <a:cubicBezTo>
                        <a:pt x="15" y="68"/>
                        <a:pt x="15" y="68"/>
                        <a:pt x="15" y="68"/>
                      </a:cubicBezTo>
                      <a:cubicBezTo>
                        <a:pt x="15" y="88"/>
                        <a:pt x="15" y="88"/>
                        <a:pt x="15" y="88"/>
                      </a:cubicBezTo>
                      <a:cubicBezTo>
                        <a:pt x="64" y="88"/>
                        <a:pt x="64" y="88"/>
                        <a:pt x="64" y="88"/>
                      </a:cubicBezTo>
                      <a:cubicBezTo>
                        <a:pt x="64" y="68"/>
                        <a:pt x="64" y="68"/>
                        <a:pt x="64" y="68"/>
                      </a:cubicBezTo>
                      <a:cubicBezTo>
                        <a:pt x="52" y="68"/>
                        <a:pt x="52" y="68"/>
                        <a:pt x="52" y="68"/>
                      </a:cubicBezTo>
                      <a:cubicBezTo>
                        <a:pt x="52" y="64"/>
                        <a:pt x="52" y="64"/>
                        <a:pt x="52" y="64"/>
                      </a:cubicBezTo>
                      <a:cubicBezTo>
                        <a:pt x="47" y="64"/>
                        <a:pt x="47" y="64"/>
                        <a:pt x="47" y="64"/>
                      </a:cubicBezTo>
                      <a:cubicBezTo>
                        <a:pt x="47" y="52"/>
                        <a:pt x="47" y="52"/>
                        <a:pt x="47" y="52"/>
                      </a:cubicBezTo>
                      <a:cubicBezTo>
                        <a:pt x="52" y="52"/>
                        <a:pt x="56" y="51"/>
                        <a:pt x="58" y="49"/>
                      </a:cubicBezTo>
                      <a:cubicBezTo>
                        <a:pt x="58" y="50"/>
                        <a:pt x="58" y="50"/>
                        <a:pt x="58" y="50"/>
                      </a:cubicBezTo>
                      <a:cubicBezTo>
                        <a:pt x="59" y="50"/>
                        <a:pt x="60" y="50"/>
                        <a:pt x="61" y="49"/>
                      </a:cubicBezTo>
                      <a:cubicBezTo>
                        <a:pt x="68" y="48"/>
                        <a:pt x="72" y="44"/>
                        <a:pt x="75" y="38"/>
                      </a:cubicBezTo>
                      <a:cubicBezTo>
                        <a:pt x="77" y="33"/>
                        <a:pt x="78" y="26"/>
                        <a:pt x="78" y="20"/>
                      </a:cubicBezTo>
                      <a:cubicBezTo>
                        <a:pt x="78" y="16"/>
                        <a:pt x="78" y="11"/>
                        <a:pt x="77" y="8"/>
                      </a:cubicBezTo>
                      <a:cubicBezTo>
                        <a:pt x="73" y="6"/>
                        <a:pt x="73" y="6"/>
                        <a:pt x="73" y="6"/>
                      </a:cubicBezTo>
                      <a:cubicBezTo>
                        <a:pt x="58" y="11"/>
                        <a:pt x="58" y="11"/>
                        <a:pt x="58" y="11"/>
                      </a:cubicBezTo>
                      <a:cubicBezTo>
                        <a:pt x="57" y="10"/>
                        <a:pt x="58" y="8"/>
                        <a:pt x="58" y="7"/>
                      </a:cubicBezTo>
                      <a:cubicBezTo>
                        <a:pt x="60" y="7"/>
                        <a:pt x="60" y="7"/>
                        <a:pt x="60" y="7"/>
                      </a:cubicBezTo>
                      <a:cubicBezTo>
                        <a:pt x="60" y="0"/>
                        <a:pt x="60" y="0"/>
                        <a:pt x="60" y="0"/>
                      </a:cubicBezTo>
                      <a:cubicBezTo>
                        <a:pt x="17" y="0"/>
                        <a:pt x="17" y="0"/>
                        <a:pt x="17" y="0"/>
                      </a:cubicBezTo>
                      <a:cubicBezTo>
                        <a:pt x="17" y="7"/>
                        <a:pt x="17" y="7"/>
                        <a:pt x="17" y="7"/>
                      </a:cubicBezTo>
                      <a:cubicBezTo>
                        <a:pt x="20" y="7"/>
                        <a:pt x="20" y="7"/>
                        <a:pt x="20" y="7"/>
                      </a:cubicBezTo>
                      <a:close/>
                      <a:moveTo>
                        <a:pt x="63" y="42"/>
                      </a:moveTo>
                      <a:cubicBezTo>
                        <a:pt x="64" y="36"/>
                        <a:pt x="60" y="28"/>
                        <a:pt x="59" y="20"/>
                      </a:cubicBezTo>
                      <a:cubicBezTo>
                        <a:pt x="61" y="22"/>
                        <a:pt x="61" y="22"/>
                        <a:pt x="61" y="22"/>
                      </a:cubicBezTo>
                      <a:cubicBezTo>
                        <a:pt x="66" y="18"/>
                        <a:pt x="66" y="18"/>
                        <a:pt x="66" y="18"/>
                      </a:cubicBezTo>
                      <a:cubicBezTo>
                        <a:pt x="64" y="16"/>
                        <a:pt x="64" y="16"/>
                        <a:pt x="64" y="16"/>
                      </a:cubicBezTo>
                      <a:cubicBezTo>
                        <a:pt x="71" y="13"/>
                        <a:pt x="71" y="13"/>
                        <a:pt x="71" y="13"/>
                      </a:cubicBezTo>
                      <a:cubicBezTo>
                        <a:pt x="72" y="15"/>
                        <a:pt x="72" y="18"/>
                        <a:pt x="72" y="20"/>
                      </a:cubicBezTo>
                      <a:cubicBezTo>
                        <a:pt x="71" y="26"/>
                        <a:pt x="71" y="31"/>
                        <a:pt x="69" y="36"/>
                      </a:cubicBezTo>
                      <a:cubicBezTo>
                        <a:pt x="67" y="39"/>
                        <a:pt x="65" y="41"/>
                        <a:pt x="63" y="42"/>
                      </a:cubicBezTo>
                      <a:close/>
                      <a:moveTo>
                        <a:pt x="19" y="20"/>
                      </a:moveTo>
                      <a:cubicBezTo>
                        <a:pt x="17" y="28"/>
                        <a:pt x="14" y="36"/>
                        <a:pt x="15" y="42"/>
                      </a:cubicBezTo>
                      <a:cubicBezTo>
                        <a:pt x="13" y="41"/>
                        <a:pt x="11" y="39"/>
                        <a:pt x="9" y="36"/>
                      </a:cubicBezTo>
                      <a:cubicBezTo>
                        <a:pt x="7" y="31"/>
                        <a:pt x="6" y="26"/>
                        <a:pt x="6" y="20"/>
                      </a:cubicBezTo>
                      <a:cubicBezTo>
                        <a:pt x="6" y="18"/>
                        <a:pt x="6" y="15"/>
                        <a:pt x="7" y="13"/>
                      </a:cubicBezTo>
                      <a:cubicBezTo>
                        <a:pt x="14" y="16"/>
                        <a:pt x="14" y="16"/>
                        <a:pt x="14" y="16"/>
                      </a:cubicBezTo>
                      <a:cubicBezTo>
                        <a:pt x="12" y="18"/>
                        <a:pt x="12" y="18"/>
                        <a:pt x="12" y="18"/>
                      </a:cubicBezTo>
                      <a:cubicBezTo>
                        <a:pt x="17" y="22"/>
                        <a:pt x="17" y="22"/>
                        <a:pt x="17" y="22"/>
                      </a:cubicBezTo>
                      <a:cubicBezTo>
                        <a:pt x="19" y="20"/>
                        <a:pt x="19" y="20"/>
                        <a:pt x="19" y="20"/>
                      </a:cubicBezTo>
                      <a:close/>
                      <a:moveTo>
                        <a:pt x="32" y="10"/>
                      </a:moveTo>
                      <a:cubicBezTo>
                        <a:pt x="32" y="45"/>
                        <a:pt x="32" y="45"/>
                        <a:pt x="32" y="45"/>
                      </a:cubicBezTo>
                      <a:cubicBezTo>
                        <a:pt x="32" y="45"/>
                        <a:pt x="27" y="45"/>
                        <a:pt x="25" y="41"/>
                      </a:cubicBezTo>
                      <a:cubicBezTo>
                        <a:pt x="24" y="37"/>
                        <a:pt x="28" y="16"/>
                        <a:pt x="28" y="14"/>
                      </a:cubicBezTo>
                      <a:cubicBezTo>
                        <a:pt x="28" y="13"/>
                        <a:pt x="28" y="10"/>
                        <a:pt x="28" y="10"/>
                      </a:cubicBezTo>
                      <a:lnTo>
                        <a:pt x="32" y="10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>
                    <a:solidFill>
                      <a:schemeClr val="bg1"/>
                    </a:solidFill>
                  </a:endParaRPr>
                </a:p>
              </p:txBody>
            </p:sp>
          </p:grpSp>
        </p:grpSp>
        <p:grpSp>
          <p:nvGrpSpPr>
            <p:cNvPr id="35" name="群組 34"/>
            <p:cNvGrpSpPr/>
            <p:nvPr/>
          </p:nvGrpSpPr>
          <p:grpSpPr>
            <a:xfrm>
              <a:off x="5663170" y="1732082"/>
              <a:ext cx="4560426" cy="4581745"/>
              <a:chOff x="5095995" y="1732082"/>
              <a:chExt cx="4560426" cy="4581745"/>
            </a:xfrm>
          </p:grpSpPr>
          <p:sp>
            <p:nvSpPr>
              <p:cNvPr id="28" name="文字方塊 27"/>
              <p:cNvSpPr txBox="1"/>
              <p:nvPr/>
            </p:nvSpPr>
            <p:spPr>
              <a:xfrm>
                <a:off x="5095995" y="1732082"/>
                <a:ext cx="3955399" cy="86177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 hangingPunct="0"/>
                <a:r>
                  <a:rPr lang="zh-TW" altLang="en-US" sz="2500" dirty="0" smtClean="0"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所有台股皆可，且可由</a:t>
                </a:r>
                <a:r>
                  <a:rPr lang="zh-TW" altLang="en-US" sz="2500" dirty="0"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使用者自行輸入</a:t>
                </a:r>
                <a:endParaRPr lang="zh-TW" altLang="en-US" sz="2500" dirty="0">
                  <a:latin typeface="微軟正黑體" panose="020B0604030504040204" pitchFamily="34" charset="-120"/>
                  <a:ea typeface="微軟正黑體" panose="020B0604030504040204" pitchFamily="34" charset="-120"/>
                </a:endParaRPr>
              </a:p>
            </p:txBody>
          </p:sp>
          <p:sp>
            <p:nvSpPr>
              <p:cNvPr id="29" name="文字方塊 28"/>
              <p:cNvSpPr txBox="1"/>
              <p:nvPr/>
            </p:nvSpPr>
            <p:spPr>
              <a:xfrm>
                <a:off x="5095996" y="3132788"/>
                <a:ext cx="4062715" cy="4924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 hangingPunct="0"/>
                <a:r>
                  <a:rPr lang="en-US" altLang="zh-TW" sz="2500" dirty="0"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2003/06/30~2018/12/28</a:t>
                </a:r>
                <a:endParaRPr lang="zh-TW" altLang="en-US" sz="2500" dirty="0">
                  <a:latin typeface="微軟正黑體" panose="020B0604030504040204" pitchFamily="34" charset="-120"/>
                  <a:ea typeface="微軟正黑體" panose="020B0604030504040204" pitchFamily="34" charset="-120"/>
                </a:endParaRPr>
              </a:p>
            </p:txBody>
          </p:sp>
          <p:sp>
            <p:nvSpPr>
              <p:cNvPr id="31" name="文字方塊 30"/>
              <p:cNvSpPr txBox="1"/>
              <p:nvPr/>
            </p:nvSpPr>
            <p:spPr>
              <a:xfrm>
                <a:off x="5095996" y="4017129"/>
                <a:ext cx="4560425" cy="12464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hangingPunct="0"/>
                <a:r>
                  <a:rPr lang="zh-TW" altLang="en-US" sz="2500" dirty="0"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當</a:t>
                </a:r>
                <a:r>
                  <a:rPr lang="en-US" altLang="zh-TW" sz="2500" dirty="0" smtClean="0"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5MA</a:t>
                </a:r>
                <a:r>
                  <a:rPr lang="zh-TW" altLang="en-US" sz="2500" dirty="0" smtClean="0"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、</a:t>
                </a:r>
                <a:r>
                  <a:rPr lang="en-US" altLang="zh-TW" sz="2500" dirty="0" smtClean="0"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10MA</a:t>
                </a:r>
                <a:r>
                  <a:rPr lang="zh-TW" altLang="en-US" sz="2500" dirty="0" smtClean="0"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、</a:t>
                </a:r>
                <a:r>
                  <a:rPr lang="en-US" altLang="zh-TW" sz="2500" dirty="0" smtClean="0"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20MA</a:t>
                </a:r>
                <a:r>
                  <a:rPr lang="zh-TW" altLang="en-US" sz="2500" dirty="0" smtClean="0"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其中一個</a:t>
                </a:r>
                <a:r>
                  <a:rPr lang="zh-TW" altLang="en-US" sz="2500" dirty="0" smtClean="0"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由</a:t>
                </a:r>
                <a:r>
                  <a:rPr lang="zh-TW" altLang="en-US" sz="2500" dirty="0"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上往下穿越</a:t>
                </a:r>
                <a:r>
                  <a:rPr lang="en-US" altLang="zh-TW" sz="2500" dirty="0"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60MA</a:t>
                </a:r>
                <a:r>
                  <a:rPr lang="zh-TW" altLang="en-US" sz="2500" dirty="0"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，就將所有賣出</a:t>
                </a:r>
              </a:p>
            </p:txBody>
          </p:sp>
          <p:sp>
            <p:nvSpPr>
              <p:cNvPr id="32" name="文字方塊 31"/>
              <p:cNvSpPr txBox="1"/>
              <p:nvPr/>
            </p:nvSpPr>
            <p:spPr>
              <a:xfrm>
                <a:off x="5100407" y="5421275"/>
                <a:ext cx="3808069" cy="8925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hangingPunct="0"/>
                <a:r>
                  <a:rPr lang="zh-TW" altLang="en-US" sz="2500" dirty="0"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當收盤價大於買價*</a:t>
                </a:r>
                <a:r>
                  <a:rPr lang="en-US" altLang="zh-TW" sz="2500" dirty="0"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1.6</a:t>
                </a:r>
                <a:r>
                  <a:rPr lang="zh-TW" altLang="en-US" sz="2500" dirty="0"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，就將全部賣出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53139588"/>
      </p:ext>
    </p:extLst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群組 8"/>
          <p:cNvGrpSpPr/>
          <p:nvPr/>
        </p:nvGrpSpPr>
        <p:grpSpPr>
          <a:xfrm>
            <a:off x="0" y="-5951"/>
            <a:ext cx="12192000" cy="2024809"/>
            <a:chOff x="0" y="-110126"/>
            <a:chExt cx="12192000" cy="2024809"/>
          </a:xfrm>
        </p:grpSpPr>
        <p:pic>
          <p:nvPicPr>
            <p:cNvPr id="10" name="图片 2"/>
            <p:cNvPicPr>
              <a:picLocks noChangeAspect="1"/>
            </p:cNvPicPr>
            <p:nvPr/>
          </p:nvPicPr>
          <p:blipFill rotWithShape="1"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0" y="508000"/>
              <a:ext cx="12192000" cy="699541"/>
            </a:xfrm>
            <a:prstGeom prst="rect">
              <a:avLst/>
            </a:prstGeom>
          </p:spPr>
        </p:pic>
        <p:sp>
          <p:nvSpPr>
            <p:cNvPr id="11" name="Title 1"/>
            <p:cNvSpPr txBox="1">
              <a:spLocks/>
            </p:cNvSpPr>
            <p:nvPr/>
          </p:nvSpPr>
          <p:spPr>
            <a:xfrm>
              <a:off x="4570347" y="-110126"/>
              <a:ext cx="3051306" cy="2024809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ctr" defTabSz="1176924"/>
              <a:r>
                <a:rPr lang="zh-TW" altLang="en-US" sz="4000" b="1" dirty="0">
                  <a:solidFill>
                    <a:srgbClr val="3C3C3C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進出場條件</a:t>
              </a:r>
              <a:endParaRPr lang="en-GB" altLang="zh-CN" sz="4000" b="1" dirty="0">
                <a:solidFill>
                  <a:srgbClr val="3C3C3C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grpSp>
        <p:nvGrpSpPr>
          <p:cNvPr id="63" name="群組 62"/>
          <p:cNvGrpSpPr/>
          <p:nvPr/>
        </p:nvGrpSpPr>
        <p:grpSpPr>
          <a:xfrm>
            <a:off x="546807" y="2012991"/>
            <a:ext cx="11098386" cy="4058968"/>
            <a:chOff x="453148" y="1672602"/>
            <a:chExt cx="11098386" cy="4058968"/>
          </a:xfrm>
        </p:grpSpPr>
        <p:grpSp>
          <p:nvGrpSpPr>
            <p:cNvPr id="23" name="群組 22"/>
            <p:cNvGrpSpPr/>
            <p:nvPr/>
          </p:nvGrpSpPr>
          <p:grpSpPr>
            <a:xfrm>
              <a:off x="530655" y="3917233"/>
              <a:ext cx="6957074" cy="713936"/>
              <a:chOff x="1183448" y="3917233"/>
              <a:chExt cx="6957074" cy="713936"/>
            </a:xfrm>
          </p:grpSpPr>
          <p:sp>
            <p:nvSpPr>
              <p:cNvPr id="60" name="Rectangle 10"/>
              <p:cNvSpPr/>
              <p:nvPr/>
            </p:nvSpPr>
            <p:spPr>
              <a:xfrm>
                <a:off x="1183448" y="3917233"/>
                <a:ext cx="6953545" cy="713936"/>
              </a:xfrm>
              <a:prstGeom prst="rect">
                <a:avLst/>
              </a:prstGeom>
              <a:solidFill>
                <a:srgbClr val="36363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61" name="TextBox 18"/>
              <p:cNvSpPr txBox="1"/>
              <p:nvPr/>
            </p:nvSpPr>
            <p:spPr>
              <a:xfrm>
                <a:off x="1223244" y="4043295"/>
                <a:ext cx="6917278" cy="4770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TW" altLang="en-US" sz="2500" b="1" dirty="0" smtClean="0">
                    <a:solidFill>
                      <a:schemeClr val="bg1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移動</a:t>
                </a:r>
                <a:r>
                  <a:rPr lang="zh-TW" altLang="en-US" sz="2500" b="1" dirty="0">
                    <a:solidFill>
                      <a:schemeClr val="bg1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平均線的死亡交叉：短均線向下突破長均線</a:t>
                </a:r>
                <a:endParaRPr lang="en-GB" sz="2500" b="1" dirty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endParaRPr>
              </a:p>
            </p:txBody>
          </p:sp>
        </p:grpSp>
        <p:grpSp>
          <p:nvGrpSpPr>
            <p:cNvPr id="27" name="群組 26"/>
            <p:cNvGrpSpPr/>
            <p:nvPr/>
          </p:nvGrpSpPr>
          <p:grpSpPr>
            <a:xfrm>
              <a:off x="534183" y="1672602"/>
              <a:ext cx="7115612" cy="713936"/>
              <a:chOff x="1183448" y="1668773"/>
              <a:chExt cx="7115612" cy="713936"/>
            </a:xfrm>
          </p:grpSpPr>
          <p:sp>
            <p:nvSpPr>
              <p:cNvPr id="51" name="Rectangle 9"/>
              <p:cNvSpPr/>
              <p:nvPr/>
            </p:nvSpPr>
            <p:spPr>
              <a:xfrm>
                <a:off x="1183448" y="1668773"/>
                <a:ext cx="6953546" cy="713936"/>
              </a:xfrm>
              <a:prstGeom prst="rect">
                <a:avLst/>
              </a:prstGeom>
              <a:solidFill>
                <a:srgbClr val="7F2E3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52" name="TextBox 17"/>
              <p:cNvSpPr txBox="1"/>
              <p:nvPr/>
            </p:nvSpPr>
            <p:spPr>
              <a:xfrm>
                <a:off x="1252899" y="1791043"/>
                <a:ext cx="7046161" cy="4770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TW" altLang="en-US" sz="2500" b="1" dirty="0">
                    <a:solidFill>
                      <a:schemeClr val="bg1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移動平均線的黃金交叉：短均線向上突破長均線</a:t>
                </a:r>
                <a:endParaRPr lang="en-GB" sz="2500" b="1" dirty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endParaRPr>
              </a:p>
            </p:txBody>
          </p:sp>
        </p:grpSp>
        <p:sp>
          <p:nvSpPr>
            <p:cNvPr id="12" name="矩形 11"/>
            <p:cNvSpPr/>
            <p:nvPr/>
          </p:nvSpPr>
          <p:spPr>
            <a:xfrm>
              <a:off x="453148" y="2504344"/>
              <a:ext cx="11075236" cy="124649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just"/>
              <a:r>
                <a:rPr lang="zh-TW" altLang="zh-TW" sz="25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當移動平均線</a:t>
              </a:r>
              <a:r>
                <a:rPr lang="en-US" altLang="zh-TW" sz="2500" dirty="0" smtClean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5MA</a:t>
              </a:r>
              <a:r>
                <a:rPr lang="zh-TW" altLang="en-US" sz="2500" dirty="0" smtClean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、</a:t>
              </a:r>
              <a:r>
                <a:rPr lang="en-US" altLang="zh-TW" sz="2500" dirty="0" smtClean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10MA</a:t>
              </a:r>
              <a:r>
                <a:rPr lang="zh-TW" altLang="en-US" sz="2500" dirty="0" smtClean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、</a:t>
              </a:r>
              <a:r>
                <a:rPr lang="en-US" altLang="zh-TW" sz="2500" dirty="0" smtClean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20MA</a:t>
              </a:r>
              <a:r>
                <a:rPr lang="zh-TW" altLang="en-US" sz="2500" dirty="0" smtClean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其中一個</a:t>
              </a:r>
              <a:r>
                <a:rPr lang="zh-TW" altLang="zh-TW" sz="2500" dirty="0" smtClean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向上</a:t>
              </a:r>
              <a:r>
                <a:rPr lang="zh-TW" altLang="zh-TW" sz="25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突破</a:t>
              </a:r>
              <a:r>
                <a:rPr lang="en-US" altLang="zh-TW" sz="25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60MA</a:t>
              </a:r>
              <a:r>
                <a:rPr lang="zh-TW" altLang="zh-TW" sz="25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的時候，被稱為是黃金交叉，表示短期內可能會上漲、有波段漲幅，適合多單進場或是空單出場。</a:t>
              </a:r>
            </a:p>
          </p:txBody>
        </p:sp>
        <p:sp>
          <p:nvSpPr>
            <p:cNvPr id="13" name="矩形 12"/>
            <p:cNvSpPr/>
            <p:nvPr/>
          </p:nvSpPr>
          <p:spPr>
            <a:xfrm>
              <a:off x="476297" y="4869796"/>
              <a:ext cx="11075237" cy="86177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TW" altLang="zh-TW" sz="25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當移動平均線</a:t>
              </a:r>
              <a:r>
                <a:rPr lang="en-US" altLang="zh-TW" sz="2500" dirty="0" smtClean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5MA</a:t>
              </a:r>
              <a:r>
                <a:rPr lang="zh-TW" altLang="en-US" sz="2500" dirty="0" smtClean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、</a:t>
              </a:r>
              <a:r>
                <a:rPr lang="en-US" altLang="zh-TW" sz="2500" dirty="0" smtClean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10MA</a:t>
              </a:r>
              <a:r>
                <a:rPr lang="zh-TW" altLang="en-US" sz="2500" dirty="0" smtClean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、</a:t>
              </a:r>
              <a:r>
                <a:rPr lang="en-US" altLang="zh-TW" sz="2500" dirty="0" smtClean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20MA</a:t>
              </a:r>
              <a:r>
                <a:rPr lang="zh-TW" altLang="en-US" sz="2500" dirty="0" smtClean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其中一個</a:t>
              </a:r>
              <a:r>
                <a:rPr lang="zh-TW" altLang="zh-TW" sz="2500" dirty="0" smtClean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跌破</a:t>
              </a:r>
              <a:r>
                <a:rPr lang="en-US" altLang="zh-TW" sz="25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60MA</a:t>
              </a:r>
              <a:r>
                <a:rPr lang="zh-TW" altLang="zh-TW" sz="25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的時候，被視為死亡交叉，表示短期內可能會下跌、有波段跌幅，適合空單進場或是多單出場。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14695345"/>
      </p:ext>
    </p:extLst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1858930"/>
            <a:ext cx="12192000" cy="2971800"/>
          </a:xfrm>
          <a:prstGeom prst="rect">
            <a:avLst/>
          </a:prstGeom>
        </p:spPr>
      </p:pic>
      <p:sp>
        <p:nvSpPr>
          <p:cNvPr id="51" name="TextBox 11"/>
          <p:cNvSpPr txBox="1"/>
          <p:nvPr/>
        </p:nvSpPr>
        <p:spPr>
          <a:xfrm>
            <a:off x="4767648" y="2634671"/>
            <a:ext cx="265670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5400" b="1" dirty="0" smtClean="0">
                <a:solidFill>
                  <a:srgbClr val="7F2E3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PART.</a:t>
            </a:r>
            <a:r>
              <a:rPr lang="en-US" altLang="zh-TW" sz="5400" b="1" dirty="0" smtClean="0">
                <a:solidFill>
                  <a:srgbClr val="7F2E3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4</a:t>
            </a:r>
            <a:endParaRPr lang="zh-CN" altLang="en-US" sz="5400" b="1" dirty="0">
              <a:solidFill>
                <a:srgbClr val="7F2E3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2" name="Subtitle 9"/>
          <p:cNvSpPr txBox="1">
            <a:spLocks/>
          </p:cNvSpPr>
          <p:nvPr/>
        </p:nvSpPr>
        <p:spPr>
          <a:xfrm>
            <a:off x="4223792" y="3535330"/>
            <a:ext cx="3744416" cy="642354"/>
          </a:xfrm>
          <a:prstGeom prst="rect">
            <a:avLst/>
          </a:prstGeom>
        </p:spPr>
        <p:txBody>
          <a:bodyPr vert="horz" wrap="square" lIns="102742" tIns="51371" rIns="102742" bIns="51371" rtlCol="0">
            <a:spAutoFit/>
          </a:bodyPr>
          <a:lstStyle>
            <a:defPPr>
              <a:defRPr lang="zh-CN"/>
            </a:defPPr>
            <a:lvl1pPr indent="0" algn="r" defTabSz="1087444">
              <a:lnSpc>
                <a:spcPct val="100000"/>
              </a:lnSpc>
              <a:spcBef>
                <a:spcPct val="20000"/>
              </a:spcBef>
              <a:buFont typeface="Arial"/>
              <a:buNone/>
              <a:defRPr sz="2000">
                <a:solidFill>
                  <a:schemeClr val="accent2"/>
                </a:solidFill>
                <a:latin typeface="微软雅黑"/>
                <a:ea typeface="微软雅黑"/>
                <a:cs typeface="Open Sans Light"/>
              </a:defRPr>
            </a:lvl1pPr>
            <a:lvl2pPr marL="1087444" indent="0" algn="ctr" defTabSz="1087444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1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2pPr>
            <a:lvl3pPr marL="2174887" indent="0" algn="ctr" defTabSz="1087444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1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3pPr>
            <a:lvl4pPr marL="3262338" indent="0" algn="ctr" defTabSz="1087444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1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4pPr>
            <a:lvl5pPr marL="4349779" indent="0" algn="ctr" defTabSz="1087444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1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5pPr>
            <a:lvl6pPr marL="5437225" indent="0" algn="ctr" defTabSz="1087444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6pPr>
            <a:lvl7pPr marL="6524671" indent="0" algn="ctr" defTabSz="1087444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7pPr>
            <a:lvl8pPr marL="7612115" indent="0" algn="ctr" defTabSz="1087444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8pPr>
            <a:lvl9pPr marL="8699558" indent="0" algn="ctr" defTabSz="1087444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algn="ctr"/>
            <a:r>
              <a:rPr lang="zh-TW" altLang="en-US" sz="3500" b="1" dirty="0">
                <a:solidFill>
                  <a:srgbClr val="3C3C3C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策略績效</a:t>
            </a:r>
            <a:endParaRPr lang="zh-CN" altLang="en-US" sz="3500" b="1" dirty="0">
              <a:solidFill>
                <a:srgbClr val="3C3C3C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792652915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xmlns="" Requires="p15">
      <p:transition xmlns:p14="http://schemas.microsoft.com/office/powerpoint/2010/main" spd="slow" p14:dur="1250">
        <p15:prstTrans prst="pageCurlDoubl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/>
          <p:cNvSpPr/>
          <p:nvPr/>
        </p:nvSpPr>
        <p:spPr>
          <a:xfrm>
            <a:off x="1" y="4757210"/>
            <a:ext cx="12192000" cy="254643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" name="矩形 1"/>
          <p:cNvSpPr/>
          <p:nvPr/>
        </p:nvSpPr>
        <p:spPr>
          <a:xfrm>
            <a:off x="8376079" y="2734162"/>
            <a:ext cx="3815922" cy="19236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TW" altLang="zh-TW" sz="26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總</a:t>
            </a:r>
            <a:r>
              <a:rPr lang="zh-TW" altLang="en-US" sz="26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盈虧</a:t>
            </a:r>
            <a:r>
              <a:rPr lang="zh-TW" altLang="zh-TW" sz="26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為</a:t>
            </a:r>
            <a:r>
              <a:rPr lang="en-US" altLang="zh-TW" sz="26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974</a:t>
            </a:r>
            <a:r>
              <a:rPr lang="en-US" altLang="zh-TW" sz="26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,900</a:t>
            </a: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TW" altLang="en-US" sz="2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平均</a:t>
            </a:r>
            <a:r>
              <a:rPr lang="zh-TW" altLang="en-US" sz="26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損益為</a:t>
            </a:r>
            <a:r>
              <a:rPr lang="en-US" altLang="zh-TW" sz="26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162,483</a:t>
            </a:r>
            <a:endParaRPr lang="en-US" altLang="zh-TW" sz="26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TW" altLang="zh-TW" sz="26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交易</a:t>
            </a:r>
            <a:r>
              <a:rPr lang="zh-TW" altLang="zh-TW" sz="2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次數</a:t>
            </a:r>
            <a:r>
              <a:rPr lang="zh-TW" altLang="zh-TW" sz="26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為</a:t>
            </a:r>
            <a:r>
              <a:rPr lang="en-US" altLang="zh-TW" sz="2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6</a:t>
            </a:r>
            <a:r>
              <a:rPr lang="zh-TW" altLang="zh-TW" sz="26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次</a:t>
            </a:r>
            <a:endParaRPr lang="en-US" altLang="zh-TW" sz="2600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TW" altLang="zh-TW" sz="26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勝</a:t>
            </a:r>
            <a:r>
              <a:rPr lang="zh-TW" altLang="zh-TW" sz="2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率約為</a:t>
            </a:r>
            <a:r>
              <a:rPr lang="en-US" altLang="zh-TW" sz="2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26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66.67</a:t>
            </a:r>
            <a:r>
              <a:rPr lang="en-US" altLang="zh-TW" sz="26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%</a:t>
            </a:r>
            <a:endParaRPr lang="zh-TW" altLang="zh-TW" sz="26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4305" y="728065"/>
            <a:ext cx="7844457" cy="54018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0056951"/>
      </p:ext>
    </p:extLst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/>
          <p:cNvSpPr/>
          <p:nvPr/>
        </p:nvSpPr>
        <p:spPr>
          <a:xfrm>
            <a:off x="1" y="5139185"/>
            <a:ext cx="12192000" cy="254643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22068" y="573268"/>
            <a:ext cx="8312111" cy="5711465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57875" y="3092978"/>
            <a:ext cx="3815922" cy="19236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TW" altLang="zh-TW" sz="26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總</a:t>
            </a:r>
            <a:r>
              <a:rPr lang="zh-TW" altLang="en-US" sz="26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盈虧</a:t>
            </a:r>
            <a:r>
              <a:rPr lang="zh-TW" altLang="zh-TW" sz="26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為</a:t>
            </a:r>
            <a:r>
              <a:rPr lang="en-US" altLang="zh-TW" sz="26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974</a:t>
            </a:r>
            <a:r>
              <a:rPr lang="en-US" altLang="zh-TW" sz="26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,900</a:t>
            </a: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TW" altLang="en-US" sz="2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平均</a:t>
            </a:r>
            <a:r>
              <a:rPr lang="zh-TW" altLang="en-US" sz="26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損益為</a:t>
            </a:r>
            <a:r>
              <a:rPr lang="en-US" altLang="zh-TW" sz="26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162,483</a:t>
            </a:r>
            <a:endParaRPr lang="en-US" altLang="zh-TW" sz="26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TW" altLang="zh-TW" sz="26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交易</a:t>
            </a:r>
            <a:r>
              <a:rPr lang="zh-TW" altLang="zh-TW" sz="2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次數</a:t>
            </a:r>
            <a:r>
              <a:rPr lang="zh-TW" altLang="zh-TW" sz="26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為</a:t>
            </a:r>
            <a:r>
              <a:rPr lang="en-US" altLang="zh-TW" sz="2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6</a:t>
            </a:r>
            <a:r>
              <a:rPr lang="zh-TW" altLang="zh-TW" sz="26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次</a:t>
            </a:r>
            <a:endParaRPr lang="en-US" altLang="zh-TW" sz="2600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TW" altLang="zh-TW" sz="26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勝</a:t>
            </a:r>
            <a:r>
              <a:rPr lang="zh-TW" altLang="zh-TW" sz="2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率約為</a:t>
            </a:r>
            <a:r>
              <a:rPr lang="en-US" altLang="zh-TW" sz="2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26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66.67</a:t>
            </a:r>
            <a:r>
              <a:rPr lang="en-US" altLang="zh-TW" sz="26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%</a:t>
            </a:r>
            <a:endParaRPr lang="zh-TW" altLang="zh-TW" sz="26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302402653"/>
      </p:ext>
    </p:extLst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1858930"/>
            <a:ext cx="12192000" cy="2971800"/>
          </a:xfrm>
          <a:prstGeom prst="rect">
            <a:avLst/>
          </a:prstGeom>
        </p:spPr>
      </p:pic>
      <p:sp>
        <p:nvSpPr>
          <p:cNvPr id="51" name="TextBox 11"/>
          <p:cNvSpPr txBox="1"/>
          <p:nvPr/>
        </p:nvSpPr>
        <p:spPr>
          <a:xfrm>
            <a:off x="4767648" y="2634671"/>
            <a:ext cx="265670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5400" b="1" dirty="0" smtClean="0">
                <a:solidFill>
                  <a:srgbClr val="7F2E3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PART.</a:t>
            </a:r>
            <a:r>
              <a:rPr lang="en-US" altLang="zh-TW" sz="5400" b="1" dirty="0" smtClean="0">
                <a:solidFill>
                  <a:srgbClr val="7F2E3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5</a:t>
            </a:r>
            <a:endParaRPr lang="zh-CN" altLang="en-US" sz="5400" b="1" dirty="0">
              <a:solidFill>
                <a:srgbClr val="7F2E3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2" name="Subtitle 9"/>
          <p:cNvSpPr txBox="1">
            <a:spLocks/>
          </p:cNvSpPr>
          <p:nvPr/>
        </p:nvSpPr>
        <p:spPr>
          <a:xfrm>
            <a:off x="4223792" y="3535330"/>
            <a:ext cx="3744416" cy="642354"/>
          </a:xfrm>
          <a:prstGeom prst="rect">
            <a:avLst/>
          </a:prstGeom>
        </p:spPr>
        <p:txBody>
          <a:bodyPr vert="horz" wrap="square" lIns="102742" tIns="51371" rIns="102742" bIns="51371" rtlCol="0">
            <a:spAutoFit/>
          </a:bodyPr>
          <a:lstStyle>
            <a:defPPr>
              <a:defRPr lang="zh-CN"/>
            </a:defPPr>
            <a:lvl1pPr indent="0" algn="r" defTabSz="1087444">
              <a:lnSpc>
                <a:spcPct val="100000"/>
              </a:lnSpc>
              <a:spcBef>
                <a:spcPct val="20000"/>
              </a:spcBef>
              <a:buFont typeface="Arial"/>
              <a:buNone/>
              <a:defRPr sz="2000">
                <a:solidFill>
                  <a:schemeClr val="accent2"/>
                </a:solidFill>
                <a:latin typeface="微软雅黑"/>
                <a:ea typeface="微软雅黑"/>
                <a:cs typeface="Open Sans Light"/>
              </a:defRPr>
            </a:lvl1pPr>
            <a:lvl2pPr marL="1087444" indent="0" algn="ctr" defTabSz="1087444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1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2pPr>
            <a:lvl3pPr marL="2174887" indent="0" algn="ctr" defTabSz="1087444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1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3pPr>
            <a:lvl4pPr marL="3262338" indent="0" algn="ctr" defTabSz="1087444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1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4pPr>
            <a:lvl5pPr marL="4349779" indent="0" algn="ctr" defTabSz="1087444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1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5pPr>
            <a:lvl6pPr marL="5437225" indent="0" algn="ctr" defTabSz="1087444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6pPr>
            <a:lvl7pPr marL="6524671" indent="0" algn="ctr" defTabSz="1087444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7pPr>
            <a:lvl8pPr marL="7612115" indent="0" algn="ctr" defTabSz="1087444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8pPr>
            <a:lvl9pPr marL="8699558" indent="0" algn="ctr" defTabSz="1087444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algn="ctr"/>
            <a:r>
              <a:rPr lang="zh-TW" altLang="en-US" sz="3500" b="1" dirty="0">
                <a:solidFill>
                  <a:srgbClr val="3C3C3C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運算效能</a:t>
            </a:r>
            <a:endParaRPr lang="zh-CN" altLang="en-US" sz="3500" b="1" dirty="0">
              <a:solidFill>
                <a:srgbClr val="3C3C3C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792652915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xmlns="" Requires="p15">
      <p:transition xmlns:p14="http://schemas.microsoft.com/office/powerpoint/2010/main" spd="slow" p14:dur="1250">
        <p15:prstTrans prst="pageCurlDoubl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群組 5"/>
          <p:cNvGrpSpPr/>
          <p:nvPr/>
        </p:nvGrpSpPr>
        <p:grpSpPr>
          <a:xfrm>
            <a:off x="0" y="-5951"/>
            <a:ext cx="12192000" cy="2024809"/>
            <a:chOff x="0" y="-110126"/>
            <a:chExt cx="12192000" cy="2024809"/>
          </a:xfrm>
        </p:grpSpPr>
        <p:pic>
          <p:nvPicPr>
            <p:cNvPr id="7" name="图片 2"/>
            <p:cNvPicPr>
              <a:picLocks noChangeAspect="1"/>
            </p:cNvPicPr>
            <p:nvPr/>
          </p:nvPicPr>
          <p:blipFill rotWithShape="1"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0" y="508000"/>
              <a:ext cx="12192000" cy="699541"/>
            </a:xfrm>
            <a:prstGeom prst="rect">
              <a:avLst/>
            </a:prstGeom>
          </p:spPr>
        </p:pic>
        <p:sp>
          <p:nvSpPr>
            <p:cNvPr id="8" name="Title 1"/>
            <p:cNvSpPr txBox="1">
              <a:spLocks/>
            </p:cNvSpPr>
            <p:nvPr/>
          </p:nvSpPr>
          <p:spPr>
            <a:xfrm>
              <a:off x="4819479" y="-110126"/>
              <a:ext cx="2553042" cy="2024809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ctr" defTabSz="1176924"/>
              <a:r>
                <a:rPr lang="zh-TW" altLang="en-US" sz="4000" b="1" dirty="0" smtClean="0">
                  <a:solidFill>
                    <a:srgbClr val="3C3C3C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運算效能</a:t>
              </a:r>
              <a:endParaRPr lang="en-GB" altLang="zh-CN" sz="4000" b="1" dirty="0">
                <a:solidFill>
                  <a:srgbClr val="3C3C3C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grpSp>
        <p:nvGrpSpPr>
          <p:cNvPr id="47" name="群組 46"/>
          <p:cNvGrpSpPr/>
          <p:nvPr/>
        </p:nvGrpSpPr>
        <p:grpSpPr>
          <a:xfrm>
            <a:off x="340375" y="1768210"/>
            <a:ext cx="11511250" cy="4644188"/>
            <a:chOff x="340375" y="1629310"/>
            <a:chExt cx="11511250" cy="4644188"/>
          </a:xfrm>
        </p:grpSpPr>
        <p:sp>
          <p:nvSpPr>
            <p:cNvPr id="10" name="Rounded Rectangle 3"/>
            <p:cNvSpPr/>
            <p:nvPr/>
          </p:nvSpPr>
          <p:spPr>
            <a:xfrm>
              <a:off x="340375" y="2525014"/>
              <a:ext cx="2596664" cy="3748484"/>
            </a:xfrm>
            <a:prstGeom prst="roundRect">
              <a:avLst>
                <a:gd name="adj" fmla="val 4016"/>
              </a:avLst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ea typeface="微軟正黑體" panose="020B0604030504040204" pitchFamily="34" charset="-120"/>
              </a:endParaRP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340375" y="5251461"/>
              <a:ext cx="2596664" cy="523186"/>
            </a:xfrm>
            <a:prstGeom prst="rect">
              <a:avLst/>
            </a:prstGeom>
            <a:solidFill>
              <a:srgbClr val="36363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ea typeface="微軟正黑體" panose="020B0604030504040204" pitchFamily="34" charset="-120"/>
              </a:endParaRPr>
            </a:p>
          </p:txBody>
        </p:sp>
        <p:sp>
          <p:nvSpPr>
            <p:cNvPr id="12" name="TextBox 4"/>
            <p:cNvSpPr txBox="1"/>
            <p:nvPr/>
          </p:nvSpPr>
          <p:spPr>
            <a:xfrm>
              <a:off x="1533013" y="2714014"/>
              <a:ext cx="211392" cy="26414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endParaRPr lang="en-US" sz="9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13" name="Rectangle 19"/>
            <p:cNvSpPr/>
            <p:nvPr/>
          </p:nvSpPr>
          <p:spPr>
            <a:xfrm>
              <a:off x="340375" y="4369340"/>
              <a:ext cx="2596664" cy="47705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zh-TW" altLang="en-US" sz="2500" b="1" dirty="0" smtClean="0">
                  <a:solidFill>
                    <a:srgbClr val="7F2E3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資料處理</a:t>
              </a:r>
              <a:endParaRPr lang="en-US" sz="2500" b="1" dirty="0">
                <a:solidFill>
                  <a:srgbClr val="7F2E3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14" name="TextBox 7"/>
            <p:cNvSpPr txBox="1"/>
            <p:nvPr/>
          </p:nvSpPr>
          <p:spPr>
            <a:xfrm>
              <a:off x="340375" y="5308216"/>
              <a:ext cx="259666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1176924"/>
              <a:r>
                <a:rPr lang="zh-TW" altLang="en-US" sz="2000" b="1" dirty="0" smtClean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約</a:t>
              </a:r>
              <a:r>
                <a:rPr lang="en-US" altLang="zh-TW" sz="2000" b="1" dirty="0" smtClean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0.461368</a:t>
              </a:r>
              <a:r>
                <a:rPr lang="zh-TW" altLang="en-US" sz="2000" b="1" dirty="0" smtClean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秒</a:t>
              </a:r>
              <a:endParaRPr lang="en-US" altLang="zh-CN" sz="20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17" name="Rounded Rectangle 24"/>
            <p:cNvSpPr/>
            <p:nvPr/>
          </p:nvSpPr>
          <p:spPr>
            <a:xfrm>
              <a:off x="3311904" y="2525014"/>
              <a:ext cx="2596664" cy="3748484"/>
            </a:xfrm>
            <a:prstGeom prst="roundRect">
              <a:avLst>
                <a:gd name="adj" fmla="val 4016"/>
              </a:avLst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ea typeface="微軟正黑體" panose="020B0604030504040204" pitchFamily="34" charset="-120"/>
              </a:endParaRPr>
            </a:p>
          </p:txBody>
        </p:sp>
        <p:sp>
          <p:nvSpPr>
            <p:cNvPr id="18" name="Rectangle 25"/>
            <p:cNvSpPr/>
            <p:nvPr/>
          </p:nvSpPr>
          <p:spPr>
            <a:xfrm>
              <a:off x="3311904" y="5251461"/>
              <a:ext cx="2596664" cy="523186"/>
            </a:xfrm>
            <a:prstGeom prst="rect">
              <a:avLst/>
            </a:prstGeom>
            <a:solidFill>
              <a:srgbClr val="36363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ea typeface="微軟正黑體" panose="020B0604030504040204" pitchFamily="34" charset="-120"/>
              </a:endParaRPr>
            </a:p>
          </p:txBody>
        </p:sp>
        <p:sp>
          <p:nvSpPr>
            <p:cNvPr id="19" name="Rectangle 28"/>
            <p:cNvSpPr/>
            <p:nvPr/>
          </p:nvSpPr>
          <p:spPr>
            <a:xfrm>
              <a:off x="3311904" y="4369340"/>
              <a:ext cx="2596664" cy="47705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zh-TW" altLang="en-US" sz="2500" b="1" dirty="0" smtClean="0">
                  <a:solidFill>
                    <a:srgbClr val="7F2E3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回測績效與畫面</a:t>
              </a:r>
              <a:endParaRPr lang="en-US" sz="2500" b="1" dirty="0">
                <a:solidFill>
                  <a:srgbClr val="7F2E3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20" name="TextBox 29"/>
            <p:cNvSpPr txBox="1"/>
            <p:nvPr/>
          </p:nvSpPr>
          <p:spPr>
            <a:xfrm>
              <a:off x="3311904" y="5327129"/>
              <a:ext cx="259666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1176924"/>
              <a:r>
                <a:rPr lang="zh-TW" altLang="en-US" sz="2000" b="1" dirty="0" smtClean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約</a:t>
              </a:r>
              <a:r>
                <a:rPr lang="en-US" altLang="zh-TW" sz="2000" b="1" dirty="0" smtClean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3.01854</a:t>
              </a:r>
              <a:r>
                <a:rPr lang="zh-TW" altLang="en-US" sz="2000" b="1" dirty="0" smtClean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秒</a:t>
              </a:r>
              <a:endParaRPr lang="en-US" altLang="zh-CN" sz="20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23" name="Rounded Rectangle 30"/>
            <p:cNvSpPr/>
            <p:nvPr/>
          </p:nvSpPr>
          <p:spPr>
            <a:xfrm>
              <a:off x="6283433" y="2525014"/>
              <a:ext cx="2596664" cy="3748484"/>
            </a:xfrm>
            <a:prstGeom prst="roundRect">
              <a:avLst>
                <a:gd name="adj" fmla="val 4016"/>
              </a:avLst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ea typeface="微軟正黑體" panose="020B0604030504040204" pitchFamily="34" charset="-120"/>
              </a:endParaRPr>
            </a:p>
          </p:txBody>
        </p:sp>
        <p:sp>
          <p:nvSpPr>
            <p:cNvPr id="24" name="Rectangle 31"/>
            <p:cNvSpPr/>
            <p:nvPr/>
          </p:nvSpPr>
          <p:spPr>
            <a:xfrm>
              <a:off x="6283433" y="5251461"/>
              <a:ext cx="2596664" cy="523186"/>
            </a:xfrm>
            <a:prstGeom prst="rect">
              <a:avLst/>
            </a:prstGeom>
            <a:solidFill>
              <a:srgbClr val="36363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ea typeface="微軟正黑體" panose="020B0604030504040204" pitchFamily="34" charset="-120"/>
              </a:endParaRPr>
            </a:p>
          </p:txBody>
        </p:sp>
        <p:sp>
          <p:nvSpPr>
            <p:cNvPr id="25" name="Rectangle 34"/>
            <p:cNvSpPr/>
            <p:nvPr/>
          </p:nvSpPr>
          <p:spPr>
            <a:xfrm>
              <a:off x="6658299" y="4369340"/>
              <a:ext cx="1846933" cy="47705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z="2500" b="1" dirty="0" smtClean="0">
                  <a:solidFill>
                    <a:srgbClr val="7F2E3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CPU</a:t>
              </a:r>
              <a:endParaRPr lang="en-US" sz="2500" b="1" dirty="0">
                <a:solidFill>
                  <a:srgbClr val="7F2E3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26" name="TextBox 35"/>
            <p:cNvSpPr txBox="1"/>
            <p:nvPr/>
          </p:nvSpPr>
          <p:spPr>
            <a:xfrm>
              <a:off x="6283434" y="5317566"/>
              <a:ext cx="2596663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1176924"/>
              <a:r>
                <a:rPr lang="en-US" altLang="zh-CN" sz="2000" b="1" dirty="0" smtClean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Intel Core i5</a:t>
              </a:r>
              <a:endParaRPr lang="en-US" altLang="zh-CN" sz="20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27" name="Freeform 48"/>
            <p:cNvSpPr>
              <a:spLocks noChangeAspect="1"/>
            </p:cNvSpPr>
            <p:nvPr/>
          </p:nvSpPr>
          <p:spPr>
            <a:xfrm>
              <a:off x="7043800" y="3077802"/>
              <a:ext cx="1075930" cy="1080000"/>
            </a:xfrm>
            <a:custGeom>
              <a:avLst/>
              <a:gdLst/>
              <a:ahLst/>
              <a:cxnLst/>
              <a:rect l="l" t="t" r="r" b="b"/>
              <a:pathLst>
                <a:path w="204608" h="205382">
                  <a:moveTo>
                    <a:pt x="46881" y="32147"/>
                  </a:moveTo>
                  <a:cubicBezTo>
                    <a:pt x="48667" y="31254"/>
                    <a:pt x="50155" y="31551"/>
                    <a:pt x="51346" y="33039"/>
                  </a:cubicBezTo>
                  <a:cubicBezTo>
                    <a:pt x="52536" y="34825"/>
                    <a:pt x="52239" y="36314"/>
                    <a:pt x="50453" y="37504"/>
                  </a:cubicBezTo>
                  <a:cubicBezTo>
                    <a:pt x="37356" y="45541"/>
                    <a:pt x="30807" y="57298"/>
                    <a:pt x="30807" y="72777"/>
                  </a:cubicBezTo>
                  <a:cubicBezTo>
                    <a:pt x="30807" y="74860"/>
                    <a:pt x="29766" y="75902"/>
                    <a:pt x="27682" y="75902"/>
                  </a:cubicBezTo>
                  <a:cubicBezTo>
                    <a:pt x="25599" y="75902"/>
                    <a:pt x="24557" y="74860"/>
                    <a:pt x="24557" y="72777"/>
                  </a:cubicBezTo>
                  <a:cubicBezTo>
                    <a:pt x="24557" y="54917"/>
                    <a:pt x="31998" y="41374"/>
                    <a:pt x="46881" y="32147"/>
                  </a:cubicBezTo>
                  <a:close/>
                  <a:moveTo>
                    <a:pt x="61168" y="25896"/>
                  </a:moveTo>
                  <a:cubicBezTo>
                    <a:pt x="63252" y="25300"/>
                    <a:pt x="64591" y="26045"/>
                    <a:pt x="65187" y="28128"/>
                  </a:cubicBezTo>
                  <a:cubicBezTo>
                    <a:pt x="65782" y="30212"/>
                    <a:pt x="65038" y="31551"/>
                    <a:pt x="62954" y="32147"/>
                  </a:cubicBezTo>
                  <a:cubicBezTo>
                    <a:pt x="62657" y="32147"/>
                    <a:pt x="62136" y="32221"/>
                    <a:pt x="61392" y="32370"/>
                  </a:cubicBezTo>
                  <a:cubicBezTo>
                    <a:pt x="60648" y="32519"/>
                    <a:pt x="60127" y="32742"/>
                    <a:pt x="59829" y="33039"/>
                  </a:cubicBezTo>
                  <a:lnTo>
                    <a:pt x="58936" y="33039"/>
                  </a:lnTo>
                  <a:cubicBezTo>
                    <a:pt x="57448" y="33039"/>
                    <a:pt x="56406" y="32295"/>
                    <a:pt x="55811" y="30807"/>
                  </a:cubicBezTo>
                  <a:cubicBezTo>
                    <a:pt x="55215" y="29319"/>
                    <a:pt x="55811" y="27979"/>
                    <a:pt x="57597" y="26789"/>
                  </a:cubicBezTo>
                  <a:cubicBezTo>
                    <a:pt x="58787" y="26789"/>
                    <a:pt x="59978" y="26491"/>
                    <a:pt x="61168" y="25896"/>
                  </a:cubicBezTo>
                  <a:close/>
                  <a:moveTo>
                    <a:pt x="72331" y="12948"/>
                  </a:moveTo>
                  <a:cubicBezTo>
                    <a:pt x="55959" y="12948"/>
                    <a:pt x="41895" y="18752"/>
                    <a:pt x="30138" y="30361"/>
                  </a:cubicBezTo>
                  <a:cubicBezTo>
                    <a:pt x="18380" y="41969"/>
                    <a:pt x="12502" y="55959"/>
                    <a:pt x="12502" y="72330"/>
                  </a:cubicBezTo>
                  <a:cubicBezTo>
                    <a:pt x="12502" y="88999"/>
                    <a:pt x="18380" y="103138"/>
                    <a:pt x="30138" y="114746"/>
                  </a:cubicBezTo>
                  <a:cubicBezTo>
                    <a:pt x="41895" y="126355"/>
                    <a:pt x="55959" y="132159"/>
                    <a:pt x="72331" y="132159"/>
                  </a:cubicBezTo>
                  <a:cubicBezTo>
                    <a:pt x="82451" y="132159"/>
                    <a:pt x="91678" y="129778"/>
                    <a:pt x="100013" y="125015"/>
                  </a:cubicBezTo>
                  <a:cubicBezTo>
                    <a:pt x="102691" y="123527"/>
                    <a:pt x="105222" y="123973"/>
                    <a:pt x="107603" y="126355"/>
                  </a:cubicBezTo>
                  <a:lnTo>
                    <a:pt x="132606" y="151358"/>
                  </a:lnTo>
                  <a:lnTo>
                    <a:pt x="134838" y="149572"/>
                  </a:lnTo>
                  <a:cubicBezTo>
                    <a:pt x="137517" y="148084"/>
                    <a:pt x="140047" y="148232"/>
                    <a:pt x="142429" y="150018"/>
                  </a:cubicBezTo>
                  <a:lnTo>
                    <a:pt x="150912" y="157162"/>
                  </a:lnTo>
                  <a:cubicBezTo>
                    <a:pt x="153293" y="159543"/>
                    <a:pt x="153740" y="161925"/>
                    <a:pt x="152251" y="164306"/>
                  </a:cubicBezTo>
                  <a:lnTo>
                    <a:pt x="150465" y="169217"/>
                  </a:lnTo>
                  <a:lnTo>
                    <a:pt x="157609" y="176361"/>
                  </a:lnTo>
                  <a:lnTo>
                    <a:pt x="167878" y="177254"/>
                  </a:lnTo>
                  <a:cubicBezTo>
                    <a:pt x="170259" y="177254"/>
                    <a:pt x="172045" y="178593"/>
                    <a:pt x="173236" y="181272"/>
                  </a:cubicBezTo>
                  <a:lnTo>
                    <a:pt x="176808" y="191541"/>
                  </a:lnTo>
                  <a:lnTo>
                    <a:pt x="191542" y="187970"/>
                  </a:lnTo>
                  <a:lnTo>
                    <a:pt x="189309" y="169217"/>
                  </a:lnTo>
                  <a:lnTo>
                    <a:pt x="126802" y="106263"/>
                  </a:lnTo>
                  <a:cubicBezTo>
                    <a:pt x="124420" y="103882"/>
                    <a:pt x="123974" y="101500"/>
                    <a:pt x="125462" y="99119"/>
                  </a:cubicBezTo>
                  <a:cubicBezTo>
                    <a:pt x="129629" y="91082"/>
                    <a:pt x="131713" y="82153"/>
                    <a:pt x="131713" y="72330"/>
                  </a:cubicBezTo>
                  <a:cubicBezTo>
                    <a:pt x="131713" y="55959"/>
                    <a:pt x="125909" y="41969"/>
                    <a:pt x="114300" y="30361"/>
                  </a:cubicBezTo>
                  <a:cubicBezTo>
                    <a:pt x="102691" y="18752"/>
                    <a:pt x="88702" y="12948"/>
                    <a:pt x="72331" y="12948"/>
                  </a:cubicBezTo>
                  <a:close/>
                  <a:moveTo>
                    <a:pt x="72331" y="0"/>
                  </a:moveTo>
                  <a:cubicBezTo>
                    <a:pt x="92274" y="0"/>
                    <a:pt x="109314" y="7069"/>
                    <a:pt x="123453" y="21208"/>
                  </a:cubicBezTo>
                  <a:cubicBezTo>
                    <a:pt x="137592" y="35346"/>
                    <a:pt x="144661" y="52387"/>
                    <a:pt x="144661" y="72330"/>
                  </a:cubicBezTo>
                  <a:cubicBezTo>
                    <a:pt x="144661" y="81260"/>
                    <a:pt x="142726" y="90636"/>
                    <a:pt x="138857" y="100459"/>
                  </a:cubicBezTo>
                  <a:lnTo>
                    <a:pt x="200025" y="161627"/>
                  </a:lnTo>
                  <a:cubicBezTo>
                    <a:pt x="201216" y="162818"/>
                    <a:pt x="201811" y="164157"/>
                    <a:pt x="201811" y="165645"/>
                  </a:cubicBezTo>
                  <a:lnTo>
                    <a:pt x="204490" y="192434"/>
                  </a:lnTo>
                  <a:cubicBezTo>
                    <a:pt x="205085" y="196304"/>
                    <a:pt x="203448" y="198536"/>
                    <a:pt x="199579" y="199132"/>
                  </a:cubicBezTo>
                  <a:lnTo>
                    <a:pt x="174129" y="204936"/>
                  </a:lnTo>
                  <a:cubicBezTo>
                    <a:pt x="173831" y="205234"/>
                    <a:pt x="173385" y="205382"/>
                    <a:pt x="172790" y="205382"/>
                  </a:cubicBezTo>
                  <a:cubicBezTo>
                    <a:pt x="169515" y="205382"/>
                    <a:pt x="167432" y="203894"/>
                    <a:pt x="166539" y="200918"/>
                  </a:cubicBezTo>
                  <a:lnTo>
                    <a:pt x="162967" y="189309"/>
                  </a:lnTo>
                  <a:lnTo>
                    <a:pt x="154484" y="188863"/>
                  </a:lnTo>
                  <a:cubicBezTo>
                    <a:pt x="152698" y="188863"/>
                    <a:pt x="151358" y="188267"/>
                    <a:pt x="150465" y="187077"/>
                  </a:cubicBezTo>
                  <a:lnTo>
                    <a:pt x="138410" y="175022"/>
                  </a:lnTo>
                  <a:cubicBezTo>
                    <a:pt x="136624" y="173236"/>
                    <a:pt x="136178" y="170854"/>
                    <a:pt x="137071" y="167878"/>
                  </a:cubicBezTo>
                  <a:lnTo>
                    <a:pt x="138857" y="163859"/>
                  </a:lnTo>
                  <a:lnTo>
                    <a:pt x="137964" y="162966"/>
                  </a:lnTo>
                  <a:lnTo>
                    <a:pt x="135731" y="164752"/>
                  </a:lnTo>
                  <a:cubicBezTo>
                    <a:pt x="132755" y="166538"/>
                    <a:pt x="129927" y="166390"/>
                    <a:pt x="127248" y="164306"/>
                  </a:cubicBezTo>
                  <a:lnTo>
                    <a:pt x="101799" y="138410"/>
                  </a:lnTo>
                  <a:cubicBezTo>
                    <a:pt x="91976" y="142577"/>
                    <a:pt x="82153" y="144661"/>
                    <a:pt x="72331" y="144661"/>
                  </a:cubicBezTo>
                  <a:cubicBezTo>
                    <a:pt x="52388" y="144661"/>
                    <a:pt x="35347" y="137666"/>
                    <a:pt x="21208" y="123676"/>
                  </a:cubicBezTo>
                  <a:cubicBezTo>
                    <a:pt x="7069" y="109686"/>
                    <a:pt x="0" y="92571"/>
                    <a:pt x="0" y="72330"/>
                  </a:cubicBezTo>
                  <a:cubicBezTo>
                    <a:pt x="0" y="52387"/>
                    <a:pt x="7069" y="35346"/>
                    <a:pt x="21208" y="21208"/>
                  </a:cubicBezTo>
                  <a:cubicBezTo>
                    <a:pt x="35347" y="7069"/>
                    <a:pt x="52388" y="0"/>
                    <a:pt x="72331" y="0"/>
                  </a:cubicBezTo>
                  <a:close/>
                </a:path>
              </a:pathLst>
            </a:custGeom>
            <a:solidFill>
              <a:srgbClr val="7F2E30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>
                <a:ea typeface="微軟正黑體" panose="020B0604030504040204" pitchFamily="34" charset="-120"/>
              </a:endParaRPr>
            </a:p>
          </p:txBody>
        </p:sp>
        <p:sp>
          <p:nvSpPr>
            <p:cNvPr id="29" name="Rounded Rectangle 36"/>
            <p:cNvSpPr/>
            <p:nvPr/>
          </p:nvSpPr>
          <p:spPr>
            <a:xfrm>
              <a:off x="9254961" y="2525014"/>
              <a:ext cx="2596664" cy="3748484"/>
            </a:xfrm>
            <a:prstGeom prst="roundRect">
              <a:avLst>
                <a:gd name="adj" fmla="val 4016"/>
              </a:avLst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ea typeface="微軟正黑體" panose="020B0604030504040204" pitchFamily="34" charset="-120"/>
              </a:endParaRPr>
            </a:p>
          </p:txBody>
        </p:sp>
        <p:sp>
          <p:nvSpPr>
            <p:cNvPr id="30" name="Rectangle 37"/>
            <p:cNvSpPr/>
            <p:nvPr/>
          </p:nvSpPr>
          <p:spPr>
            <a:xfrm>
              <a:off x="9254961" y="5251461"/>
              <a:ext cx="2596664" cy="523186"/>
            </a:xfrm>
            <a:prstGeom prst="rect">
              <a:avLst/>
            </a:prstGeom>
            <a:solidFill>
              <a:srgbClr val="36363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ea typeface="微軟正黑體" panose="020B0604030504040204" pitchFamily="34" charset="-120"/>
              </a:endParaRPr>
            </a:p>
          </p:txBody>
        </p:sp>
        <p:sp>
          <p:nvSpPr>
            <p:cNvPr id="31" name="Rectangle 40"/>
            <p:cNvSpPr/>
            <p:nvPr/>
          </p:nvSpPr>
          <p:spPr>
            <a:xfrm>
              <a:off x="9629827" y="4369340"/>
              <a:ext cx="1846933" cy="47705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z="2500" b="1" dirty="0" smtClean="0">
                  <a:solidFill>
                    <a:srgbClr val="7F2E3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RAM</a:t>
              </a:r>
              <a:endParaRPr lang="en-US" sz="2500" b="1" dirty="0">
                <a:solidFill>
                  <a:srgbClr val="7F2E3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32" name="TextBox 41"/>
            <p:cNvSpPr txBox="1"/>
            <p:nvPr/>
          </p:nvSpPr>
          <p:spPr>
            <a:xfrm>
              <a:off x="9254961" y="5306996"/>
              <a:ext cx="259666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1176924"/>
              <a:r>
                <a:rPr lang="en-US" altLang="zh-CN" sz="2000" b="1" dirty="0" smtClean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8G</a:t>
              </a:r>
              <a:endParaRPr lang="en-US" altLang="zh-CN" sz="20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grpSp>
          <p:nvGrpSpPr>
            <p:cNvPr id="41" name="群組 40"/>
            <p:cNvGrpSpPr/>
            <p:nvPr/>
          </p:nvGrpSpPr>
          <p:grpSpPr>
            <a:xfrm>
              <a:off x="8286754" y="1661890"/>
              <a:ext cx="1655897" cy="713936"/>
              <a:chOff x="624314" y="4176597"/>
              <a:chExt cx="1655897" cy="713936"/>
            </a:xfrm>
          </p:grpSpPr>
          <p:sp>
            <p:nvSpPr>
              <p:cNvPr id="35" name="Rectangle 10"/>
              <p:cNvSpPr/>
              <p:nvPr/>
            </p:nvSpPr>
            <p:spPr>
              <a:xfrm>
                <a:off x="624314" y="4176597"/>
                <a:ext cx="1655897" cy="713936"/>
              </a:xfrm>
              <a:prstGeom prst="rect">
                <a:avLst/>
              </a:prstGeom>
              <a:solidFill>
                <a:srgbClr val="36363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36" name="TextBox 18"/>
              <p:cNvSpPr txBox="1"/>
              <p:nvPr/>
            </p:nvSpPr>
            <p:spPr>
              <a:xfrm>
                <a:off x="733560" y="4302659"/>
                <a:ext cx="1467068" cy="4770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TW" altLang="en-US" sz="2500" b="1" dirty="0" smtClean="0">
                    <a:solidFill>
                      <a:schemeClr val="bg1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規格說明</a:t>
                </a:r>
                <a:endParaRPr lang="en-GB" sz="2500" b="1" dirty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endParaRPr>
              </a:p>
            </p:txBody>
          </p:sp>
        </p:grpSp>
        <p:grpSp>
          <p:nvGrpSpPr>
            <p:cNvPr id="39" name="群組 38"/>
            <p:cNvGrpSpPr/>
            <p:nvPr/>
          </p:nvGrpSpPr>
          <p:grpSpPr>
            <a:xfrm>
              <a:off x="2280212" y="1629310"/>
              <a:ext cx="1629220" cy="713936"/>
              <a:chOff x="627842" y="2012991"/>
              <a:chExt cx="1629220" cy="713936"/>
            </a:xfrm>
            <a:solidFill>
              <a:srgbClr val="363636"/>
            </a:solidFill>
          </p:grpSpPr>
          <p:sp>
            <p:nvSpPr>
              <p:cNvPr id="37" name="Rectangle 9"/>
              <p:cNvSpPr/>
              <p:nvPr/>
            </p:nvSpPr>
            <p:spPr>
              <a:xfrm>
                <a:off x="627842" y="2012991"/>
                <a:ext cx="1629220" cy="713936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38" name="TextBox 17"/>
              <p:cNvSpPr txBox="1"/>
              <p:nvPr/>
            </p:nvSpPr>
            <p:spPr>
              <a:xfrm>
                <a:off x="720443" y="2135261"/>
                <a:ext cx="1536619" cy="477054"/>
              </a:xfrm>
              <a:prstGeom prst="rect">
                <a:avLst/>
              </a:prstGeom>
              <a:grpFill/>
            </p:spPr>
            <p:txBody>
              <a:bodyPr wrap="square" rtlCol="0">
                <a:spAutoFit/>
              </a:bodyPr>
              <a:lstStyle/>
              <a:p>
                <a:r>
                  <a:rPr lang="zh-TW" altLang="en-US" sz="2500" b="1" dirty="0">
                    <a:solidFill>
                      <a:schemeClr val="bg1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執行效率</a:t>
                </a:r>
                <a:endParaRPr lang="en-GB" sz="2500" b="1" dirty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endParaRPr>
              </a:p>
            </p:txBody>
          </p:sp>
        </p:grpSp>
        <p:sp>
          <p:nvSpPr>
            <p:cNvPr id="42" name="Freeform 46"/>
            <p:cNvSpPr>
              <a:spLocks noChangeAspect="1"/>
            </p:cNvSpPr>
            <p:nvPr/>
          </p:nvSpPr>
          <p:spPr>
            <a:xfrm>
              <a:off x="1098707" y="2983653"/>
              <a:ext cx="1080000" cy="1080000"/>
            </a:xfrm>
            <a:custGeom>
              <a:avLst/>
              <a:gdLst/>
              <a:ahLst/>
              <a:cxnLst/>
              <a:rect l="l" t="t" r="r" b="b"/>
              <a:pathLst>
                <a:path w="203597" h="203597">
                  <a:moveTo>
                    <a:pt x="30249" y="120104"/>
                  </a:moveTo>
                  <a:cubicBezTo>
                    <a:pt x="30919" y="120402"/>
                    <a:pt x="31402" y="121146"/>
                    <a:pt x="31700" y="122336"/>
                  </a:cubicBezTo>
                  <a:cubicBezTo>
                    <a:pt x="36165" y="136029"/>
                    <a:pt x="44202" y="147339"/>
                    <a:pt x="55810" y="156269"/>
                  </a:cubicBezTo>
                  <a:cubicBezTo>
                    <a:pt x="57596" y="157460"/>
                    <a:pt x="57894" y="158948"/>
                    <a:pt x="56703" y="160734"/>
                  </a:cubicBezTo>
                  <a:cubicBezTo>
                    <a:pt x="55810" y="161627"/>
                    <a:pt x="54917" y="162073"/>
                    <a:pt x="54024" y="162073"/>
                  </a:cubicBezTo>
                  <a:cubicBezTo>
                    <a:pt x="53429" y="162073"/>
                    <a:pt x="52834" y="161776"/>
                    <a:pt x="52238" y="161180"/>
                  </a:cubicBezTo>
                  <a:cubicBezTo>
                    <a:pt x="39141" y="151358"/>
                    <a:pt x="30361" y="139005"/>
                    <a:pt x="25896" y="124122"/>
                  </a:cubicBezTo>
                  <a:cubicBezTo>
                    <a:pt x="24705" y="122336"/>
                    <a:pt x="25300" y="121146"/>
                    <a:pt x="27682" y="120550"/>
                  </a:cubicBezTo>
                  <a:cubicBezTo>
                    <a:pt x="28724" y="119955"/>
                    <a:pt x="29579" y="119806"/>
                    <a:pt x="30249" y="120104"/>
                  </a:cubicBezTo>
                  <a:close/>
                  <a:moveTo>
                    <a:pt x="25449" y="98673"/>
                  </a:moveTo>
                  <a:cubicBezTo>
                    <a:pt x="27533" y="98673"/>
                    <a:pt x="28575" y="99714"/>
                    <a:pt x="28575" y="101798"/>
                  </a:cubicBezTo>
                  <a:cubicBezTo>
                    <a:pt x="28575" y="104179"/>
                    <a:pt x="28724" y="106114"/>
                    <a:pt x="29021" y="107602"/>
                  </a:cubicBezTo>
                  <a:cubicBezTo>
                    <a:pt x="29021" y="109686"/>
                    <a:pt x="27979" y="110728"/>
                    <a:pt x="25896" y="110728"/>
                  </a:cubicBezTo>
                  <a:lnTo>
                    <a:pt x="25449" y="110728"/>
                  </a:lnTo>
                  <a:cubicBezTo>
                    <a:pt x="23961" y="110728"/>
                    <a:pt x="22919" y="109835"/>
                    <a:pt x="22324" y="108049"/>
                  </a:cubicBezTo>
                  <a:lnTo>
                    <a:pt x="22324" y="101798"/>
                  </a:lnTo>
                  <a:cubicBezTo>
                    <a:pt x="22324" y="99714"/>
                    <a:pt x="23366" y="98673"/>
                    <a:pt x="25449" y="98673"/>
                  </a:cubicBezTo>
                  <a:close/>
                  <a:moveTo>
                    <a:pt x="36611" y="41076"/>
                  </a:moveTo>
                  <a:cubicBezTo>
                    <a:pt x="20538" y="58043"/>
                    <a:pt x="12501" y="78283"/>
                    <a:pt x="12501" y="101798"/>
                  </a:cubicBezTo>
                  <a:cubicBezTo>
                    <a:pt x="12501" y="126206"/>
                    <a:pt x="21282" y="147191"/>
                    <a:pt x="38844" y="164752"/>
                  </a:cubicBezTo>
                  <a:cubicBezTo>
                    <a:pt x="56406" y="182314"/>
                    <a:pt x="77390" y="191095"/>
                    <a:pt x="101798" y="191095"/>
                  </a:cubicBezTo>
                  <a:cubicBezTo>
                    <a:pt x="125313" y="191095"/>
                    <a:pt x="145628" y="183058"/>
                    <a:pt x="162743" y="166985"/>
                  </a:cubicBezTo>
                  <a:cubicBezTo>
                    <a:pt x="179858" y="150911"/>
                    <a:pt x="189160" y="131117"/>
                    <a:pt x="190649" y="107602"/>
                  </a:cubicBezTo>
                  <a:cubicBezTo>
                    <a:pt x="190946" y="106709"/>
                    <a:pt x="191095" y="104923"/>
                    <a:pt x="191095" y="102245"/>
                  </a:cubicBezTo>
                  <a:lnTo>
                    <a:pt x="101798" y="104923"/>
                  </a:lnTo>
                  <a:lnTo>
                    <a:pt x="100459" y="104923"/>
                  </a:lnTo>
                  <a:lnTo>
                    <a:pt x="100459" y="104477"/>
                  </a:lnTo>
                  <a:cubicBezTo>
                    <a:pt x="100161" y="104477"/>
                    <a:pt x="99863" y="104328"/>
                    <a:pt x="99566" y="104030"/>
                  </a:cubicBezTo>
                  <a:close/>
                  <a:moveTo>
                    <a:pt x="165199" y="39290"/>
                  </a:moveTo>
                  <a:lnTo>
                    <a:pt x="109388" y="98226"/>
                  </a:lnTo>
                  <a:lnTo>
                    <a:pt x="190649" y="95994"/>
                  </a:lnTo>
                  <a:cubicBezTo>
                    <a:pt x="189160" y="73670"/>
                    <a:pt x="180677" y="54768"/>
                    <a:pt x="165199" y="39290"/>
                  </a:cubicBezTo>
                  <a:close/>
                  <a:moveTo>
                    <a:pt x="101798" y="12501"/>
                  </a:moveTo>
                  <a:cubicBezTo>
                    <a:pt x="78283" y="12501"/>
                    <a:pt x="58043" y="20538"/>
                    <a:pt x="41076" y="36611"/>
                  </a:cubicBezTo>
                  <a:lnTo>
                    <a:pt x="101798" y="97333"/>
                  </a:lnTo>
                  <a:lnTo>
                    <a:pt x="160734" y="34825"/>
                  </a:lnTo>
                  <a:cubicBezTo>
                    <a:pt x="156567" y="31551"/>
                    <a:pt x="153590" y="29319"/>
                    <a:pt x="151804" y="28128"/>
                  </a:cubicBezTo>
                  <a:cubicBezTo>
                    <a:pt x="136922" y="17710"/>
                    <a:pt x="120253" y="12501"/>
                    <a:pt x="101798" y="12501"/>
                  </a:cubicBezTo>
                  <a:close/>
                  <a:moveTo>
                    <a:pt x="101798" y="0"/>
                  </a:moveTo>
                  <a:cubicBezTo>
                    <a:pt x="122932" y="0"/>
                    <a:pt x="141982" y="5804"/>
                    <a:pt x="158948" y="17412"/>
                  </a:cubicBezTo>
                  <a:cubicBezTo>
                    <a:pt x="172938" y="26937"/>
                    <a:pt x="183877" y="39141"/>
                    <a:pt x="191765" y="54024"/>
                  </a:cubicBezTo>
                  <a:cubicBezTo>
                    <a:pt x="199653" y="68907"/>
                    <a:pt x="203597" y="84832"/>
                    <a:pt x="203597" y="101798"/>
                  </a:cubicBezTo>
                  <a:lnTo>
                    <a:pt x="203597" y="108942"/>
                  </a:lnTo>
                  <a:cubicBezTo>
                    <a:pt x="201811" y="135433"/>
                    <a:pt x="191095" y="157832"/>
                    <a:pt x="171450" y="176138"/>
                  </a:cubicBezTo>
                  <a:cubicBezTo>
                    <a:pt x="151804" y="194444"/>
                    <a:pt x="128587" y="203597"/>
                    <a:pt x="101798" y="203597"/>
                  </a:cubicBezTo>
                  <a:cubicBezTo>
                    <a:pt x="73818" y="203597"/>
                    <a:pt x="49857" y="193625"/>
                    <a:pt x="29914" y="173682"/>
                  </a:cubicBezTo>
                  <a:cubicBezTo>
                    <a:pt x="9971" y="153739"/>
                    <a:pt x="0" y="129778"/>
                    <a:pt x="0" y="101798"/>
                  </a:cubicBezTo>
                  <a:cubicBezTo>
                    <a:pt x="0" y="73818"/>
                    <a:pt x="9971" y="49857"/>
                    <a:pt x="29914" y="29914"/>
                  </a:cubicBezTo>
                  <a:cubicBezTo>
                    <a:pt x="49857" y="9971"/>
                    <a:pt x="73818" y="0"/>
                    <a:pt x="101798" y="0"/>
                  </a:cubicBezTo>
                  <a:close/>
                </a:path>
              </a:pathLst>
            </a:custGeom>
            <a:solidFill>
              <a:srgbClr val="7F2E30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>
                <a:ea typeface="微軟正黑體" panose="020B0604030504040204" pitchFamily="34" charset="-120"/>
              </a:endParaRPr>
            </a:p>
          </p:txBody>
        </p:sp>
        <p:sp>
          <p:nvSpPr>
            <p:cNvPr id="44" name="Shape 1544"/>
            <p:cNvSpPr>
              <a:spLocks noChangeAspect="1"/>
            </p:cNvSpPr>
            <p:nvPr/>
          </p:nvSpPr>
          <p:spPr>
            <a:xfrm flipH="1">
              <a:off x="4163041" y="2947337"/>
              <a:ext cx="810000" cy="1080000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14544" y="98183"/>
                  </a:moveTo>
                  <a:cubicBezTo>
                    <a:pt x="114544" y="101194"/>
                    <a:pt x="112100" y="103638"/>
                    <a:pt x="109088" y="103638"/>
                  </a:cubicBezTo>
                  <a:lnTo>
                    <a:pt x="10911" y="103638"/>
                  </a:lnTo>
                  <a:cubicBezTo>
                    <a:pt x="7900" y="103638"/>
                    <a:pt x="5455" y="101194"/>
                    <a:pt x="5455" y="98183"/>
                  </a:cubicBezTo>
                  <a:lnTo>
                    <a:pt x="5455" y="32727"/>
                  </a:lnTo>
                  <a:cubicBezTo>
                    <a:pt x="5455" y="29716"/>
                    <a:pt x="7900" y="27272"/>
                    <a:pt x="10911" y="27272"/>
                  </a:cubicBezTo>
                  <a:lnTo>
                    <a:pt x="109088" y="27272"/>
                  </a:lnTo>
                  <a:cubicBezTo>
                    <a:pt x="112100" y="27272"/>
                    <a:pt x="114544" y="29716"/>
                    <a:pt x="114544" y="32727"/>
                  </a:cubicBezTo>
                  <a:cubicBezTo>
                    <a:pt x="114544" y="32727"/>
                    <a:pt x="114544" y="98183"/>
                    <a:pt x="114544" y="98183"/>
                  </a:cubicBezTo>
                  <a:close/>
                  <a:moveTo>
                    <a:pt x="109088" y="21816"/>
                  </a:moveTo>
                  <a:lnTo>
                    <a:pt x="69311" y="21816"/>
                  </a:lnTo>
                  <a:lnTo>
                    <a:pt x="80422" y="10705"/>
                  </a:lnTo>
                  <a:cubicBezTo>
                    <a:pt x="80872" y="10827"/>
                    <a:pt x="81333" y="10911"/>
                    <a:pt x="81816" y="10911"/>
                  </a:cubicBezTo>
                  <a:cubicBezTo>
                    <a:pt x="84827" y="10911"/>
                    <a:pt x="87272" y="8466"/>
                    <a:pt x="87272" y="5455"/>
                  </a:cubicBezTo>
                  <a:cubicBezTo>
                    <a:pt x="87272" y="2444"/>
                    <a:pt x="84827" y="0"/>
                    <a:pt x="81816" y="0"/>
                  </a:cubicBezTo>
                  <a:cubicBezTo>
                    <a:pt x="78805" y="0"/>
                    <a:pt x="76361" y="2444"/>
                    <a:pt x="76361" y="5455"/>
                  </a:cubicBezTo>
                  <a:cubicBezTo>
                    <a:pt x="76361" y="5938"/>
                    <a:pt x="76450" y="6405"/>
                    <a:pt x="76566" y="6850"/>
                  </a:cubicBezTo>
                  <a:lnTo>
                    <a:pt x="61600" y="21816"/>
                  </a:lnTo>
                  <a:lnTo>
                    <a:pt x="58405" y="21816"/>
                  </a:lnTo>
                  <a:lnTo>
                    <a:pt x="43433" y="6850"/>
                  </a:lnTo>
                  <a:cubicBezTo>
                    <a:pt x="43550" y="6405"/>
                    <a:pt x="43638" y="5938"/>
                    <a:pt x="43638" y="5455"/>
                  </a:cubicBezTo>
                  <a:cubicBezTo>
                    <a:pt x="43638" y="2444"/>
                    <a:pt x="41194" y="0"/>
                    <a:pt x="38183" y="0"/>
                  </a:cubicBezTo>
                  <a:cubicBezTo>
                    <a:pt x="35172" y="0"/>
                    <a:pt x="32727" y="2444"/>
                    <a:pt x="32727" y="5455"/>
                  </a:cubicBezTo>
                  <a:cubicBezTo>
                    <a:pt x="32727" y="8466"/>
                    <a:pt x="35172" y="10911"/>
                    <a:pt x="38183" y="10911"/>
                  </a:cubicBezTo>
                  <a:cubicBezTo>
                    <a:pt x="38666" y="10911"/>
                    <a:pt x="39127" y="10827"/>
                    <a:pt x="39577" y="10705"/>
                  </a:cubicBezTo>
                  <a:lnTo>
                    <a:pt x="50688" y="21816"/>
                  </a:lnTo>
                  <a:lnTo>
                    <a:pt x="10911" y="21816"/>
                  </a:lnTo>
                  <a:cubicBezTo>
                    <a:pt x="4883" y="21816"/>
                    <a:pt x="0" y="26700"/>
                    <a:pt x="0" y="32727"/>
                  </a:cubicBezTo>
                  <a:lnTo>
                    <a:pt x="0" y="98183"/>
                  </a:lnTo>
                  <a:cubicBezTo>
                    <a:pt x="0" y="104205"/>
                    <a:pt x="4883" y="109094"/>
                    <a:pt x="10911" y="109094"/>
                  </a:cubicBezTo>
                  <a:lnTo>
                    <a:pt x="21816" y="109094"/>
                  </a:lnTo>
                  <a:lnTo>
                    <a:pt x="21816" y="117272"/>
                  </a:lnTo>
                  <a:cubicBezTo>
                    <a:pt x="21816" y="118783"/>
                    <a:pt x="23038" y="120000"/>
                    <a:pt x="24544" y="120000"/>
                  </a:cubicBezTo>
                  <a:cubicBezTo>
                    <a:pt x="26050" y="120000"/>
                    <a:pt x="27272" y="118783"/>
                    <a:pt x="27272" y="117272"/>
                  </a:cubicBezTo>
                  <a:lnTo>
                    <a:pt x="27272" y="114544"/>
                  </a:lnTo>
                  <a:lnTo>
                    <a:pt x="92727" y="114544"/>
                  </a:lnTo>
                  <a:lnTo>
                    <a:pt x="92727" y="117272"/>
                  </a:lnTo>
                  <a:cubicBezTo>
                    <a:pt x="92727" y="118783"/>
                    <a:pt x="93950" y="120000"/>
                    <a:pt x="95455" y="120000"/>
                  </a:cubicBezTo>
                  <a:cubicBezTo>
                    <a:pt x="96961" y="120000"/>
                    <a:pt x="98183" y="118783"/>
                    <a:pt x="98183" y="117272"/>
                  </a:cubicBezTo>
                  <a:lnTo>
                    <a:pt x="98183" y="109094"/>
                  </a:lnTo>
                  <a:lnTo>
                    <a:pt x="109088" y="109094"/>
                  </a:lnTo>
                  <a:cubicBezTo>
                    <a:pt x="115116" y="109094"/>
                    <a:pt x="120000" y="104205"/>
                    <a:pt x="120000" y="98183"/>
                  </a:cubicBezTo>
                  <a:lnTo>
                    <a:pt x="120000" y="32727"/>
                  </a:lnTo>
                  <a:cubicBezTo>
                    <a:pt x="120000" y="26700"/>
                    <a:pt x="115116" y="21816"/>
                    <a:pt x="109088" y="21816"/>
                  </a:cubicBezTo>
                </a:path>
              </a:pathLst>
            </a:custGeom>
            <a:solidFill>
              <a:srgbClr val="7F2E30"/>
            </a:solidFill>
            <a:ln>
              <a:solidFill>
                <a:srgbClr val="363636"/>
              </a:solidFill>
            </a:ln>
          </p:spPr>
          <p:txBody>
            <a:bodyPr lIns="38075" tIns="38075" rIns="38075" bIns="3807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marR="0" lvl="0" indent="0" algn="l" rtl="0">
                <a:spcBef>
                  <a:spcPts val="0"/>
                </a:spcBef>
                <a:buNone/>
              </a:pPr>
              <a:endParaRPr sz="3000">
                <a:solidFill>
                  <a:schemeClr val="dk2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endParaRPr>
            </a:p>
          </p:txBody>
        </p:sp>
        <p:sp>
          <p:nvSpPr>
            <p:cNvPr id="46" name="Freeform 20"/>
            <p:cNvSpPr>
              <a:spLocks noChangeAspect="1" noEditPoints="1"/>
            </p:cNvSpPr>
            <p:nvPr/>
          </p:nvSpPr>
          <p:spPr bwMode="auto">
            <a:xfrm>
              <a:off x="10209532" y="3077802"/>
              <a:ext cx="687522" cy="1080000"/>
            </a:xfrm>
            <a:custGeom>
              <a:avLst/>
              <a:gdLst>
                <a:gd name="T0" fmla="*/ 57 w 67"/>
                <a:gd name="T1" fmla="*/ 10 h 106"/>
                <a:gd name="T2" fmla="*/ 62 w 67"/>
                <a:gd name="T3" fmla="*/ 51 h 106"/>
                <a:gd name="T4" fmla="*/ 51 w 67"/>
                <a:gd name="T5" fmla="*/ 66 h 106"/>
                <a:gd name="T6" fmla="*/ 55 w 67"/>
                <a:gd name="T7" fmla="*/ 65 h 106"/>
                <a:gd name="T8" fmla="*/ 57 w 67"/>
                <a:gd name="T9" fmla="*/ 73 h 106"/>
                <a:gd name="T10" fmla="*/ 56 w 67"/>
                <a:gd name="T11" fmla="*/ 80 h 106"/>
                <a:gd name="T12" fmla="*/ 57 w 67"/>
                <a:gd name="T13" fmla="*/ 86 h 106"/>
                <a:gd name="T14" fmla="*/ 55 w 67"/>
                <a:gd name="T15" fmla="*/ 93 h 106"/>
                <a:gd name="T16" fmla="*/ 15 w 67"/>
                <a:gd name="T17" fmla="*/ 97 h 106"/>
                <a:gd name="T18" fmla="*/ 12 w 67"/>
                <a:gd name="T19" fmla="*/ 95 h 106"/>
                <a:gd name="T20" fmla="*/ 12 w 67"/>
                <a:gd name="T21" fmla="*/ 83 h 106"/>
                <a:gd name="T22" fmla="*/ 12 w 67"/>
                <a:gd name="T23" fmla="*/ 82 h 106"/>
                <a:gd name="T24" fmla="*/ 12 w 67"/>
                <a:gd name="T25" fmla="*/ 71 h 106"/>
                <a:gd name="T26" fmla="*/ 15 w 67"/>
                <a:gd name="T27" fmla="*/ 69 h 106"/>
                <a:gd name="T28" fmla="*/ 16 w 67"/>
                <a:gd name="T29" fmla="*/ 63 h 106"/>
                <a:gd name="T30" fmla="*/ 0 w 67"/>
                <a:gd name="T31" fmla="*/ 34 h 106"/>
                <a:gd name="T32" fmla="*/ 33 w 67"/>
                <a:gd name="T33" fmla="*/ 0 h 106"/>
                <a:gd name="T34" fmla="*/ 28 w 67"/>
                <a:gd name="T35" fmla="*/ 41 h 106"/>
                <a:gd name="T36" fmla="*/ 30 w 67"/>
                <a:gd name="T37" fmla="*/ 39 h 106"/>
                <a:gd name="T38" fmla="*/ 33 w 67"/>
                <a:gd name="T39" fmla="*/ 41 h 106"/>
                <a:gd name="T40" fmla="*/ 36 w 67"/>
                <a:gd name="T41" fmla="*/ 39 h 106"/>
                <a:gd name="T42" fmla="*/ 39 w 67"/>
                <a:gd name="T43" fmla="*/ 41 h 106"/>
                <a:gd name="T44" fmla="*/ 43 w 67"/>
                <a:gd name="T45" fmla="*/ 38 h 106"/>
                <a:gd name="T46" fmla="*/ 39 w 67"/>
                <a:gd name="T47" fmla="*/ 52 h 106"/>
                <a:gd name="T48" fmla="*/ 44 w 67"/>
                <a:gd name="T49" fmla="*/ 66 h 106"/>
                <a:gd name="T50" fmla="*/ 44 w 67"/>
                <a:gd name="T51" fmla="*/ 58 h 106"/>
                <a:gd name="T52" fmla="*/ 56 w 67"/>
                <a:gd name="T53" fmla="*/ 47 h 106"/>
                <a:gd name="T54" fmla="*/ 52 w 67"/>
                <a:gd name="T55" fmla="*/ 15 h 106"/>
                <a:gd name="T56" fmla="*/ 15 w 67"/>
                <a:gd name="T57" fmla="*/ 15 h 106"/>
                <a:gd name="T58" fmla="*/ 11 w 67"/>
                <a:gd name="T59" fmla="*/ 48 h 106"/>
                <a:gd name="T60" fmla="*/ 23 w 67"/>
                <a:gd name="T61" fmla="*/ 59 h 106"/>
                <a:gd name="T62" fmla="*/ 23 w 67"/>
                <a:gd name="T63" fmla="*/ 67 h 106"/>
                <a:gd name="T64" fmla="*/ 29 w 67"/>
                <a:gd name="T65" fmla="*/ 52 h 106"/>
                <a:gd name="T66" fmla="*/ 25 w 67"/>
                <a:gd name="T67" fmla="*/ 38 h 106"/>
                <a:gd name="T68" fmla="*/ 40 w 67"/>
                <a:gd name="T69" fmla="*/ 43 h 106"/>
                <a:gd name="T70" fmla="*/ 36 w 67"/>
                <a:gd name="T71" fmla="*/ 42 h 106"/>
                <a:gd name="T72" fmla="*/ 30 w 67"/>
                <a:gd name="T73" fmla="*/ 42 h 106"/>
                <a:gd name="T74" fmla="*/ 27 w 67"/>
                <a:gd name="T75" fmla="*/ 42 h 106"/>
                <a:gd name="T76" fmla="*/ 32 w 67"/>
                <a:gd name="T77" fmla="*/ 51 h 106"/>
                <a:gd name="T78" fmla="*/ 32 w 67"/>
                <a:gd name="T79" fmla="*/ 67 h 106"/>
                <a:gd name="T80" fmla="*/ 35 w 67"/>
                <a:gd name="T81" fmla="*/ 51 h 106"/>
                <a:gd name="T82" fmla="*/ 35 w 67"/>
                <a:gd name="T83" fmla="*/ 50 h 106"/>
                <a:gd name="T84" fmla="*/ 43 w 67"/>
                <a:gd name="T85" fmla="*/ 96 h 106"/>
                <a:gd name="T86" fmla="*/ 34 w 67"/>
                <a:gd name="T87" fmla="*/ 106 h 106"/>
                <a:gd name="T88" fmla="*/ 43 w 67"/>
                <a:gd name="T89" fmla="*/ 96 h 106"/>
                <a:gd name="T90" fmla="*/ 17 w 67"/>
                <a:gd name="T91" fmla="*/ 88 h 106"/>
                <a:gd name="T92" fmla="*/ 17 w 67"/>
                <a:gd name="T93" fmla="*/ 90 h 106"/>
                <a:gd name="T94" fmla="*/ 50 w 67"/>
                <a:gd name="T95" fmla="*/ 86 h 106"/>
                <a:gd name="T96" fmla="*/ 50 w 67"/>
                <a:gd name="T97" fmla="*/ 73 h 106"/>
                <a:gd name="T98" fmla="*/ 17 w 67"/>
                <a:gd name="T99" fmla="*/ 77 h 106"/>
                <a:gd name="T100" fmla="*/ 50 w 67"/>
                <a:gd name="T101" fmla="*/ 74 h 106"/>
                <a:gd name="T102" fmla="*/ 50 w 67"/>
                <a:gd name="T103" fmla="*/ 73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67" h="106">
                  <a:moveTo>
                    <a:pt x="33" y="0"/>
                  </a:moveTo>
                  <a:cubicBezTo>
                    <a:pt x="43" y="0"/>
                    <a:pt x="51" y="4"/>
                    <a:pt x="57" y="10"/>
                  </a:cubicBezTo>
                  <a:cubicBezTo>
                    <a:pt x="63" y="16"/>
                    <a:pt x="67" y="25"/>
                    <a:pt x="67" y="34"/>
                  </a:cubicBezTo>
                  <a:cubicBezTo>
                    <a:pt x="67" y="40"/>
                    <a:pt x="65" y="46"/>
                    <a:pt x="62" y="51"/>
                  </a:cubicBezTo>
                  <a:cubicBezTo>
                    <a:pt x="59" y="56"/>
                    <a:pt x="56" y="59"/>
                    <a:pt x="51" y="62"/>
                  </a:cubicBezTo>
                  <a:cubicBezTo>
                    <a:pt x="51" y="66"/>
                    <a:pt x="51" y="66"/>
                    <a:pt x="51" y="66"/>
                  </a:cubicBezTo>
                  <a:cubicBezTo>
                    <a:pt x="53" y="66"/>
                    <a:pt x="53" y="66"/>
                    <a:pt x="53" y="66"/>
                  </a:cubicBezTo>
                  <a:cubicBezTo>
                    <a:pt x="55" y="65"/>
                    <a:pt x="55" y="65"/>
                    <a:pt x="55" y="65"/>
                  </a:cubicBezTo>
                  <a:cubicBezTo>
                    <a:pt x="56" y="68"/>
                    <a:pt x="56" y="68"/>
                    <a:pt x="56" y="68"/>
                  </a:cubicBezTo>
                  <a:cubicBezTo>
                    <a:pt x="57" y="70"/>
                    <a:pt x="57" y="72"/>
                    <a:pt x="57" y="73"/>
                  </a:cubicBezTo>
                  <a:cubicBezTo>
                    <a:pt x="57" y="75"/>
                    <a:pt x="57" y="77"/>
                    <a:pt x="56" y="79"/>
                  </a:cubicBezTo>
                  <a:cubicBezTo>
                    <a:pt x="56" y="80"/>
                    <a:pt x="56" y="80"/>
                    <a:pt x="56" y="80"/>
                  </a:cubicBezTo>
                  <a:cubicBezTo>
                    <a:pt x="56" y="80"/>
                    <a:pt x="56" y="80"/>
                    <a:pt x="56" y="80"/>
                  </a:cubicBezTo>
                  <a:cubicBezTo>
                    <a:pt x="57" y="82"/>
                    <a:pt x="57" y="84"/>
                    <a:pt x="57" y="86"/>
                  </a:cubicBezTo>
                  <a:cubicBezTo>
                    <a:pt x="57" y="88"/>
                    <a:pt x="57" y="90"/>
                    <a:pt x="56" y="92"/>
                  </a:cubicBezTo>
                  <a:cubicBezTo>
                    <a:pt x="55" y="93"/>
                    <a:pt x="55" y="93"/>
                    <a:pt x="55" y="93"/>
                  </a:cubicBezTo>
                  <a:cubicBezTo>
                    <a:pt x="53" y="94"/>
                    <a:pt x="53" y="94"/>
                    <a:pt x="53" y="94"/>
                  </a:cubicBezTo>
                  <a:cubicBezTo>
                    <a:pt x="15" y="97"/>
                    <a:pt x="15" y="97"/>
                    <a:pt x="15" y="97"/>
                  </a:cubicBezTo>
                  <a:cubicBezTo>
                    <a:pt x="13" y="97"/>
                    <a:pt x="13" y="97"/>
                    <a:pt x="13" y="97"/>
                  </a:cubicBezTo>
                  <a:cubicBezTo>
                    <a:pt x="12" y="95"/>
                    <a:pt x="12" y="95"/>
                    <a:pt x="12" y="95"/>
                  </a:cubicBezTo>
                  <a:cubicBezTo>
                    <a:pt x="11" y="93"/>
                    <a:pt x="11" y="91"/>
                    <a:pt x="10" y="90"/>
                  </a:cubicBezTo>
                  <a:cubicBezTo>
                    <a:pt x="10" y="88"/>
                    <a:pt x="11" y="86"/>
                    <a:pt x="12" y="83"/>
                  </a:cubicBezTo>
                  <a:cubicBezTo>
                    <a:pt x="12" y="83"/>
                    <a:pt x="12" y="83"/>
                    <a:pt x="12" y="83"/>
                  </a:cubicBezTo>
                  <a:cubicBezTo>
                    <a:pt x="12" y="82"/>
                    <a:pt x="12" y="82"/>
                    <a:pt x="12" y="82"/>
                  </a:cubicBezTo>
                  <a:cubicBezTo>
                    <a:pt x="11" y="81"/>
                    <a:pt x="11" y="79"/>
                    <a:pt x="10" y="77"/>
                  </a:cubicBezTo>
                  <a:cubicBezTo>
                    <a:pt x="10" y="75"/>
                    <a:pt x="11" y="73"/>
                    <a:pt x="12" y="71"/>
                  </a:cubicBezTo>
                  <a:cubicBezTo>
                    <a:pt x="13" y="69"/>
                    <a:pt x="13" y="69"/>
                    <a:pt x="13" y="69"/>
                  </a:cubicBezTo>
                  <a:cubicBezTo>
                    <a:pt x="15" y="69"/>
                    <a:pt x="15" y="69"/>
                    <a:pt x="15" y="69"/>
                  </a:cubicBezTo>
                  <a:cubicBezTo>
                    <a:pt x="16" y="69"/>
                    <a:pt x="16" y="69"/>
                    <a:pt x="16" y="69"/>
                  </a:cubicBezTo>
                  <a:cubicBezTo>
                    <a:pt x="16" y="63"/>
                    <a:pt x="16" y="63"/>
                    <a:pt x="16" y="63"/>
                  </a:cubicBezTo>
                  <a:cubicBezTo>
                    <a:pt x="11" y="60"/>
                    <a:pt x="7" y="56"/>
                    <a:pt x="5" y="51"/>
                  </a:cubicBezTo>
                  <a:cubicBezTo>
                    <a:pt x="2" y="46"/>
                    <a:pt x="0" y="40"/>
                    <a:pt x="0" y="34"/>
                  </a:cubicBezTo>
                  <a:cubicBezTo>
                    <a:pt x="0" y="25"/>
                    <a:pt x="4" y="16"/>
                    <a:pt x="10" y="10"/>
                  </a:cubicBezTo>
                  <a:cubicBezTo>
                    <a:pt x="16" y="4"/>
                    <a:pt x="24" y="0"/>
                    <a:pt x="33" y="0"/>
                  </a:cubicBezTo>
                  <a:close/>
                  <a:moveTo>
                    <a:pt x="26" y="40"/>
                  </a:moveTo>
                  <a:cubicBezTo>
                    <a:pt x="27" y="41"/>
                    <a:pt x="27" y="41"/>
                    <a:pt x="28" y="41"/>
                  </a:cubicBezTo>
                  <a:cubicBezTo>
                    <a:pt x="28" y="41"/>
                    <a:pt x="29" y="41"/>
                    <a:pt x="30" y="40"/>
                  </a:cubicBezTo>
                  <a:cubicBezTo>
                    <a:pt x="30" y="39"/>
                    <a:pt x="30" y="39"/>
                    <a:pt x="30" y="39"/>
                  </a:cubicBezTo>
                  <a:cubicBezTo>
                    <a:pt x="31" y="40"/>
                    <a:pt x="31" y="40"/>
                    <a:pt x="31" y="40"/>
                  </a:cubicBezTo>
                  <a:cubicBezTo>
                    <a:pt x="32" y="41"/>
                    <a:pt x="32" y="41"/>
                    <a:pt x="33" y="41"/>
                  </a:cubicBezTo>
                  <a:cubicBezTo>
                    <a:pt x="34" y="41"/>
                    <a:pt x="35" y="41"/>
                    <a:pt x="35" y="40"/>
                  </a:cubicBezTo>
                  <a:cubicBezTo>
                    <a:pt x="36" y="39"/>
                    <a:pt x="36" y="39"/>
                    <a:pt x="36" y="39"/>
                  </a:cubicBezTo>
                  <a:cubicBezTo>
                    <a:pt x="36" y="40"/>
                    <a:pt x="36" y="40"/>
                    <a:pt x="36" y="40"/>
                  </a:cubicBezTo>
                  <a:cubicBezTo>
                    <a:pt x="37" y="41"/>
                    <a:pt x="38" y="41"/>
                    <a:pt x="39" y="41"/>
                  </a:cubicBezTo>
                  <a:cubicBezTo>
                    <a:pt x="40" y="41"/>
                    <a:pt x="41" y="41"/>
                    <a:pt x="42" y="40"/>
                  </a:cubicBezTo>
                  <a:cubicBezTo>
                    <a:pt x="43" y="38"/>
                    <a:pt x="43" y="38"/>
                    <a:pt x="43" y="38"/>
                  </a:cubicBezTo>
                  <a:cubicBezTo>
                    <a:pt x="46" y="40"/>
                    <a:pt x="46" y="40"/>
                    <a:pt x="46" y="40"/>
                  </a:cubicBezTo>
                  <a:cubicBezTo>
                    <a:pt x="39" y="52"/>
                    <a:pt x="39" y="52"/>
                    <a:pt x="39" y="52"/>
                  </a:cubicBezTo>
                  <a:cubicBezTo>
                    <a:pt x="39" y="67"/>
                    <a:pt x="39" y="67"/>
                    <a:pt x="39" y="67"/>
                  </a:cubicBezTo>
                  <a:cubicBezTo>
                    <a:pt x="44" y="66"/>
                    <a:pt x="44" y="66"/>
                    <a:pt x="44" y="66"/>
                  </a:cubicBezTo>
                  <a:cubicBezTo>
                    <a:pt x="44" y="60"/>
                    <a:pt x="44" y="60"/>
                    <a:pt x="44" y="60"/>
                  </a:cubicBezTo>
                  <a:cubicBezTo>
                    <a:pt x="44" y="58"/>
                    <a:pt x="44" y="58"/>
                    <a:pt x="44" y="58"/>
                  </a:cubicBezTo>
                  <a:cubicBezTo>
                    <a:pt x="46" y="57"/>
                    <a:pt x="46" y="57"/>
                    <a:pt x="46" y="57"/>
                  </a:cubicBezTo>
                  <a:cubicBezTo>
                    <a:pt x="50" y="55"/>
                    <a:pt x="54" y="52"/>
                    <a:pt x="56" y="47"/>
                  </a:cubicBezTo>
                  <a:cubicBezTo>
                    <a:pt x="59" y="44"/>
                    <a:pt x="60" y="39"/>
                    <a:pt x="60" y="34"/>
                  </a:cubicBezTo>
                  <a:cubicBezTo>
                    <a:pt x="60" y="27"/>
                    <a:pt x="57" y="20"/>
                    <a:pt x="52" y="15"/>
                  </a:cubicBezTo>
                  <a:cubicBezTo>
                    <a:pt x="47" y="10"/>
                    <a:pt x="41" y="7"/>
                    <a:pt x="33" y="7"/>
                  </a:cubicBezTo>
                  <a:cubicBezTo>
                    <a:pt x="26" y="7"/>
                    <a:pt x="19" y="10"/>
                    <a:pt x="15" y="15"/>
                  </a:cubicBezTo>
                  <a:cubicBezTo>
                    <a:pt x="10" y="20"/>
                    <a:pt x="7" y="27"/>
                    <a:pt x="7" y="34"/>
                  </a:cubicBezTo>
                  <a:cubicBezTo>
                    <a:pt x="7" y="39"/>
                    <a:pt x="8" y="44"/>
                    <a:pt x="11" y="48"/>
                  </a:cubicBezTo>
                  <a:cubicBezTo>
                    <a:pt x="13" y="52"/>
                    <a:pt x="17" y="55"/>
                    <a:pt x="21" y="58"/>
                  </a:cubicBezTo>
                  <a:cubicBezTo>
                    <a:pt x="23" y="59"/>
                    <a:pt x="23" y="59"/>
                    <a:pt x="23" y="59"/>
                  </a:cubicBezTo>
                  <a:cubicBezTo>
                    <a:pt x="23" y="61"/>
                    <a:pt x="23" y="61"/>
                    <a:pt x="23" y="61"/>
                  </a:cubicBezTo>
                  <a:cubicBezTo>
                    <a:pt x="23" y="67"/>
                    <a:pt x="23" y="67"/>
                    <a:pt x="23" y="67"/>
                  </a:cubicBezTo>
                  <a:cubicBezTo>
                    <a:pt x="29" y="67"/>
                    <a:pt x="29" y="67"/>
                    <a:pt x="29" y="67"/>
                  </a:cubicBezTo>
                  <a:cubicBezTo>
                    <a:pt x="29" y="52"/>
                    <a:pt x="29" y="52"/>
                    <a:pt x="29" y="52"/>
                  </a:cubicBezTo>
                  <a:cubicBezTo>
                    <a:pt x="22" y="40"/>
                    <a:pt x="22" y="40"/>
                    <a:pt x="22" y="40"/>
                  </a:cubicBezTo>
                  <a:cubicBezTo>
                    <a:pt x="25" y="38"/>
                    <a:pt x="25" y="38"/>
                    <a:pt x="25" y="38"/>
                  </a:cubicBezTo>
                  <a:cubicBezTo>
                    <a:pt x="26" y="40"/>
                    <a:pt x="26" y="40"/>
                    <a:pt x="26" y="40"/>
                  </a:cubicBezTo>
                  <a:close/>
                  <a:moveTo>
                    <a:pt x="40" y="43"/>
                  </a:moveTo>
                  <a:cubicBezTo>
                    <a:pt x="40" y="43"/>
                    <a:pt x="40" y="43"/>
                    <a:pt x="39" y="43"/>
                  </a:cubicBezTo>
                  <a:cubicBezTo>
                    <a:pt x="38" y="43"/>
                    <a:pt x="37" y="43"/>
                    <a:pt x="36" y="42"/>
                  </a:cubicBezTo>
                  <a:cubicBezTo>
                    <a:pt x="35" y="42"/>
                    <a:pt x="34" y="43"/>
                    <a:pt x="33" y="43"/>
                  </a:cubicBezTo>
                  <a:cubicBezTo>
                    <a:pt x="32" y="43"/>
                    <a:pt x="31" y="42"/>
                    <a:pt x="30" y="42"/>
                  </a:cubicBezTo>
                  <a:cubicBezTo>
                    <a:pt x="29" y="42"/>
                    <a:pt x="28" y="43"/>
                    <a:pt x="28" y="43"/>
                  </a:cubicBezTo>
                  <a:cubicBezTo>
                    <a:pt x="27" y="43"/>
                    <a:pt x="27" y="43"/>
                    <a:pt x="27" y="42"/>
                  </a:cubicBezTo>
                  <a:cubicBezTo>
                    <a:pt x="32" y="50"/>
                    <a:pt x="32" y="50"/>
                    <a:pt x="32" y="50"/>
                  </a:cubicBezTo>
                  <a:cubicBezTo>
                    <a:pt x="32" y="51"/>
                    <a:pt x="32" y="51"/>
                    <a:pt x="32" y="51"/>
                  </a:cubicBezTo>
                  <a:cubicBezTo>
                    <a:pt x="32" y="51"/>
                    <a:pt x="32" y="51"/>
                    <a:pt x="32" y="51"/>
                  </a:cubicBezTo>
                  <a:cubicBezTo>
                    <a:pt x="32" y="67"/>
                    <a:pt x="32" y="67"/>
                    <a:pt x="32" y="67"/>
                  </a:cubicBezTo>
                  <a:cubicBezTo>
                    <a:pt x="35" y="67"/>
                    <a:pt x="35" y="67"/>
                    <a:pt x="35" y="67"/>
                  </a:cubicBezTo>
                  <a:cubicBezTo>
                    <a:pt x="35" y="51"/>
                    <a:pt x="35" y="51"/>
                    <a:pt x="35" y="51"/>
                  </a:cubicBezTo>
                  <a:cubicBezTo>
                    <a:pt x="35" y="51"/>
                    <a:pt x="35" y="51"/>
                    <a:pt x="35" y="51"/>
                  </a:cubicBezTo>
                  <a:cubicBezTo>
                    <a:pt x="35" y="50"/>
                    <a:pt x="35" y="50"/>
                    <a:pt x="35" y="50"/>
                  </a:cubicBezTo>
                  <a:cubicBezTo>
                    <a:pt x="40" y="43"/>
                    <a:pt x="40" y="43"/>
                    <a:pt x="40" y="43"/>
                  </a:cubicBezTo>
                  <a:close/>
                  <a:moveTo>
                    <a:pt x="43" y="96"/>
                  </a:moveTo>
                  <a:cubicBezTo>
                    <a:pt x="24" y="98"/>
                    <a:pt x="24" y="98"/>
                    <a:pt x="24" y="98"/>
                  </a:cubicBezTo>
                  <a:cubicBezTo>
                    <a:pt x="25" y="103"/>
                    <a:pt x="29" y="106"/>
                    <a:pt x="34" y="106"/>
                  </a:cubicBezTo>
                  <a:cubicBezTo>
                    <a:pt x="39" y="106"/>
                    <a:pt x="43" y="102"/>
                    <a:pt x="43" y="97"/>
                  </a:cubicBezTo>
                  <a:cubicBezTo>
                    <a:pt x="43" y="97"/>
                    <a:pt x="43" y="97"/>
                    <a:pt x="43" y="96"/>
                  </a:cubicBezTo>
                  <a:close/>
                  <a:moveTo>
                    <a:pt x="50" y="85"/>
                  </a:moveTo>
                  <a:cubicBezTo>
                    <a:pt x="17" y="88"/>
                    <a:pt x="17" y="88"/>
                    <a:pt x="17" y="88"/>
                  </a:cubicBezTo>
                  <a:cubicBezTo>
                    <a:pt x="17" y="89"/>
                    <a:pt x="17" y="89"/>
                    <a:pt x="17" y="89"/>
                  </a:cubicBezTo>
                  <a:cubicBezTo>
                    <a:pt x="17" y="89"/>
                    <a:pt x="17" y="90"/>
                    <a:pt x="17" y="90"/>
                  </a:cubicBezTo>
                  <a:cubicBezTo>
                    <a:pt x="50" y="87"/>
                    <a:pt x="50" y="87"/>
                    <a:pt x="50" y="87"/>
                  </a:cubicBezTo>
                  <a:cubicBezTo>
                    <a:pt x="50" y="87"/>
                    <a:pt x="50" y="86"/>
                    <a:pt x="50" y="86"/>
                  </a:cubicBezTo>
                  <a:cubicBezTo>
                    <a:pt x="50" y="86"/>
                    <a:pt x="50" y="86"/>
                    <a:pt x="50" y="85"/>
                  </a:cubicBezTo>
                  <a:close/>
                  <a:moveTo>
                    <a:pt x="50" y="73"/>
                  </a:moveTo>
                  <a:cubicBezTo>
                    <a:pt x="17" y="76"/>
                    <a:pt x="17" y="76"/>
                    <a:pt x="17" y="76"/>
                  </a:cubicBezTo>
                  <a:cubicBezTo>
                    <a:pt x="17" y="76"/>
                    <a:pt x="17" y="76"/>
                    <a:pt x="17" y="77"/>
                  </a:cubicBezTo>
                  <a:cubicBezTo>
                    <a:pt x="17" y="77"/>
                    <a:pt x="17" y="77"/>
                    <a:pt x="17" y="77"/>
                  </a:cubicBezTo>
                  <a:cubicBezTo>
                    <a:pt x="50" y="74"/>
                    <a:pt x="50" y="74"/>
                    <a:pt x="50" y="74"/>
                  </a:cubicBezTo>
                  <a:cubicBezTo>
                    <a:pt x="50" y="74"/>
                    <a:pt x="50" y="74"/>
                    <a:pt x="50" y="73"/>
                  </a:cubicBezTo>
                  <a:cubicBezTo>
                    <a:pt x="50" y="73"/>
                    <a:pt x="50" y="73"/>
                    <a:pt x="50" y="73"/>
                  </a:cubicBezTo>
                  <a:close/>
                </a:path>
              </a:pathLst>
            </a:custGeom>
            <a:solidFill>
              <a:srgbClr val="7F2E3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solidFill>
                  <a:srgbClr val="7F2E3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64995242"/>
      </p:ext>
    </p:extLst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文本框 14"/>
          <p:cNvSpPr txBox="1"/>
          <p:nvPr/>
        </p:nvSpPr>
        <p:spPr>
          <a:xfrm>
            <a:off x="5176518" y="2921169"/>
            <a:ext cx="1838965" cy="1015663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/>
          <a:p>
            <a:r>
              <a:rPr lang="en-US" altLang="zh-CN" sz="6000" b="1" dirty="0" smtClean="0">
                <a:solidFill>
                  <a:srgbClr val="3C3C3C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END</a:t>
            </a:r>
            <a:endParaRPr lang="zh-CN" altLang="en-US" sz="6000" b="1" dirty="0">
              <a:solidFill>
                <a:srgbClr val="3C3C3C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74830055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xmlns="" Requires="p15">
      <p:transition xmlns:p14="http://schemas.microsoft.com/office/powerpoint/2010/main" spd="slow" p14:dur="1250">
        <p15:prstTrans prst="pageCurlDoubl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500" tmFilter="0,0; .5, 1; 1, 1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PRESENTATION_TITLE" val="Volt - Colorful Birigh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3|0.8|4.7|0.8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6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6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6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6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6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4|0.8"/>
</p:tagLst>
</file>

<file path=ppt/theme/theme1.xml><?xml version="1.0" encoding="utf-8"?>
<a:theme xmlns:a="http://schemas.openxmlformats.org/drawingml/2006/main" name="第一PPT，www.1ppt.com">
  <a:themeElements>
    <a:clrScheme name="Single Blue">
      <a:dk1>
        <a:sysClr val="windowText" lastClr="000000"/>
      </a:dk1>
      <a:lt1>
        <a:sysClr val="window" lastClr="FFFFFF"/>
      </a:lt1>
      <a:dk2>
        <a:srgbClr val="231D1F"/>
      </a:dk2>
      <a:lt2>
        <a:srgbClr val="ECF0F1"/>
      </a:lt2>
      <a:accent1>
        <a:srgbClr val="4B7FA7"/>
      </a:accent1>
      <a:accent2>
        <a:srgbClr val="4B7FA7"/>
      </a:accent2>
      <a:accent3>
        <a:srgbClr val="4B7FA7"/>
      </a:accent3>
      <a:accent4>
        <a:srgbClr val="4B7FA7"/>
      </a:accent4>
      <a:accent5>
        <a:srgbClr val="4B7FA7"/>
      </a:accent5>
      <a:accent6>
        <a:srgbClr val="4B7FA7"/>
      </a:accent6>
      <a:hlink>
        <a:srgbClr val="4B7FA7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7600</TotalTime>
  <Words>360</Words>
  <Application>Microsoft Office PowerPoint</Application>
  <PresentationFormat>自訂</PresentationFormat>
  <Paragraphs>63</Paragraphs>
  <Slides>15</Slides>
  <Notes>8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15</vt:i4>
      </vt:variant>
    </vt:vector>
  </HeadingPairs>
  <TitlesOfParts>
    <vt:vector size="16" baseType="lpstr">
      <vt:lpstr>第一PPT，www.1ppt.com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>第一PPT，www.1ppt.com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简洁</dc:title>
  <dc:creator>第一PPT</dc:creator>
  <cp:keywords>www.1ppt.com</cp:keywords>
  <dc:description>www.1ppt.com</dc:description>
  <cp:lastModifiedBy>USER</cp:lastModifiedBy>
  <cp:revision>1168</cp:revision>
  <dcterms:created xsi:type="dcterms:W3CDTF">2015-03-01T11:49:49Z</dcterms:created>
  <dcterms:modified xsi:type="dcterms:W3CDTF">2021-06-22T14:00:43Z</dcterms:modified>
</cp:coreProperties>
</file>