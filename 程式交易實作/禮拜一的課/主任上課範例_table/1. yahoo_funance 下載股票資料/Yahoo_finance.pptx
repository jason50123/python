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76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77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31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05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53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53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86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872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73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11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95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202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648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577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8458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097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660CB-393B-40A5-AD38-9F70A613533D}" type="datetimeFigureOut">
              <a:rPr lang="zh-TW" altLang="en-US" smtClean="0"/>
              <a:t>2021/3/28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D4A15B7-A79E-49BB-9B25-D2AAF399DD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78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404CF6-92EB-48F7-8738-F35A5CEC2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cap="none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Yahoo_finance</a:t>
            </a:r>
            <a:r>
              <a:rPr lang="zh-TW" altLang="en-US" sz="4000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取得股價資料</a:t>
            </a:r>
            <a:endParaRPr lang="zh-TW" altLang="en-US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47BE35-E407-4B84-AD37-6A7391CB5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製作人：黃宥輔</a:t>
            </a:r>
          </a:p>
        </p:txBody>
      </p:sp>
    </p:spTree>
    <p:extLst>
      <p:ext uri="{BB962C8B-B14F-4D97-AF65-F5344CB8AC3E}">
        <p14:creationId xmlns:p14="http://schemas.microsoft.com/office/powerpoint/2010/main" val="174172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089AA5-CAA7-4FD3-AF43-AEEF482A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542" y="377588"/>
            <a:ext cx="10131425" cy="1456267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E9E199-15F8-4D29-B57B-CD1A6E3F7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542" y="1531012"/>
            <a:ext cx="5410199" cy="1456268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+mj-ea"/>
                <a:ea typeface="+mj-ea"/>
              </a:rPr>
              <a:t>pip install </a:t>
            </a:r>
            <a:r>
              <a:rPr lang="en-US" altLang="zh-TW" sz="3600" dirty="0" err="1">
                <a:latin typeface="+mj-ea"/>
                <a:ea typeface="+mj-ea"/>
              </a:rPr>
              <a:t>yfinance</a:t>
            </a:r>
            <a:endParaRPr lang="zh-TW" altLang="en-US" sz="3600" dirty="0">
              <a:latin typeface="+mj-ea"/>
              <a:ea typeface="+mj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C40915-F2BC-4A3D-BC72-619FCCD0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42" y="3020168"/>
            <a:ext cx="8902915" cy="308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3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103D89-9DBE-4B4A-9B51-589F90AF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取得股票資料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1BAC011-6A93-4A24-88ED-ED54E5760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412264"/>
              </p:ext>
            </p:extLst>
          </p:nvPr>
        </p:nvGraphicFramePr>
        <p:xfrm>
          <a:off x="395785" y="2133600"/>
          <a:ext cx="11423176" cy="4245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88">
                  <a:extLst>
                    <a:ext uri="{9D8B030D-6E8A-4147-A177-3AD203B41FA5}">
                      <a16:colId xmlns:a16="http://schemas.microsoft.com/office/drawing/2014/main" val="1240740059"/>
                    </a:ext>
                  </a:extLst>
                </a:gridCol>
                <a:gridCol w="10740788">
                  <a:extLst>
                    <a:ext uri="{9D8B030D-6E8A-4147-A177-3AD203B41FA5}">
                      <a16:colId xmlns:a16="http://schemas.microsoft.com/office/drawing/2014/main" val="227146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程式碼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95184"/>
                  </a:ext>
                </a:extLst>
              </a:tr>
              <a:tr h="5936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# -*- coding: utf-8 -*-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2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import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yfinance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as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32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4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= "2330"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9411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= str(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+ ".TW" # Yahoo Finance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 代號為台灣的代號 </a:t>
                      </a: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 .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TW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749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 =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yf.Ticker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#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抓取資料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34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99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# 1mo = 1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個月，</a:t>
                      </a: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max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可以把所有期間的資料都下載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184657"/>
                  </a:ext>
                </a:extLst>
              </a:tr>
              <a:tr h="169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ohlc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=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data.history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period="2mo"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6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print(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ohlc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64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44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9C0389-4F82-4CE4-A3FE-2F3F01AA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取得股票資料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22A789CC-3DFD-4214-9A10-83B30101A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186" y="1355677"/>
            <a:ext cx="9889627" cy="53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4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D6810-74BF-425D-BA9A-1CBF3856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轉換為自訂函式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490AF172-2635-45E0-BE8A-8410937C6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386949"/>
              </p:ext>
            </p:extLst>
          </p:nvPr>
        </p:nvGraphicFramePr>
        <p:xfrm>
          <a:off x="384412" y="1601337"/>
          <a:ext cx="11423176" cy="5135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88">
                  <a:extLst>
                    <a:ext uri="{9D8B030D-6E8A-4147-A177-3AD203B41FA5}">
                      <a16:colId xmlns:a16="http://schemas.microsoft.com/office/drawing/2014/main" val="1240740059"/>
                    </a:ext>
                  </a:extLst>
                </a:gridCol>
                <a:gridCol w="10740788">
                  <a:extLst>
                    <a:ext uri="{9D8B030D-6E8A-4147-A177-3AD203B41FA5}">
                      <a16:colId xmlns:a16="http://schemas.microsoft.com/office/drawing/2014/main" val="2271462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程式碼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95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# -*- coding: utf-8 -*-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2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import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yfinance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as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32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4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 main( </a:t>
                      </a:r>
                      <a:r>
                        <a:rPr lang="en-US" sz="20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):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9411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= str(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+ ".TW" # Yahoo Finance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 代號為台灣的代號 </a:t>
                      </a: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 .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TW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749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 =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yf.Ticker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stock_id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#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抓取資料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34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995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# 1mo = 1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個月，</a:t>
                      </a: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max 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可以把所有期間的資料都下載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184657"/>
                  </a:ext>
                </a:extLst>
              </a:tr>
              <a:tr h="169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ohlc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=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data.history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period="2mo"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601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print(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ohlc</a:t>
                      </a:r>
                      <a:r>
                        <a:rPr lang="zh-TW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640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946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if __name__ == "__main__":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001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   </a:t>
                      </a:r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main( 2330 )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839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4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96396-4F9C-4D29-ABD6-A1EC233B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304" y="364802"/>
            <a:ext cx="8911687" cy="1280890"/>
          </a:xfrm>
        </p:spPr>
        <p:txBody>
          <a:bodyPr/>
          <a:lstStyle/>
          <a:p>
            <a:r>
              <a:rPr lang="zh-TW" altLang="en-US" dirty="0"/>
              <a:t>轉換為自訂函式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2D2546F9-B19E-4BED-8F20-400C72027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297" y="1264554"/>
            <a:ext cx="10307702" cy="559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9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452E82-433F-4238-8644-630078E70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9277" y="364803"/>
            <a:ext cx="8911687" cy="1280890"/>
          </a:xfrm>
        </p:spPr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95C9A6-768E-4931-A5FA-E0EEF3264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6824" y="1175379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+mj-ea"/>
                <a:ea typeface="+mj-ea"/>
              </a:rPr>
              <a:t>pip install </a:t>
            </a:r>
            <a:r>
              <a:rPr lang="en-US" altLang="zh-TW" sz="3200" dirty="0" err="1">
                <a:latin typeface="+mj-ea"/>
                <a:ea typeface="+mj-ea"/>
              </a:rPr>
              <a:t>mplfinance</a:t>
            </a:r>
            <a:endParaRPr lang="en-US" altLang="zh-TW" sz="3200" dirty="0">
              <a:latin typeface="+mj-ea"/>
              <a:ea typeface="+mj-ea"/>
            </a:endParaRPr>
          </a:p>
          <a:p>
            <a:r>
              <a:rPr lang="en-US" altLang="zh-TW" sz="3200" dirty="0">
                <a:latin typeface="+mj-ea"/>
                <a:ea typeface="+mj-ea"/>
              </a:rPr>
              <a:t>matplotlib </a:t>
            </a:r>
            <a:r>
              <a:rPr lang="zh-TW" altLang="en-US" sz="3200" dirty="0">
                <a:latin typeface="+mj-ea"/>
                <a:ea typeface="+mj-ea"/>
              </a:rPr>
              <a:t>中繪製財務圖表的套件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874FA-A382-4222-9E6F-6EBE34A6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34" y="2474139"/>
            <a:ext cx="8181641" cy="420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2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6F3865-8046-433C-872D-7418A7F5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79480"/>
            <a:ext cx="8911687" cy="1280890"/>
          </a:xfrm>
        </p:spPr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7025E0D-7E9A-4D1A-90E9-950E896D1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8556" y="305878"/>
            <a:ext cx="7379904" cy="62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0E07D-C6F9-472E-9111-4DC91CDD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DF3DCCC-307C-42CE-A3D3-4FB0D4A23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061083"/>
              </p:ext>
            </p:extLst>
          </p:nvPr>
        </p:nvGraphicFramePr>
        <p:xfrm>
          <a:off x="259308" y="1601337"/>
          <a:ext cx="12192000" cy="5002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316">
                  <a:extLst>
                    <a:ext uri="{9D8B030D-6E8A-4147-A177-3AD203B41FA5}">
                      <a16:colId xmlns:a16="http://schemas.microsoft.com/office/drawing/2014/main" val="1240740059"/>
                    </a:ext>
                  </a:extLst>
                </a:gridCol>
                <a:gridCol w="11463684">
                  <a:extLst>
                    <a:ext uri="{9D8B030D-6E8A-4147-A177-3AD203B41FA5}">
                      <a16:colId xmlns:a16="http://schemas.microsoft.com/office/drawing/2014/main" val="2271462435"/>
                    </a:ext>
                  </a:extLst>
                </a:gridCol>
              </a:tblGrid>
              <a:tr h="421227">
                <a:tc>
                  <a:txBody>
                    <a:bodyPr/>
                    <a:lstStyle/>
                    <a:p>
                      <a:r>
                        <a:rPr lang="zh-TW" altLang="en-US" dirty="0"/>
                        <a:t>行號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程式碼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9518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# -*- coding: utf-8 -*-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2772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import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yfinance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as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yf</a:t>
                      </a:r>
                      <a:endParaRPr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325869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import </a:t>
                      </a:r>
                      <a:r>
                        <a:rPr lang="en-US" sz="20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mplfinance</a:t>
                      </a:r>
                      <a:r>
                        <a:rPr 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as </a:t>
                      </a:r>
                      <a:r>
                        <a:rPr lang="en-US" sz="20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fplt</a:t>
                      </a:r>
                      <a:endParaRPr lang="en-US" sz="2000" b="0" i="0" u="none" strike="noStrike" kern="1200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47448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9411707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def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draw_candle_chart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stock_id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):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7498105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stock_id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= str(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stock_id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) + ".TW" # Yahoo Finance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的 代號為台灣的代號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+ .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TW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34063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data =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yf.Ticker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stock_id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)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抓取資料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995221"/>
                  </a:ext>
                </a:extLst>
              </a:tr>
              <a:tr h="43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184657"/>
                  </a:ext>
                </a:extLst>
              </a:tr>
              <a:tr h="3570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# 1mo = 1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個月，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max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可以把所有期間的資料都下載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60101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ohlc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=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data.history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 period="2mo" 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640108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sz="20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ohlc</a:t>
                      </a:r>
                      <a:r>
                        <a:rPr 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= </a:t>
                      </a:r>
                      <a:r>
                        <a:rPr lang="en-US" sz="2000" b="0" i="0" u="none" strike="noStrike" kern="1200" dirty="0" err="1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ohlc.loc</a:t>
                      </a:r>
                      <a:r>
                        <a:rPr 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[ :, ["Open", "High", "Low", "Close", "Volume"] ]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選擇製圖需要欄位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開高低收量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946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44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0E07D-C6F9-472E-9111-4DC91CDD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DF3DCCC-307C-42CE-A3D3-4FB0D4A23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514043"/>
              </p:ext>
            </p:extLst>
          </p:nvPr>
        </p:nvGraphicFramePr>
        <p:xfrm>
          <a:off x="1" y="1601337"/>
          <a:ext cx="12192000" cy="456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316">
                  <a:extLst>
                    <a:ext uri="{9D8B030D-6E8A-4147-A177-3AD203B41FA5}">
                      <a16:colId xmlns:a16="http://schemas.microsoft.com/office/drawing/2014/main" val="1240740059"/>
                    </a:ext>
                  </a:extLst>
                </a:gridCol>
                <a:gridCol w="11463684">
                  <a:extLst>
                    <a:ext uri="{9D8B030D-6E8A-4147-A177-3AD203B41FA5}">
                      <a16:colId xmlns:a16="http://schemas.microsoft.com/office/drawing/2014/main" val="2271462435"/>
                    </a:ext>
                  </a:extLst>
                </a:gridCol>
              </a:tblGrid>
              <a:tr h="421227">
                <a:tc>
                  <a:txBody>
                    <a:bodyPr/>
                    <a:lstStyle/>
                    <a:p>
                      <a:r>
                        <a:rPr lang="zh-TW" altLang="en-US" dirty="0"/>
                        <a:t>行號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程式碼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9518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2772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調整圖表標示顏色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325869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mc =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fplt.make_marketcolors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47448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           up = '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tab:red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',down = '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tab:green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',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上漲為紅，下跌為綠</a:t>
                      </a:r>
                      <a:endParaRPr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9411707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           wick = {'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up':'red','down':'green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'},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影線上漲為紅，下跌為綠</a:t>
                      </a:r>
                      <a:endParaRPr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7498105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           volume = '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tab:green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',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+mn-ea"/>
                          <a:cs typeface="+mn-cs"/>
                        </a:rPr>
                        <a:t>交易量顏色</a:t>
                      </a:r>
                      <a:endParaRPr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34063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995221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184657"/>
                  </a:ext>
                </a:extLst>
              </a:tr>
              <a:tr h="357033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s =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fplt.make_mpf_style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marketcolors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= mc )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定義圖表風格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60101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64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26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0E07D-C6F9-472E-9111-4DC91CDD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ADF3DCCC-307C-42CE-A3D3-4FB0D4A23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395736"/>
              </p:ext>
            </p:extLst>
          </p:nvPr>
        </p:nvGraphicFramePr>
        <p:xfrm>
          <a:off x="0" y="1264555"/>
          <a:ext cx="12192000" cy="5411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316">
                  <a:extLst>
                    <a:ext uri="{9D8B030D-6E8A-4147-A177-3AD203B41FA5}">
                      <a16:colId xmlns:a16="http://schemas.microsoft.com/office/drawing/2014/main" val="1240740059"/>
                    </a:ext>
                  </a:extLst>
                </a:gridCol>
                <a:gridCol w="11463684">
                  <a:extLst>
                    <a:ext uri="{9D8B030D-6E8A-4147-A177-3AD203B41FA5}">
                      <a16:colId xmlns:a16="http://schemas.microsoft.com/office/drawing/2014/main" val="2271462435"/>
                    </a:ext>
                  </a:extLst>
                </a:gridCol>
              </a:tblGrid>
              <a:tr h="421227">
                <a:tc>
                  <a:txBody>
                    <a:bodyPr/>
                    <a:lstStyle/>
                    <a:p>
                      <a:r>
                        <a:rPr lang="zh-TW" altLang="en-US" dirty="0"/>
                        <a:t>行號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程式碼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9518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fplt.plot(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72772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</a:t>
                      </a:r>
                      <a:r>
                        <a:rPr lang="en-US" altLang="zh-TW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ohlc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開高低收量的資料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5325869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type = 'candle',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類型為蠟燭圖，也就是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K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線圖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6547448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style = s,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套用圖表風格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9411707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title =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stock_id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設定圖表標題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7498105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ylabel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= 'Price ($)',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設定 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軸標題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8340630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volume = True,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1995221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   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savefig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='stock_Kbar.png', # </a:t>
                      </a:r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儲存檔案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184657"/>
                  </a:ext>
                </a:extLst>
              </a:tr>
              <a:tr h="357033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        </a:t>
                      </a:r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60101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zh-TW" alt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640108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if __name__ == "__main__":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9462884"/>
                  </a:ext>
                </a:extLst>
              </a:tr>
              <a:tr h="42122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altLang="zh-TW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   </a:t>
                      </a:r>
                      <a:r>
                        <a:rPr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draw_candle_chart</a:t>
                      </a:r>
                      <a:r>
                        <a:rPr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( 2330 )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269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B750E1-8BDA-4288-8352-2DC9CAA1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繪製圖表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F8155C-FF51-4738-BA67-268200C82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31" y="1532585"/>
            <a:ext cx="9222738" cy="500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0F6D0-13DA-4AA6-A904-CC02622B1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5491"/>
            <a:ext cx="8911687" cy="727018"/>
          </a:xfrm>
        </p:spPr>
        <p:txBody>
          <a:bodyPr/>
          <a:lstStyle/>
          <a:p>
            <a:pPr algn="ctr"/>
            <a:r>
              <a:rPr lang="zh-TW" altLang="en-US" dirty="0"/>
              <a:t>謝謝聆聽！</a:t>
            </a:r>
          </a:p>
        </p:txBody>
      </p:sp>
    </p:spTree>
    <p:extLst>
      <p:ext uri="{BB962C8B-B14F-4D97-AF65-F5344CB8AC3E}">
        <p14:creationId xmlns:p14="http://schemas.microsoft.com/office/powerpoint/2010/main" val="236003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136</TotalTime>
  <Words>635</Words>
  <Application>Microsoft Office PowerPoint</Application>
  <PresentationFormat>寬螢幕</PresentationFormat>
  <Paragraphs>133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Arial</vt:lpstr>
      <vt:lpstr>Century Gothic</vt:lpstr>
      <vt:lpstr>Wingdings 3</vt:lpstr>
      <vt:lpstr>絲縷</vt:lpstr>
      <vt:lpstr>Yahoo_finance取得股價資料</vt:lpstr>
      <vt:lpstr>安裝</vt:lpstr>
      <vt:lpstr>取得股票資料</vt:lpstr>
      <vt:lpstr>取得股票資料</vt:lpstr>
      <vt:lpstr>轉換為自訂函式</vt:lpstr>
      <vt:lpstr>轉換為自訂函式</vt:lpstr>
      <vt:lpstr>繪製圖表</vt:lpstr>
      <vt:lpstr>繪製圖表</vt:lpstr>
      <vt:lpstr>繪製圖表</vt:lpstr>
      <vt:lpstr>繪製圖表</vt:lpstr>
      <vt:lpstr>繪製圖表</vt:lpstr>
      <vt:lpstr>繪製圖表</vt:lpstr>
      <vt:lpstr>謝謝聆聽！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Yahoo_finance取得股價資料</dc:title>
  <dc:creator>user</dc:creator>
  <cp:lastModifiedBy>user</cp:lastModifiedBy>
  <cp:revision>24</cp:revision>
  <dcterms:created xsi:type="dcterms:W3CDTF">2021-03-17T04:16:43Z</dcterms:created>
  <dcterms:modified xsi:type="dcterms:W3CDTF">2021-03-28T15:40:53Z</dcterms:modified>
</cp:coreProperties>
</file>