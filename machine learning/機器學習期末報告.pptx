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notesMasters/notesMaster1.xml" ContentType="application/vnd.openxmlformats-officedocument.presentationml.notes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tags/tag2.xml" ContentType="application/vnd.openxmlformats-officedocument.presentationml.tags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tags/tag3.xml" ContentType="application/vnd.openxmlformats-officedocument.presentationml.tags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tags/tag4.xml" ContentType="application/vnd.openxmlformats-officedocument.presentationml.tags+xml"/>
  <Override PartName="/ppt/notesSlides/notesSlide8.xml" ContentType="application/vnd.openxmlformats-officedocument.presentationml.notesSlide+xml"/>
  <Override PartName="/ppt/tags/tag5.xml" ContentType="application/vnd.openxmlformats-officedocument.presentationml.tags+xml"/>
  <Override PartName="/ppt/notesSlides/notesSlide9.xml" ContentType="application/vnd.openxmlformats-officedocument.presentationml.notesSlide+xml"/>
  <Override PartName="/ppt/tags/tag6.xml" ContentType="application/vnd.openxmlformats-officedocument.presentationml.tags+xml"/>
  <Override PartName="/ppt/notesSlides/notesSlide10.xml" ContentType="application/vnd.openxmlformats-officedocument.presentationml.notesSlide+xml"/>
  <Override PartName="/ppt/tags/tag7.xml" ContentType="application/vnd.openxmlformats-officedocument.presentationml.tags+xml"/>
  <Override PartName="/ppt/notesSlides/notesSlide11.xml" ContentType="application/vnd.openxmlformats-officedocument.presentationml.notesSlide+xml"/>
  <Override PartName="/ppt/tags/tag8.xml" ContentType="application/vnd.openxmlformats-officedocument.presentationml.tags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tags/tag9.xml" ContentType="application/vnd.openxmlformats-officedocument.presentationml.tags+xml"/>
  <Override PartName="/ppt/notesSlides/notesSlide14.xml" ContentType="application/vnd.openxmlformats-officedocument.presentationml.notesSlide+xml"/>
  <Override PartName="/ppt/tags/tag10.xml" ContentType="application/vnd.openxmlformats-officedocument.presentationml.tags+xml"/>
  <Override PartName="/ppt/notesSlides/notesSlide15.xml" ContentType="application/vnd.openxmlformats-officedocument.presentationml.notesSlide+xml"/>
  <Override PartName="/ppt/tags/tag11.xml" ContentType="application/vnd.openxmlformats-officedocument.presentationml.tags+xml"/>
  <Override PartName="/ppt/notesSlides/notesSlide16.xml" ContentType="application/vnd.openxmlformats-officedocument.presentationml.notesSlide+xml"/>
  <Override PartName="/ppt/tags/tag12.xml" ContentType="application/vnd.openxmlformats-officedocument.presentationml.tags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tags/tag13.xml" ContentType="application/vnd.openxmlformats-officedocument.presentationml.tags+xml"/>
  <Override PartName="/ppt/notesSlides/notesSlide19.xml" ContentType="application/vnd.openxmlformats-officedocument.presentationml.notesSlide+xml"/>
  <Override PartName="/ppt/tags/tag14.xml" ContentType="application/vnd.openxmlformats-officedocument.presentationml.tags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  <p:sldMasterId id="2147483661" r:id="rId2"/>
  </p:sldMasterIdLst>
  <p:notesMasterIdLst>
    <p:notesMasterId r:id="rId24"/>
  </p:notesMasterIdLst>
  <p:sldIdLst>
    <p:sldId id="256" r:id="rId3"/>
    <p:sldId id="257" r:id="rId4"/>
    <p:sldId id="306" r:id="rId5"/>
    <p:sldId id="290" r:id="rId6"/>
    <p:sldId id="258" r:id="rId7"/>
    <p:sldId id="291" r:id="rId8"/>
    <p:sldId id="287" r:id="rId9"/>
    <p:sldId id="309" r:id="rId10"/>
    <p:sldId id="295" r:id="rId11"/>
    <p:sldId id="303" r:id="rId12"/>
    <p:sldId id="304" r:id="rId13"/>
    <p:sldId id="297" r:id="rId14"/>
    <p:sldId id="288" r:id="rId15"/>
    <p:sldId id="298" r:id="rId16"/>
    <p:sldId id="299" r:id="rId17"/>
    <p:sldId id="300" r:id="rId18"/>
    <p:sldId id="301" r:id="rId19"/>
    <p:sldId id="289" r:id="rId20"/>
    <p:sldId id="307" r:id="rId21"/>
    <p:sldId id="308" r:id="rId22"/>
    <p:sldId id="296" r:id="rId23"/>
  </p:sldIdLst>
  <p:sldSz cx="9001125" cy="5040313"/>
  <p:notesSz cx="6858000" cy="9144000"/>
  <p:custDataLst>
    <p:tags r:id="rId25"/>
  </p:custDataLst>
  <p:defaultTextStyle>
    <a:defPPr>
      <a:defRPr lang="zh-CN"/>
    </a:defPPr>
    <a:lvl1pPr marL="0" algn="l" defTabSz="802295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1pPr>
    <a:lvl2pPr marL="401147" algn="l" defTabSz="802295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2pPr>
    <a:lvl3pPr marL="802295" algn="l" defTabSz="802295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3pPr>
    <a:lvl4pPr marL="1203442" algn="l" defTabSz="802295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4pPr>
    <a:lvl5pPr marL="1604589" algn="l" defTabSz="802295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5pPr>
    <a:lvl6pPr marL="2005736" algn="l" defTabSz="802295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6pPr>
    <a:lvl7pPr marL="2406884" algn="l" defTabSz="802295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7pPr>
    <a:lvl8pPr marL="2808031" algn="l" defTabSz="802295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8pPr>
    <a:lvl9pPr marL="3209178" algn="l" defTabSz="802295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="" xmlns:p15="http://schemas.microsoft.com/office/powerpoint/2012/main">
        <p15:guide id="1" orient="horz" pos="1588">
          <p15:clr>
            <a:srgbClr val="A4A3A4"/>
          </p15:clr>
        </p15:guide>
        <p15:guide id="2" pos="2835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595959"/>
    <a:srgbClr val="3B3837"/>
    <a:srgbClr val="F5F5F5"/>
    <a:srgbClr val="EAEAEA"/>
    <a:srgbClr val="F6F5F5"/>
    <a:srgbClr val="D9D9D9"/>
    <a:srgbClr val="F1F1F1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=""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301" autoAdjust="0"/>
    <p:restoredTop sz="94634"/>
  </p:normalViewPr>
  <p:slideViewPr>
    <p:cSldViewPr>
      <p:cViewPr varScale="1">
        <p:scale>
          <a:sx n="113" d="100"/>
          <a:sy n="113" d="100"/>
        </p:scale>
        <p:origin x="-586" y="-62"/>
      </p:cViewPr>
      <p:guideLst>
        <p:guide orient="horz" pos="1588"/>
        <p:guide pos="2835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26" Type="http://schemas.openxmlformats.org/officeDocument/2006/relationships/presProps" Target="presProps.xml"/><Relationship Id="rId3" Type="http://schemas.openxmlformats.org/officeDocument/2006/relationships/slide" Target="slides/slide1.xml"/><Relationship Id="rId21" Type="http://schemas.openxmlformats.org/officeDocument/2006/relationships/slide" Target="slides/slide19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tags" Target="tags/tag1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0" Type="http://schemas.openxmlformats.org/officeDocument/2006/relationships/slide" Target="slides/slide18.xml"/><Relationship Id="rId29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24" Type="http://schemas.openxmlformats.org/officeDocument/2006/relationships/notesMaster" Target="notesMasters/notesMaster1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23" Type="http://schemas.openxmlformats.org/officeDocument/2006/relationships/slide" Target="slides/slide21.xml"/><Relationship Id="rId28" Type="http://schemas.openxmlformats.org/officeDocument/2006/relationships/theme" Target="theme/theme1.xml"/><Relationship Id="rId10" Type="http://schemas.openxmlformats.org/officeDocument/2006/relationships/slide" Target="slides/slide8.xml"/><Relationship Id="rId19" Type="http://schemas.openxmlformats.org/officeDocument/2006/relationships/slide" Target="slides/slide17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slide" Target="slides/slide20.xml"/><Relationship Id="rId27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0D92B0A-9A72-46CF-9031-31BEF6868F68}" type="datetimeFigureOut">
              <a:rPr lang="zh-CN" altLang="en-US" smtClean="0"/>
              <a:t>2021/6/22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74688" y="1143000"/>
            <a:ext cx="5508625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CBE3B0D-E3B5-49EB-B71F-FCF3A9E92577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99863045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CBE3B0D-E3B5-49EB-B71F-FCF3A9E92577}" type="slidenum">
              <a:rPr lang="zh-CN" altLang="en-US" smtClean="0"/>
              <a:t>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06700381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CBE3B0D-E3B5-49EB-B71F-FCF3A9E92577}" type="slidenum">
              <a:rPr lang="zh-CN" altLang="en-US" smtClean="0"/>
              <a:t>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067706627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CBE3B0D-E3B5-49EB-B71F-FCF3A9E92577}" type="slidenum">
              <a:rPr lang="zh-CN" altLang="en-US" smtClean="0"/>
              <a:t>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500586450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CBE3B0D-E3B5-49EB-B71F-FCF3A9E92577}" type="slidenum">
              <a:rPr lang="zh-CN" altLang="en-US" smtClean="0"/>
              <a:t>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844455998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CBE3B0D-E3B5-49EB-B71F-FCF3A9E92577}" type="slidenum">
              <a:rPr lang="zh-CN" altLang="en-US" smtClean="0"/>
              <a:t>5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500586450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CBE3B0D-E3B5-49EB-B71F-FCF3A9E92577}" type="slidenum">
              <a:rPr lang="zh-CN" altLang="en-US" smtClean="0"/>
              <a:t>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844455998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CBE3B0D-E3B5-49EB-B71F-FCF3A9E92577}" type="slidenum">
              <a:rPr lang="zh-CN" altLang="en-US" smtClean="0"/>
              <a:t>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500586450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CBE3B0D-E3B5-49EB-B71F-FCF3A9E92577}" type="slidenum">
              <a:rPr lang="zh-CN" altLang="en-US" smtClean="0"/>
              <a:t>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844455998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CBE3B0D-E3B5-49EB-B71F-FCF3A9E92577}" type="slidenum">
              <a:rPr lang="zh-CN" altLang="en-US" smtClean="0"/>
              <a:t>9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844455998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CBE3B0D-E3B5-49EB-B71F-FCF3A9E92577}" type="slidenum">
              <a:rPr lang="zh-CN" altLang="en-US" smtClean="0"/>
              <a:t>10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844455998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CBE3B0D-E3B5-49EB-B71F-FCF3A9E92577}" type="slidenum">
              <a:rPr lang="zh-CN" altLang="en-US" smtClean="0"/>
              <a:t>11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844455998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CBE3B0D-E3B5-49EB-B71F-FCF3A9E92577}" type="slidenum">
              <a:rPr lang="zh-CN" altLang="en-US" smtClean="0"/>
              <a:t>12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844455998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CBE3B0D-E3B5-49EB-B71F-FCF3A9E92577}" type="slidenum">
              <a:rPr lang="zh-CN" altLang="en-US" smtClean="0"/>
              <a:t>13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500586450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CBE3B0D-E3B5-49EB-B71F-FCF3A9E92577}" type="slidenum">
              <a:rPr lang="zh-CN" altLang="en-US" smtClean="0"/>
              <a:t>14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844455998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CBE3B0D-E3B5-49EB-B71F-FCF3A9E92577}" type="slidenum">
              <a:rPr lang="zh-CN" altLang="en-US" smtClean="0"/>
              <a:t>15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844455998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CBE3B0D-E3B5-49EB-B71F-FCF3A9E92577}" type="slidenum">
              <a:rPr lang="zh-CN" altLang="en-US" smtClean="0"/>
              <a:t>16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844455998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CBE3B0D-E3B5-49EB-B71F-FCF3A9E92577}" type="slidenum">
              <a:rPr lang="zh-CN" altLang="en-US" smtClean="0"/>
              <a:t>17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844455998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CBE3B0D-E3B5-49EB-B71F-FCF3A9E92577}" type="slidenum">
              <a:rPr lang="zh-CN" altLang="en-US" smtClean="0"/>
              <a:t>18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500586450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CBE3B0D-E3B5-49EB-B71F-FCF3A9E92577}" type="slidenum">
              <a:rPr lang="zh-CN" altLang="en-US" smtClean="0"/>
              <a:t>19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844455998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CBE3B0D-E3B5-49EB-B71F-FCF3A9E92577}" type="slidenum">
              <a:rPr lang="zh-CN" altLang="en-US" smtClean="0"/>
              <a:t>20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844455998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CBE3B0D-E3B5-49EB-B71F-FCF3A9E92577}" type="slidenum">
              <a:rPr lang="zh-CN" altLang="en-US" smtClean="0"/>
              <a:t>21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40732535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hyperlink" Target="http://www.1ppt.com/moban/" TargetMode="External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675085" y="1565764"/>
            <a:ext cx="7650956" cy="1080400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350169" y="2856177"/>
            <a:ext cx="6300788" cy="128808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0114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80229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203442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60458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005736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40688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808031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209178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  <a:t>2021/6/22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  <a:t>2021/6/22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11027" y="3238868"/>
            <a:ext cx="7650956" cy="1001062"/>
          </a:xfrm>
        </p:spPr>
        <p:txBody>
          <a:bodyPr anchor="t"/>
          <a:lstStyle>
            <a:lvl1pPr algn="l">
              <a:defRPr sz="3500" b="1" cap="all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711027" y="2136300"/>
            <a:ext cx="7650956" cy="1102568"/>
          </a:xfrm>
        </p:spPr>
        <p:txBody>
          <a:bodyPr anchor="b"/>
          <a:lstStyle>
            <a:lvl1pPr marL="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1pPr>
            <a:lvl2pPr marL="401147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2pPr>
            <a:lvl3pPr marL="802295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3pPr>
            <a:lvl4pPr marL="1203442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604589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2005736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406884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808031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3209178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  <a:t>2021/6/22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450056" y="1176073"/>
            <a:ext cx="3975497" cy="3326374"/>
          </a:xfrm>
        </p:spPr>
        <p:txBody>
          <a:bodyPr/>
          <a:lstStyle>
            <a:lvl1pPr>
              <a:defRPr sz="2500"/>
            </a:lvl1pPr>
            <a:lvl2pPr>
              <a:defRPr sz="21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575572" y="1176073"/>
            <a:ext cx="3975497" cy="3326374"/>
          </a:xfrm>
        </p:spPr>
        <p:txBody>
          <a:bodyPr/>
          <a:lstStyle>
            <a:lvl1pPr>
              <a:defRPr sz="2500"/>
            </a:lvl1pPr>
            <a:lvl2pPr>
              <a:defRPr sz="21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  <a:t>2021/6/22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0056" y="1128237"/>
            <a:ext cx="3977060" cy="470195"/>
          </a:xfrm>
        </p:spPr>
        <p:txBody>
          <a:bodyPr anchor="b"/>
          <a:lstStyle>
            <a:lvl1pPr marL="0" indent="0">
              <a:buNone/>
              <a:defRPr sz="2100" b="1"/>
            </a:lvl1pPr>
            <a:lvl2pPr marL="401147" indent="0">
              <a:buNone/>
              <a:defRPr sz="1800" b="1"/>
            </a:lvl2pPr>
            <a:lvl3pPr marL="802295" indent="0">
              <a:buNone/>
              <a:defRPr sz="1600" b="1"/>
            </a:lvl3pPr>
            <a:lvl4pPr marL="1203442" indent="0">
              <a:buNone/>
              <a:defRPr sz="1400" b="1"/>
            </a:lvl4pPr>
            <a:lvl5pPr marL="1604589" indent="0">
              <a:buNone/>
              <a:defRPr sz="1400" b="1"/>
            </a:lvl5pPr>
            <a:lvl6pPr marL="2005736" indent="0">
              <a:buNone/>
              <a:defRPr sz="1400" b="1"/>
            </a:lvl6pPr>
            <a:lvl7pPr marL="2406884" indent="0">
              <a:buNone/>
              <a:defRPr sz="1400" b="1"/>
            </a:lvl7pPr>
            <a:lvl8pPr marL="2808031" indent="0">
              <a:buNone/>
              <a:defRPr sz="1400" b="1"/>
            </a:lvl8pPr>
            <a:lvl9pPr marL="3209178" indent="0">
              <a:buNone/>
              <a:defRPr sz="14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50056" y="1598433"/>
            <a:ext cx="3977060" cy="2904014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572447" y="1128237"/>
            <a:ext cx="3978622" cy="470195"/>
          </a:xfrm>
        </p:spPr>
        <p:txBody>
          <a:bodyPr anchor="b"/>
          <a:lstStyle>
            <a:lvl1pPr marL="0" indent="0">
              <a:buNone/>
              <a:defRPr sz="2100" b="1"/>
            </a:lvl1pPr>
            <a:lvl2pPr marL="401147" indent="0">
              <a:buNone/>
              <a:defRPr sz="1800" b="1"/>
            </a:lvl2pPr>
            <a:lvl3pPr marL="802295" indent="0">
              <a:buNone/>
              <a:defRPr sz="1600" b="1"/>
            </a:lvl3pPr>
            <a:lvl4pPr marL="1203442" indent="0">
              <a:buNone/>
              <a:defRPr sz="1400" b="1"/>
            </a:lvl4pPr>
            <a:lvl5pPr marL="1604589" indent="0">
              <a:buNone/>
              <a:defRPr sz="1400" b="1"/>
            </a:lvl5pPr>
            <a:lvl6pPr marL="2005736" indent="0">
              <a:buNone/>
              <a:defRPr sz="1400" b="1"/>
            </a:lvl6pPr>
            <a:lvl7pPr marL="2406884" indent="0">
              <a:buNone/>
              <a:defRPr sz="1400" b="1"/>
            </a:lvl7pPr>
            <a:lvl8pPr marL="2808031" indent="0">
              <a:buNone/>
              <a:defRPr sz="1400" b="1"/>
            </a:lvl8pPr>
            <a:lvl9pPr marL="3209178" indent="0">
              <a:buNone/>
              <a:defRPr sz="14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572447" y="1598433"/>
            <a:ext cx="3978622" cy="2904014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  <a:t>2021/6/22</a:t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1_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0056" y="1128237"/>
            <a:ext cx="3977060" cy="470195"/>
          </a:xfrm>
        </p:spPr>
        <p:txBody>
          <a:bodyPr anchor="b"/>
          <a:lstStyle>
            <a:lvl1pPr marL="0" indent="0">
              <a:buNone/>
              <a:defRPr sz="2100" b="1"/>
            </a:lvl1pPr>
            <a:lvl2pPr marL="401147" indent="0">
              <a:buNone/>
              <a:defRPr sz="1800" b="1"/>
            </a:lvl2pPr>
            <a:lvl3pPr marL="802295" indent="0">
              <a:buNone/>
              <a:defRPr sz="1600" b="1"/>
            </a:lvl3pPr>
            <a:lvl4pPr marL="1203442" indent="0">
              <a:buNone/>
              <a:defRPr sz="1400" b="1"/>
            </a:lvl4pPr>
            <a:lvl5pPr marL="1604589" indent="0">
              <a:buNone/>
              <a:defRPr sz="1400" b="1"/>
            </a:lvl5pPr>
            <a:lvl6pPr marL="2005736" indent="0">
              <a:buNone/>
              <a:defRPr sz="1400" b="1"/>
            </a:lvl6pPr>
            <a:lvl7pPr marL="2406884" indent="0">
              <a:buNone/>
              <a:defRPr sz="1400" b="1"/>
            </a:lvl7pPr>
            <a:lvl8pPr marL="2808031" indent="0">
              <a:buNone/>
              <a:defRPr sz="1400" b="1"/>
            </a:lvl8pPr>
            <a:lvl9pPr marL="3209178" indent="0">
              <a:buNone/>
              <a:defRPr sz="14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50056" y="1598433"/>
            <a:ext cx="3977060" cy="2904014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572447" y="1128237"/>
            <a:ext cx="3978622" cy="470195"/>
          </a:xfrm>
        </p:spPr>
        <p:txBody>
          <a:bodyPr anchor="b"/>
          <a:lstStyle>
            <a:lvl1pPr marL="0" indent="0">
              <a:buNone/>
              <a:defRPr sz="2100" b="1"/>
            </a:lvl1pPr>
            <a:lvl2pPr marL="401147" indent="0">
              <a:buNone/>
              <a:defRPr sz="1800" b="1"/>
            </a:lvl2pPr>
            <a:lvl3pPr marL="802295" indent="0">
              <a:buNone/>
              <a:defRPr sz="1600" b="1"/>
            </a:lvl3pPr>
            <a:lvl4pPr marL="1203442" indent="0">
              <a:buNone/>
              <a:defRPr sz="1400" b="1"/>
            </a:lvl4pPr>
            <a:lvl5pPr marL="1604589" indent="0">
              <a:buNone/>
              <a:defRPr sz="1400" b="1"/>
            </a:lvl5pPr>
            <a:lvl6pPr marL="2005736" indent="0">
              <a:buNone/>
              <a:defRPr sz="1400" b="1"/>
            </a:lvl6pPr>
            <a:lvl7pPr marL="2406884" indent="0">
              <a:buNone/>
              <a:defRPr sz="1400" b="1"/>
            </a:lvl7pPr>
            <a:lvl8pPr marL="2808031" indent="0">
              <a:buNone/>
              <a:defRPr sz="1400" b="1"/>
            </a:lvl8pPr>
            <a:lvl9pPr marL="3209178" indent="0">
              <a:buNone/>
              <a:defRPr sz="14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572447" y="1598433"/>
            <a:ext cx="3978622" cy="2904014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  <a:t>2021/6/22</a:t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11" name="TextBox 10"/>
          <p:cNvSpPr txBox="1"/>
          <p:nvPr userDrawn="1"/>
        </p:nvSpPr>
        <p:spPr>
          <a:xfrm>
            <a:off x="324098" y="4921883"/>
            <a:ext cx="1800200" cy="1184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defTabSz="914400" eaLnBrk="1" fontAlgn="auto" latinLnBrk="0" hangingPunct="1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00" b="0" i="0" u="none" strike="noStrike" kern="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hlinkClick r:id="rId2"/>
              </a:rPr>
              <a:t>PPT</a:t>
            </a:r>
            <a:r>
              <a:rPr kumimoji="0" lang="zh-CN" altLang="en-US" sz="100" b="0" i="0" u="none" strike="noStrike" kern="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hlinkClick r:id="rId2"/>
              </a:rPr>
              <a:t>模板</a:t>
            </a:r>
            <a:r>
              <a:rPr kumimoji="0" lang="zh-CN" altLang="en-US" sz="100" b="0" i="0" u="none" strike="noStrike" kern="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</a:rPr>
              <a:t> </a:t>
            </a:r>
            <a:r>
              <a:rPr kumimoji="0" lang="en-US" altLang="zh-CN" sz="100" b="0" i="0" u="none" strike="noStrike" kern="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</a:rPr>
              <a:t>http://www.1ppt.com/moban/</a:t>
            </a:r>
            <a:r>
              <a:rPr kumimoji="0" lang="zh-CN" altLang="en-US" sz="100" b="0" i="0" u="none" strike="noStrike" kern="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</a:rPr>
              <a:t> </a:t>
            </a:r>
            <a:endParaRPr kumimoji="0" lang="en-US" altLang="zh-CN" sz="100" b="0" i="0" u="none" strike="noStrike" kern="0" cap="none" spc="0" normalizeH="0" baseline="0" noProof="0" dirty="0" smtClean="0">
              <a:ln>
                <a:noFill/>
              </a:ln>
              <a:solidFill>
                <a:prstClr val="black"/>
              </a:solidFill>
              <a:effectLst/>
              <a:uLnTx/>
              <a:uFillTx/>
            </a:endParaRPr>
          </a:p>
        </p:txBody>
      </p:sp>
    </p:spTree>
    <p:extLst>
      <p:ext uri="{BB962C8B-B14F-4D97-AF65-F5344CB8AC3E}">
        <p14:creationId xmlns:p14="http://schemas.microsoft.com/office/powerpoint/2010/main" val="379287006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  <a:t>2021/6/22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  <a:t>2021/6/22</a:t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0057" y="200679"/>
            <a:ext cx="2961308" cy="854053"/>
          </a:xfrm>
        </p:spPr>
        <p:txBody>
          <a:bodyPr anchor="b"/>
          <a:lstStyle>
            <a:lvl1pPr algn="l">
              <a:defRPr sz="18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519190" y="200679"/>
            <a:ext cx="5031879" cy="4301768"/>
          </a:xfrm>
        </p:spPr>
        <p:txBody>
          <a:bodyPr/>
          <a:lstStyle>
            <a:lvl1pPr>
              <a:defRPr sz="2800"/>
            </a:lvl1pPr>
            <a:lvl2pPr>
              <a:defRPr sz="2500"/>
            </a:lvl2pPr>
            <a:lvl3pPr>
              <a:defRPr sz="21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450057" y="1054733"/>
            <a:ext cx="2961308" cy="3447714"/>
          </a:xfrm>
        </p:spPr>
        <p:txBody>
          <a:bodyPr/>
          <a:lstStyle>
            <a:lvl1pPr marL="0" indent="0">
              <a:buNone/>
              <a:defRPr sz="1200"/>
            </a:lvl1pPr>
            <a:lvl2pPr marL="401147" indent="0">
              <a:buNone/>
              <a:defRPr sz="1100"/>
            </a:lvl2pPr>
            <a:lvl3pPr marL="802295" indent="0">
              <a:buNone/>
              <a:defRPr sz="900"/>
            </a:lvl3pPr>
            <a:lvl4pPr marL="1203442" indent="0">
              <a:buNone/>
              <a:defRPr sz="800"/>
            </a:lvl4pPr>
            <a:lvl5pPr marL="1604589" indent="0">
              <a:buNone/>
              <a:defRPr sz="800"/>
            </a:lvl5pPr>
            <a:lvl6pPr marL="2005736" indent="0">
              <a:buNone/>
              <a:defRPr sz="800"/>
            </a:lvl6pPr>
            <a:lvl7pPr marL="2406884" indent="0">
              <a:buNone/>
              <a:defRPr sz="800"/>
            </a:lvl7pPr>
            <a:lvl8pPr marL="2808031" indent="0">
              <a:buNone/>
              <a:defRPr sz="800"/>
            </a:lvl8pPr>
            <a:lvl9pPr marL="3209178" indent="0">
              <a:buNone/>
              <a:defRPr sz="8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  <a:t>2021/6/22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764284" y="3528219"/>
            <a:ext cx="5400675" cy="416526"/>
          </a:xfrm>
        </p:spPr>
        <p:txBody>
          <a:bodyPr anchor="b"/>
          <a:lstStyle>
            <a:lvl1pPr algn="l">
              <a:defRPr sz="18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1764284" y="450361"/>
            <a:ext cx="5400675" cy="3024188"/>
          </a:xfrm>
        </p:spPr>
        <p:txBody>
          <a:bodyPr/>
          <a:lstStyle>
            <a:lvl1pPr marL="0" indent="0">
              <a:buNone/>
              <a:defRPr sz="2800"/>
            </a:lvl1pPr>
            <a:lvl2pPr marL="401147" indent="0">
              <a:buNone/>
              <a:defRPr sz="2500"/>
            </a:lvl2pPr>
            <a:lvl3pPr marL="802295" indent="0">
              <a:buNone/>
              <a:defRPr sz="2100"/>
            </a:lvl3pPr>
            <a:lvl4pPr marL="1203442" indent="0">
              <a:buNone/>
              <a:defRPr sz="1800"/>
            </a:lvl4pPr>
            <a:lvl5pPr marL="1604589" indent="0">
              <a:buNone/>
              <a:defRPr sz="1800"/>
            </a:lvl5pPr>
            <a:lvl6pPr marL="2005736" indent="0">
              <a:buNone/>
              <a:defRPr sz="1800"/>
            </a:lvl6pPr>
            <a:lvl7pPr marL="2406884" indent="0">
              <a:buNone/>
              <a:defRPr sz="1800"/>
            </a:lvl7pPr>
            <a:lvl8pPr marL="2808031" indent="0">
              <a:buNone/>
              <a:defRPr sz="1800"/>
            </a:lvl8pPr>
            <a:lvl9pPr marL="3209178" indent="0">
              <a:buNone/>
              <a:defRPr sz="18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1764284" y="3944746"/>
            <a:ext cx="5400675" cy="591536"/>
          </a:xfrm>
        </p:spPr>
        <p:txBody>
          <a:bodyPr/>
          <a:lstStyle>
            <a:lvl1pPr marL="0" indent="0">
              <a:buNone/>
              <a:defRPr sz="1200"/>
            </a:lvl1pPr>
            <a:lvl2pPr marL="401147" indent="0">
              <a:buNone/>
              <a:defRPr sz="1100"/>
            </a:lvl2pPr>
            <a:lvl3pPr marL="802295" indent="0">
              <a:buNone/>
              <a:defRPr sz="900"/>
            </a:lvl3pPr>
            <a:lvl4pPr marL="1203442" indent="0">
              <a:buNone/>
              <a:defRPr sz="800"/>
            </a:lvl4pPr>
            <a:lvl5pPr marL="1604589" indent="0">
              <a:buNone/>
              <a:defRPr sz="800"/>
            </a:lvl5pPr>
            <a:lvl6pPr marL="2005736" indent="0">
              <a:buNone/>
              <a:defRPr sz="800"/>
            </a:lvl6pPr>
            <a:lvl7pPr marL="2406884" indent="0">
              <a:buNone/>
              <a:defRPr sz="800"/>
            </a:lvl7pPr>
            <a:lvl8pPr marL="2808031" indent="0">
              <a:buNone/>
              <a:defRPr sz="800"/>
            </a:lvl8pPr>
            <a:lvl9pPr marL="3209178" indent="0">
              <a:buNone/>
              <a:defRPr sz="8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  <a:t>2021/6/22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  <a:t>2021/6/22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525816" y="201847"/>
            <a:ext cx="2025253" cy="4300600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450056" y="201847"/>
            <a:ext cx="5925741" cy="4300600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  <a:t>2021/6/22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0056" y="201846"/>
            <a:ext cx="8101013" cy="840052"/>
          </a:xfrm>
          <a:prstGeom prst="rect">
            <a:avLst/>
          </a:prstGeom>
        </p:spPr>
        <p:txBody>
          <a:bodyPr lIns="80229" tIns="40115" rIns="80229" bIns="40115"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450056" y="1176073"/>
            <a:ext cx="8101013" cy="3326374"/>
          </a:xfrm>
          <a:prstGeom prst="rect">
            <a:avLst/>
          </a:prstGeom>
        </p:spPr>
        <p:txBody>
          <a:bodyPr vert="eaVert" lIns="80229" tIns="40115" rIns="80229" bIns="40115"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>
          <a:xfrm>
            <a:off x="450056" y="4671624"/>
            <a:ext cx="2100263" cy="268350"/>
          </a:xfrm>
          <a:prstGeom prst="rect">
            <a:avLst/>
          </a:prstGeom>
        </p:spPr>
        <p:txBody>
          <a:bodyPr lIns="80229" tIns="40115" rIns="80229" bIns="40115"/>
          <a:lstStyle/>
          <a:p>
            <a:fld id="{2E3AAC11-D570-4EA9-AFC0-30FB72BA45EB}" type="datetimeFigureOut">
              <a:rPr lang="zh-CN" altLang="en-US" smtClean="0">
                <a:solidFill>
                  <a:prstClr val="black"/>
                </a:solidFill>
              </a:rPr>
              <a:pPr/>
              <a:t>2021/6/22</a:t>
            </a:fld>
            <a:endParaRPr lang="zh-CN" altLang="en-US">
              <a:solidFill>
                <a:prstClr val="black"/>
              </a:solidFill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>
          <a:xfrm>
            <a:off x="3075385" y="4671624"/>
            <a:ext cx="2850356" cy="268350"/>
          </a:xfrm>
          <a:prstGeom prst="rect">
            <a:avLst/>
          </a:prstGeom>
        </p:spPr>
        <p:txBody>
          <a:bodyPr lIns="80229" tIns="40115" rIns="80229" bIns="40115"/>
          <a:lstStyle/>
          <a:p>
            <a:endParaRPr lang="zh-CN" altLang="en-US">
              <a:solidFill>
                <a:prstClr val="black"/>
              </a:solidFill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>
          <a:xfrm>
            <a:off x="6450806" y="4671624"/>
            <a:ext cx="2100263" cy="268350"/>
          </a:xfrm>
          <a:prstGeom prst="rect">
            <a:avLst/>
          </a:prstGeom>
        </p:spPr>
        <p:txBody>
          <a:bodyPr lIns="80229" tIns="40115" rIns="80229" bIns="40115"/>
          <a:lstStyle/>
          <a:p>
            <a:fld id="{55ECCFAA-F4FB-487C-9F1E-C8836D0C3DC9}" type="slidenum">
              <a:rPr lang="zh-CN" altLang="en-US" smtClean="0">
                <a:solidFill>
                  <a:prstClr val="black"/>
                </a:solidFill>
              </a:rPr>
              <a:pPr/>
              <a:t>‹#›</a:t>
            </a:fld>
            <a:endParaRPr lang="zh-CN" altLang="en-US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955528706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525816" y="201847"/>
            <a:ext cx="2025253" cy="4300600"/>
          </a:xfrm>
          <a:prstGeom prst="rect">
            <a:avLst/>
          </a:prstGeom>
        </p:spPr>
        <p:txBody>
          <a:bodyPr vert="eaVert" lIns="80229" tIns="40115" rIns="80229" bIns="40115"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450056" y="201847"/>
            <a:ext cx="5925741" cy="4300600"/>
          </a:xfrm>
          <a:prstGeom prst="rect">
            <a:avLst/>
          </a:prstGeom>
        </p:spPr>
        <p:txBody>
          <a:bodyPr vert="eaVert" lIns="80229" tIns="40115" rIns="80229" bIns="40115"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>
          <a:xfrm>
            <a:off x="450056" y="4671624"/>
            <a:ext cx="2100263" cy="268350"/>
          </a:xfrm>
          <a:prstGeom prst="rect">
            <a:avLst/>
          </a:prstGeom>
        </p:spPr>
        <p:txBody>
          <a:bodyPr lIns="80229" tIns="40115" rIns="80229" bIns="40115"/>
          <a:lstStyle/>
          <a:p>
            <a:fld id="{2E3AAC11-D570-4EA9-AFC0-30FB72BA45EB}" type="datetimeFigureOut">
              <a:rPr lang="zh-CN" altLang="en-US" smtClean="0">
                <a:solidFill>
                  <a:prstClr val="black"/>
                </a:solidFill>
              </a:rPr>
              <a:pPr/>
              <a:t>2021/6/22</a:t>
            </a:fld>
            <a:endParaRPr lang="zh-CN" altLang="en-US">
              <a:solidFill>
                <a:prstClr val="black"/>
              </a:solidFill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>
          <a:xfrm>
            <a:off x="3075385" y="4671624"/>
            <a:ext cx="2850356" cy="268350"/>
          </a:xfrm>
          <a:prstGeom prst="rect">
            <a:avLst/>
          </a:prstGeom>
        </p:spPr>
        <p:txBody>
          <a:bodyPr lIns="80229" tIns="40115" rIns="80229" bIns="40115"/>
          <a:lstStyle/>
          <a:p>
            <a:endParaRPr lang="zh-CN" altLang="en-US">
              <a:solidFill>
                <a:prstClr val="black"/>
              </a:solidFill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>
          <a:xfrm>
            <a:off x="6450806" y="4671624"/>
            <a:ext cx="2100263" cy="268350"/>
          </a:xfrm>
          <a:prstGeom prst="rect">
            <a:avLst/>
          </a:prstGeom>
        </p:spPr>
        <p:txBody>
          <a:bodyPr lIns="80229" tIns="40115" rIns="80229" bIns="40115"/>
          <a:lstStyle/>
          <a:p>
            <a:fld id="{55ECCFAA-F4FB-487C-9F1E-C8836D0C3DC9}" type="slidenum">
              <a:rPr lang="zh-CN" altLang="en-US" smtClean="0">
                <a:solidFill>
                  <a:prstClr val="black"/>
                </a:solidFill>
              </a:rPr>
              <a:pPr/>
              <a:t>‹#›</a:t>
            </a:fld>
            <a:endParaRPr lang="zh-CN" altLang="en-US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743210195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89019513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5.xml"/><Relationship Id="rId2" Type="http://schemas.openxmlformats.org/officeDocument/2006/relationships/slideLayout" Target="../slideLayouts/slideLayout14.xml"/><Relationship Id="rId1" Type="http://schemas.openxmlformats.org/officeDocument/2006/relationships/slideLayout" Target="../slideLayouts/slideLayout13.xml"/><Relationship Id="rId4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等腰三角形 8"/>
          <p:cNvSpPr/>
          <p:nvPr userDrawn="1"/>
        </p:nvSpPr>
        <p:spPr>
          <a:xfrm flipV="1">
            <a:off x="2124298" y="-3096468"/>
            <a:ext cx="4536504" cy="4032448"/>
          </a:xfrm>
          <a:prstGeom prst="triangle">
            <a:avLst/>
          </a:prstGeom>
          <a:solidFill>
            <a:srgbClr val="EAEAEA"/>
          </a:solidFill>
          <a:ln>
            <a:solidFill>
              <a:srgbClr val="EAEAEA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" name="等腰三角形 7"/>
          <p:cNvSpPr/>
          <p:nvPr userDrawn="1"/>
        </p:nvSpPr>
        <p:spPr>
          <a:xfrm>
            <a:off x="2124298" y="935980"/>
            <a:ext cx="4536504" cy="4104333"/>
          </a:xfrm>
          <a:prstGeom prst="triangle">
            <a:avLst/>
          </a:prstGeom>
          <a:solidFill>
            <a:srgbClr val="EAEAEA"/>
          </a:solidFill>
          <a:ln>
            <a:solidFill>
              <a:srgbClr val="EAEAEA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450056" y="201846"/>
            <a:ext cx="8101013" cy="840052"/>
          </a:xfrm>
          <a:prstGeom prst="rect">
            <a:avLst/>
          </a:prstGeom>
        </p:spPr>
        <p:txBody>
          <a:bodyPr vert="horz" lIns="80229" tIns="40115" rIns="80229" bIns="40115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0056" y="1176073"/>
            <a:ext cx="8101013" cy="3326374"/>
          </a:xfrm>
          <a:prstGeom prst="rect">
            <a:avLst/>
          </a:prstGeom>
        </p:spPr>
        <p:txBody>
          <a:bodyPr vert="horz" lIns="80229" tIns="40115" rIns="80229" bIns="40115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450056" y="4671624"/>
            <a:ext cx="2100263" cy="268350"/>
          </a:xfrm>
          <a:prstGeom prst="rect">
            <a:avLst/>
          </a:prstGeom>
        </p:spPr>
        <p:txBody>
          <a:bodyPr vert="horz" lIns="80229" tIns="40115" rIns="80229" bIns="40115" rtlCol="0" anchor="ctr"/>
          <a:lstStyle>
            <a:lvl1pPr algn="l">
              <a:defRPr sz="11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30820CF-B880-4189-942D-D702A7CBA730}" type="datetimeFigureOut">
              <a:rPr lang="zh-CN" altLang="en-US" smtClean="0"/>
              <a:t>2021/6/22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3075385" y="4671624"/>
            <a:ext cx="2850356" cy="268350"/>
          </a:xfrm>
          <a:prstGeom prst="rect">
            <a:avLst/>
          </a:prstGeom>
        </p:spPr>
        <p:txBody>
          <a:bodyPr vert="horz" lIns="80229" tIns="40115" rIns="80229" bIns="40115" rtlCol="0" anchor="ctr"/>
          <a:lstStyle>
            <a:lvl1pPr algn="ctr">
              <a:defRPr sz="11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6450806" y="4671624"/>
            <a:ext cx="2100263" cy="268350"/>
          </a:xfrm>
          <a:prstGeom prst="rect">
            <a:avLst/>
          </a:prstGeom>
        </p:spPr>
        <p:txBody>
          <a:bodyPr vert="horz" lIns="80229" tIns="40115" rIns="80229" bIns="40115" rtlCol="0" anchor="ctr"/>
          <a:lstStyle>
            <a:lvl1pPr algn="r">
              <a:defRPr sz="11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C913308-F349-4B6D-A68A-DD1791B4A57B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60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</p:sldLayoutIdLst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  <p:txStyles>
    <p:titleStyle>
      <a:lvl1pPr algn="ctr" defTabSz="802295" rtl="0" eaLnBrk="1" latinLnBrk="0" hangingPunct="1">
        <a:spcBef>
          <a:spcPct val="0"/>
        </a:spcBef>
        <a:buNone/>
        <a:defRPr sz="39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00860" indent="-300860" algn="l" defTabSz="802295" rtl="0" eaLnBrk="1" latinLnBrk="0" hangingPunct="1">
        <a:spcBef>
          <a:spcPct val="20000"/>
        </a:spcBef>
        <a:buFont typeface="Arial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51864" indent="-250717" algn="l" defTabSz="802295" rtl="0" eaLnBrk="1" latinLnBrk="0" hangingPunct="1">
        <a:spcBef>
          <a:spcPct val="20000"/>
        </a:spcBef>
        <a:buFont typeface="Arial" pitchFamily="34" charset="0"/>
        <a:buChar char="–"/>
        <a:defRPr sz="2500" kern="1200">
          <a:solidFill>
            <a:schemeClr val="tx1"/>
          </a:solidFill>
          <a:latin typeface="+mn-lt"/>
          <a:ea typeface="+mn-ea"/>
          <a:cs typeface="+mn-cs"/>
        </a:defRPr>
      </a:lvl2pPr>
      <a:lvl3pPr marL="1002868" indent="-200574" algn="l" defTabSz="802295" rtl="0" eaLnBrk="1" latinLnBrk="0" hangingPunct="1">
        <a:spcBef>
          <a:spcPct val="20000"/>
        </a:spcBef>
        <a:buFont typeface="Arial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3pPr>
      <a:lvl4pPr marL="1404015" indent="-200574" algn="l" defTabSz="802295" rtl="0" eaLnBrk="1" latinLnBrk="0" hangingPunct="1">
        <a:spcBef>
          <a:spcPct val="20000"/>
        </a:spcBef>
        <a:buFont typeface="Arial" pitchFamily="34" charset="0"/>
        <a:buChar char="–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05163" indent="-200574" algn="l" defTabSz="802295" rtl="0" eaLnBrk="1" latinLnBrk="0" hangingPunct="1">
        <a:spcBef>
          <a:spcPct val="20000"/>
        </a:spcBef>
        <a:buFont typeface="Arial" pitchFamily="34" charset="0"/>
        <a:buChar char="»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06310" indent="-200574" algn="l" defTabSz="802295" rtl="0" eaLnBrk="1" latinLnBrk="0" hangingPunct="1">
        <a:spcBef>
          <a:spcPct val="20000"/>
        </a:spcBef>
        <a:buFont typeface="Arial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607457" indent="-200574" algn="l" defTabSz="802295" rtl="0" eaLnBrk="1" latinLnBrk="0" hangingPunct="1">
        <a:spcBef>
          <a:spcPct val="20000"/>
        </a:spcBef>
        <a:buFont typeface="Arial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008605" indent="-200574" algn="l" defTabSz="802295" rtl="0" eaLnBrk="1" latinLnBrk="0" hangingPunct="1">
        <a:spcBef>
          <a:spcPct val="20000"/>
        </a:spcBef>
        <a:buFont typeface="Arial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409752" indent="-200574" algn="l" defTabSz="802295" rtl="0" eaLnBrk="1" latinLnBrk="0" hangingPunct="1">
        <a:spcBef>
          <a:spcPct val="20000"/>
        </a:spcBef>
        <a:buFont typeface="Arial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802295" rtl="0" eaLnBrk="1" latinLnBrk="0" hangingPunct="1">
        <a:defRPr sz="1600" kern="1200">
          <a:solidFill>
            <a:schemeClr val="tx1"/>
          </a:solidFill>
          <a:latin typeface="+mn-lt"/>
          <a:ea typeface="+mn-ea"/>
          <a:cs typeface="+mn-cs"/>
        </a:defRPr>
      </a:lvl1pPr>
      <a:lvl2pPr marL="401147" algn="l" defTabSz="802295" rtl="0" eaLnBrk="1" latinLnBrk="0" hangingPunct="1">
        <a:defRPr sz="1600" kern="1200">
          <a:solidFill>
            <a:schemeClr val="tx1"/>
          </a:solidFill>
          <a:latin typeface="+mn-lt"/>
          <a:ea typeface="+mn-ea"/>
          <a:cs typeface="+mn-cs"/>
        </a:defRPr>
      </a:lvl2pPr>
      <a:lvl3pPr marL="802295" algn="l" defTabSz="802295" rtl="0" eaLnBrk="1" latinLnBrk="0" hangingPunct="1">
        <a:defRPr sz="1600" kern="1200">
          <a:solidFill>
            <a:schemeClr val="tx1"/>
          </a:solidFill>
          <a:latin typeface="+mn-lt"/>
          <a:ea typeface="+mn-ea"/>
          <a:cs typeface="+mn-cs"/>
        </a:defRPr>
      </a:lvl3pPr>
      <a:lvl4pPr marL="1203442" algn="l" defTabSz="802295" rtl="0" eaLnBrk="1" latinLnBrk="0" hangingPunct="1"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1604589" algn="l" defTabSz="802295" rtl="0" eaLnBrk="1" latinLnBrk="0" hangingPunct="1"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2005736" algn="l" defTabSz="802295" rtl="0" eaLnBrk="1" latinLnBrk="0" hangingPunct="1">
        <a:defRPr sz="1600" kern="1200">
          <a:solidFill>
            <a:schemeClr val="tx1"/>
          </a:solidFill>
          <a:latin typeface="+mn-lt"/>
          <a:ea typeface="+mn-ea"/>
          <a:cs typeface="+mn-cs"/>
        </a:defRPr>
      </a:lvl6pPr>
      <a:lvl7pPr marL="2406884" algn="l" defTabSz="802295" rtl="0" eaLnBrk="1" latinLnBrk="0" hangingPunct="1">
        <a:defRPr sz="1600" kern="1200">
          <a:solidFill>
            <a:schemeClr val="tx1"/>
          </a:solidFill>
          <a:latin typeface="+mn-lt"/>
          <a:ea typeface="+mn-ea"/>
          <a:cs typeface="+mn-cs"/>
        </a:defRPr>
      </a:lvl7pPr>
      <a:lvl8pPr marL="2808031" algn="l" defTabSz="802295" rtl="0" eaLnBrk="1" latinLnBrk="0" hangingPunct="1">
        <a:defRPr sz="1600" kern="1200">
          <a:solidFill>
            <a:schemeClr val="tx1"/>
          </a:solidFill>
          <a:latin typeface="+mn-lt"/>
          <a:ea typeface="+mn-ea"/>
          <a:cs typeface="+mn-cs"/>
        </a:defRPr>
      </a:lvl8pPr>
      <a:lvl9pPr marL="3209178" algn="l" defTabSz="802295" rtl="0" eaLnBrk="1" latinLnBrk="0" hangingPunct="1">
        <a:defRPr sz="16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38270239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2" r:id="rId1"/>
    <p:sldLayoutId id="2147483663" r:id="rId2"/>
    <p:sldLayoutId id="2147483664" r:id="rId3"/>
  </p:sldLayoutIdLst>
  <p:txStyles>
    <p:titleStyle>
      <a:lvl1pPr algn="ctr" defTabSz="802295" rtl="0" eaLnBrk="1" latinLnBrk="0" hangingPunct="1">
        <a:spcBef>
          <a:spcPct val="0"/>
        </a:spcBef>
        <a:buNone/>
        <a:defRPr sz="39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00860" indent="-300860" algn="l" defTabSz="802295" rtl="0" eaLnBrk="1" latinLnBrk="0" hangingPunct="1">
        <a:spcBef>
          <a:spcPct val="20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51864" indent="-250717" algn="l" defTabSz="802295" rtl="0" eaLnBrk="1" latinLnBrk="0" hangingPunct="1">
        <a:spcBef>
          <a:spcPct val="20000"/>
        </a:spcBef>
        <a:buFont typeface="Arial" panose="020B0604020202020204" pitchFamily="34" charset="0"/>
        <a:buChar char="–"/>
        <a:defRPr sz="2500" kern="1200">
          <a:solidFill>
            <a:schemeClr val="tx1"/>
          </a:solidFill>
          <a:latin typeface="+mn-lt"/>
          <a:ea typeface="+mn-ea"/>
          <a:cs typeface="+mn-cs"/>
        </a:defRPr>
      </a:lvl2pPr>
      <a:lvl3pPr marL="1002868" indent="-200574" algn="l" defTabSz="802295" rtl="0" eaLnBrk="1" latinLnBrk="0" hangingPunct="1">
        <a:spcBef>
          <a:spcPct val="20000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3pPr>
      <a:lvl4pPr marL="1404015" indent="-200574" algn="l" defTabSz="802295" rtl="0" eaLnBrk="1" latinLnBrk="0" hangingPunct="1">
        <a:spcBef>
          <a:spcPct val="20000"/>
        </a:spcBef>
        <a:buFont typeface="Arial" panose="020B0604020202020204" pitchFamily="34" charset="0"/>
        <a:buChar char="–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05163" indent="-200574" algn="l" defTabSz="802295" rtl="0" eaLnBrk="1" latinLnBrk="0" hangingPunct="1">
        <a:spcBef>
          <a:spcPct val="20000"/>
        </a:spcBef>
        <a:buFont typeface="Arial" panose="020B0604020202020204" pitchFamily="34" charset="0"/>
        <a:buChar char="»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06310" indent="-200574" algn="l" defTabSz="802295" rtl="0" eaLnBrk="1" latinLnBrk="0" hangingPunct="1">
        <a:spcBef>
          <a:spcPct val="200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607457" indent="-200574" algn="l" defTabSz="802295" rtl="0" eaLnBrk="1" latinLnBrk="0" hangingPunct="1">
        <a:spcBef>
          <a:spcPct val="200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008605" indent="-200574" algn="l" defTabSz="802295" rtl="0" eaLnBrk="1" latinLnBrk="0" hangingPunct="1">
        <a:spcBef>
          <a:spcPct val="200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409752" indent="-200574" algn="l" defTabSz="802295" rtl="0" eaLnBrk="1" latinLnBrk="0" hangingPunct="1">
        <a:spcBef>
          <a:spcPct val="200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802295" rtl="0" eaLnBrk="1" latinLnBrk="0" hangingPunct="1">
        <a:defRPr sz="1600" kern="1200">
          <a:solidFill>
            <a:schemeClr val="tx1"/>
          </a:solidFill>
          <a:latin typeface="+mn-lt"/>
          <a:ea typeface="+mn-ea"/>
          <a:cs typeface="+mn-cs"/>
        </a:defRPr>
      </a:lvl1pPr>
      <a:lvl2pPr marL="401147" algn="l" defTabSz="802295" rtl="0" eaLnBrk="1" latinLnBrk="0" hangingPunct="1">
        <a:defRPr sz="1600" kern="1200">
          <a:solidFill>
            <a:schemeClr val="tx1"/>
          </a:solidFill>
          <a:latin typeface="+mn-lt"/>
          <a:ea typeface="+mn-ea"/>
          <a:cs typeface="+mn-cs"/>
        </a:defRPr>
      </a:lvl2pPr>
      <a:lvl3pPr marL="802295" algn="l" defTabSz="802295" rtl="0" eaLnBrk="1" latinLnBrk="0" hangingPunct="1">
        <a:defRPr sz="1600" kern="1200">
          <a:solidFill>
            <a:schemeClr val="tx1"/>
          </a:solidFill>
          <a:latin typeface="+mn-lt"/>
          <a:ea typeface="+mn-ea"/>
          <a:cs typeface="+mn-cs"/>
        </a:defRPr>
      </a:lvl3pPr>
      <a:lvl4pPr marL="1203442" algn="l" defTabSz="802295" rtl="0" eaLnBrk="1" latinLnBrk="0" hangingPunct="1"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1604589" algn="l" defTabSz="802295" rtl="0" eaLnBrk="1" latinLnBrk="0" hangingPunct="1"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2005736" algn="l" defTabSz="802295" rtl="0" eaLnBrk="1" latinLnBrk="0" hangingPunct="1">
        <a:defRPr sz="1600" kern="1200">
          <a:solidFill>
            <a:schemeClr val="tx1"/>
          </a:solidFill>
          <a:latin typeface="+mn-lt"/>
          <a:ea typeface="+mn-ea"/>
          <a:cs typeface="+mn-cs"/>
        </a:defRPr>
      </a:lvl6pPr>
      <a:lvl7pPr marL="2406884" algn="l" defTabSz="802295" rtl="0" eaLnBrk="1" latinLnBrk="0" hangingPunct="1">
        <a:defRPr sz="1600" kern="1200">
          <a:solidFill>
            <a:schemeClr val="tx1"/>
          </a:solidFill>
          <a:latin typeface="+mn-lt"/>
          <a:ea typeface="+mn-ea"/>
          <a:cs typeface="+mn-cs"/>
        </a:defRPr>
      </a:lvl7pPr>
      <a:lvl8pPr marL="2808031" algn="l" defTabSz="802295" rtl="0" eaLnBrk="1" latinLnBrk="0" hangingPunct="1">
        <a:defRPr sz="1600" kern="1200">
          <a:solidFill>
            <a:schemeClr val="tx1"/>
          </a:solidFill>
          <a:latin typeface="+mn-lt"/>
          <a:ea typeface="+mn-ea"/>
          <a:cs typeface="+mn-cs"/>
        </a:defRPr>
      </a:lvl8pPr>
      <a:lvl9pPr marL="3209178" algn="l" defTabSz="802295" rtl="0" eaLnBrk="1" latinLnBrk="0" hangingPunct="1">
        <a:defRPr sz="16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4.xml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2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6.xml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3.xml"/><Relationship Id="rId6" Type="http://schemas.openxmlformats.org/officeDocument/2006/relationships/hyperlink" Target="https://www.kaggle.com/shivam2503/diamonds" TargetMode="External"/><Relationship Id="rId5" Type="http://schemas.openxmlformats.org/officeDocument/2006/relationships/image" Target="../media/image5.jpg"/><Relationship Id="rId4" Type="http://schemas.openxmlformats.org/officeDocument/2006/relationships/image" Target="../media/image3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8.xml"/><Relationship Id="rId7" Type="http://schemas.openxmlformats.org/officeDocument/2006/relationships/image" Target="../media/image8.jpg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4.xml"/><Relationship Id="rId6" Type="http://schemas.openxmlformats.org/officeDocument/2006/relationships/image" Target="../media/image7.jpeg"/><Relationship Id="rId5" Type="http://schemas.openxmlformats.org/officeDocument/2006/relationships/image" Target="../media/image6.jpeg"/><Relationship Id="rId4" Type="http://schemas.openxmlformats.org/officeDocument/2006/relationships/image" Target="../media/image3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9.xml"/><Relationship Id="rId7" Type="http://schemas.openxmlformats.org/officeDocument/2006/relationships/image" Target="../media/image11.jpg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5.xml"/><Relationship Id="rId6" Type="http://schemas.openxmlformats.org/officeDocument/2006/relationships/image" Target="../media/image10.jpg"/><Relationship Id="rId5" Type="http://schemas.openxmlformats.org/officeDocument/2006/relationships/image" Target="../media/image9.jpg"/><Relationship Id="rId4" Type="http://schemas.openxmlformats.org/officeDocument/2006/relationships/image" Target="../media/image3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0.xml"/><Relationship Id="rId7" Type="http://schemas.openxmlformats.org/officeDocument/2006/relationships/image" Target="../media/image14.jpg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6.xml"/><Relationship Id="rId6" Type="http://schemas.openxmlformats.org/officeDocument/2006/relationships/image" Target="../media/image13.jpg"/><Relationship Id="rId5" Type="http://schemas.openxmlformats.org/officeDocument/2006/relationships/image" Target="../media/image12.jpg"/><Relationship Id="rId4" Type="http://schemas.openxmlformats.org/officeDocument/2006/relationships/image" Target="../media/image3.png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8.jpg"/><Relationship Id="rId3" Type="http://schemas.openxmlformats.org/officeDocument/2006/relationships/notesSlide" Target="../notesSlides/notesSlide11.xml"/><Relationship Id="rId7" Type="http://schemas.openxmlformats.org/officeDocument/2006/relationships/image" Target="../media/image17.jpg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7.xml"/><Relationship Id="rId6" Type="http://schemas.openxmlformats.org/officeDocument/2006/relationships/image" Target="../media/image16.jpg"/><Relationship Id="rId5" Type="http://schemas.openxmlformats.org/officeDocument/2006/relationships/image" Target="../media/image15.jpg"/><Relationship Id="rId4" Type="http://schemas.openxmlformats.org/officeDocument/2006/relationships/image" Target="../media/image3.png"/><Relationship Id="rId9" Type="http://schemas.openxmlformats.org/officeDocument/2006/relationships/image" Target="../media/image19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2.xml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8.xml"/><Relationship Id="rId5" Type="http://schemas.openxmlformats.org/officeDocument/2006/relationships/image" Target="../media/image20.jpg"/><Relationship Id="rId4" Type="http://schemas.openxmlformats.org/officeDocument/2006/relationships/image" Target="../media/image3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4.xml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9.xml"/><Relationship Id="rId6" Type="http://schemas.openxmlformats.org/officeDocument/2006/relationships/image" Target="../media/image22.png"/><Relationship Id="rId5" Type="http://schemas.openxmlformats.org/officeDocument/2006/relationships/image" Target="../media/image21.png"/><Relationship Id="rId4" Type="http://schemas.openxmlformats.org/officeDocument/2006/relationships/image" Target="../media/image3.png"/></Relationships>
</file>

<file path=ppt/slides/_rels/slide15.xml.rels><?xml version="1.0" encoding="UTF-8" standalone="yes"?>
<Relationships xmlns="http://schemas.openxmlformats.org/package/2006/relationships"><Relationship Id="rId8" Type="http://schemas.openxmlformats.org/officeDocument/2006/relationships/image" Target="../media/image26.png"/><Relationship Id="rId3" Type="http://schemas.openxmlformats.org/officeDocument/2006/relationships/notesSlide" Target="../notesSlides/notesSlide15.xml"/><Relationship Id="rId7" Type="http://schemas.openxmlformats.org/officeDocument/2006/relationships/image" Target="../media/image25.png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10.xml"/><Relationship Id="rId6" Type="http://schemas.openxmlformats.org/officeDocument/2006/relationships/image" Target="../media/image24.png"/><Relationship Id="rId5" Type="http://schemas.openxmlformats.org/officeDocument/2006/relationships/image" Target="../media/image23.png"/><Relationship Id="rId4" Type="http://schemas.openxmlformats.org/officeDocument/2006/relationships/image" Target="../media/image3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6.xml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11.xml"/><Relationship Id="rId6" Type="http://schemas.openxmlformats.org/officeDocument/2006/relationships/image" Target="../media/image28.png"/><Relationship Id="rId5" Type="http://schemas.openxmlformats.org/officeDocument/2006/relationships/image" Target="../media/image27.png"/><Relationship Id="rId4" Type="http://schemas.openxmlformats.org/officeDocument/2006/relationships/image" Target="../media/image3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7.xml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12.xml"/><Relationship Id="rId6" Type="http://schemas.openxmlformats.org/officeDocument/2006/relationships/image" Target="../media/image30.png"/><Relationship Id="rId5" Type="http://schemas.openxmlformats.org/officeDocument/2006/relationships/image" Target="../media/image29.jpg"/><Relationship Id="rId4" Type="http://schemas.openxmlformats.org/officeDocument/2006/relationships/image" Target="../media/image3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9.xml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13.xml"/><Relationship Id="rId6" Type="http://schemas.openxmlformats.org/officeDocument/2006/relationships/image" Target="../media/image32.png"/><Relationship Id="rId5" Type="http://schemas.openxmlformats.org/officeDocument/2006/relationships/image" Target="../media/image31.jpeg"/><Relationship Id="rId4" Type="http://schemas.openxmlformats.org/officeDocument/2006/relationships/image" Target="../media/image3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0.xml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14.xml"/><Relationship Id="rId6" Type="http://schemas.openxmlformats.org/officeDocument/2006/relationships/image" Target="../media/image34.png"/><Relationship Id="rId5" Type="http://schemas.openxmlformats.org/officeDocument/2006/relationships/image" Target="../media/image33.jpg"/><Relationship Id="rId4" Type="http://schemas.openxmlformats.org/officeDocument/2006/relationships/image" Target="../media/image3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C:\Documents and Settings\Administrator\桌面\新建文件夹 (2)\5.15封面参考\复件 (35) 复件 4\cb961778f4b1fbd61.jp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9001125" cy="506313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Rectangle 36"/>
          <p:cNvSpPr/>
          <p:nvPr/>
        </p:nvSpPr>
        <p:spPr>
          <a:xfrm>
            <a:off x="3543648" y="3528268"/>
            <a:ext cx="1913829" cy="991380"/>
          </a:xfrm>
          <a:prstGeom prst="rect">
            <a:avLst/>
          </a:prstGeom>
          <a:solidFill>
            <a:srgbClr val="F1F1F1"/>
          </a:solidFill>
        </p:spPr>
        <p:txBody>
          <a:bodyPr wrap="none" lIns="67391" tIns="33696" rIns="67391" bIns="33696">
            <a:spAutoFit/>
          </a:bodyPr>
          <a:lstStyle/>
          <a:p>
            <a:pPr algn="ctr">
              <a:defRPr/>
            </a:pPr>
            <a:r>
              <a:rPr lang="en-US" altLang="zh-TW" sz="1500" b="1" kern="0" dirty="0">
                <a:solidFill>
                  <a:srgbClr val="3B3837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+mn-ea"/>
                <a:sym typeface="+mn-lt"/>
              </a:rPr>
              <a:t>C108156208 </a:t>
            </a:r>
            <a:r>
              <a:rPr lang="zh-TW" altLang="en-US" sz="1500" b="1" kern="0" dirty="0" smtClean="0">
                <a:solidFill>
                  <a:srgbClr val="3B3837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+mn-ea"/>
                <a:sym typeface="+mn-lt"/>
              </a:rPr>
              <a:t>陳榮佑</a:t>
            </a:r>
            <a:endParaRPr lang="en-US" altLang="zh-TW" sz="1500" b="1" kern="0" dirty="0" smtClean="0">
              <a:solidFill>
                <a:srgbClr val="3B3837"/>
              </a:solidFill>
              <a:latin typeface="微軟正黑體" panose="020B0604030504040204" pitchFamily="34" charset="-120"/>
              <a:ea typeface="微軟正黑體" panose="020B0604030504040204" pitchFamily="34" charset="-120"/>
              <a:cs typeface="+mn-ea"/>
              <a:sym typeface="+mn-lt"/>
            </a:endParaRPr>
          </a:p>
          <a:p>
            <a:pPr algn="ctr">
              <a:defRPr/>
            </a:pPr>
            <a:r>
              <a:rPr lang="en-US" altLang="zh-TW" sz="1500" b="1" kern="0" dirty="0" smtClean="0">
                <a:solidFill>
                  <a:srgbClr val="3B3837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+mn-ea"/>
                <a:sym typeface="+mn-lt"/>
              </a:rPr>
              <a:t>C108156209 </a:t>
            </a:r>
            <a:r>
              <a:rPr lang="zh-TW" altLang="en-US" sz="1500" b="1" kern="0" dirty="0">
                <a:solidFill>
                  <a:srgbClr val="3B3837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+mn-ea"/>
                <a:sym typeface="+mn-lt"/>
              </a:rPr>
              <a:t>陳暐捷</a:t>
            </a:r>
          </a:p>
          <a:p>
            <a:pPr algn="ctr">
              <a:defRPr/>
            </a:pPr>
            <a:r>
              <a:rPr lang="en-US" altLang="zh-TW" sz="1500" b="1" kern="0" dirty="0">
                <a:solidFill>
                  <a:srgbClr val="3B3837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+mn-ea"/>
                <a:sym typeface="+mn-lt"/>
              </a:rPr>
              <a:t>C108156214 </a:t>
            </a:r>
            <a:r>
              <a:rPr lang="zh-TW" altLang="en-US" sz="1500" b="1" kern="0" dirty="0">
                <a:solidFill>
                  <a:srgbClr val="3B3837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+mn-ea"/>
                <a:sym typeface="+mn-lt"/>
              </a:rPr>
              <a:t>林琮</a:t>
            </a:r>
            <a:r>
              <a:rPr lang="zh-TW" altLang="en-US" sz="1500" b="1" kern="0" dirty="0" smtClean="0">
                <a:solidFill>
                  <a:srgbClr val="3B3837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+mn-ea"/>
                <a:sym typeface="+mn-lt"/>
              </a:rPr>
              <a:t>惟</a:t>
            </a:r>
            <a:endParaRPr lang="zh-TW" altLang="en-US" sz="1500" b="1" kern="0" dirty="0">
              <a:solidFill>
                <a:srgbClr val="3B3837"/>
              </a:solidFill>
              <a:latin typeface="微軟正黑體" panose="020B0604030504040204" pitchFamily="34" charset="-120"/>
              <a:ea typeface="微軟正黑體" panose="020B0604030504040204" pitchFamily="34" charset="-120"/>
              <a:cs typeface="+mn-ea"/>
              <a:sym typeface="+mn-lt"/>
            </a:endParaRPr>
          </a:p>
          <a:p>
            <a:pPr algn="ctr">
              <a:defRPr/>
            </a:pPr>
            <a:r>
              <a:rPr lang="en-US" altLang="zh-TW" sz="1500" b="1" kern="0" dirty="0">
                <a:solidFill>
                  <a:srgbClr val="3B3837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+mn-ea"/>
                <a:sym typeface="+mn-lt"/>
              </a:rPr>
              <a:t>C108156232 </a:t>
            </a:r>
            <a:r>
              <a:rPr lang="zh-TW" altLang="en-US" sz="1500" b="1" kern="0" dirty="0">
                <a:solidFill>
                  <a:srgbClr val="3B3837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+mn-ea"/>
                <a:sym typeface="+mn-lt"/>
              </a:rPr>
              <a:t>蔡昀</a:t>
            </a:r>
            <a:r>
              <a:rPr lang="zh-TW" altLang="en-US" sz="1500" b="1" kern="0" dirty="0" smtClean="0">
                <a:solidFill>
                  <a:srgbClr val="3B3837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+mn-ea"/>
                <a:sym typeface="+mn-lt"/>
              </a:rPr>
              <a:t>廷</a:t>
            </a:r>
            <a:endParaRPr lang="zh-TW" altLang="en-US" sz="1500" b="1" kern="0" dirty="0">
              <a:solidFill>
                <a:srgbClr val="3B3837"/>
              </a:solidFill>
              <a:latin typeface="微軟正黑體" panose="020B0604030504040204" pitchFamily="34" charset="-120"/>
              <a:ea typeface="微軟正黑體" panose="020B0604030504040204" pitchFamily="34" charset="-120"/>
              <a:cs typeface="+mn-ea"/>
              <a:sym typeface="+mn-lt"/>
            </a:endParaRPr>
          </a:p>
        </p:txBody>
      </p:sp>
      <p:grpSp>
        <p:nvGrpSpPr>
          <p:cNvPr id="10" name="群組 9"/>
          <p:cNvGrpSpPr/>
          <p:nvPr/>
        </p:nvGrpSpPr>
        <p:grpSpPr>
          <a:xfrm>
            <a:off x="1867708" y="1368028"/>
            <a:ext cx="5265708" cy="2016224"/>
            <a:chOff x="1867708" y="1368028"/>
            <a:chExt cx="5265708" cy="2016224"/>
          </a:xfrm>
        </p:grpSpPr>
        <p:sp>
          <p:nvSpPr>
            <p:cNvPr id="4" name="Rectangle 36"/>
            <p:cNvSpPr/>
            <p:nvPr/>
          </p:nvSpPr>
          <p:spPr>
            <a:xfrm>
              <a:off x="1867708" y="1368028"/>
              <a:ext cx="5265708" cy="1453045"/>
            </a:xfrm>
            <a:prstGeom prst="rect">
              <a:avLst/>
            </a:prstGeom>
          </p:spPr>
          <p:txBody>
            <a:bodyPr wrap="none" lIns="67391" tIns="33696" rIns="67391" bIns="33696">
              <a:spAutoFit/>
            </a:bodyPr>
            <a:lstStyle/>
            <a:p>
              <a:pPr algn="ctr">
                <a:defRPr/>
              </a:pPr>
              <a:r>
                <a:rPr lang="zh-TW" altLang="en-US" sz="4000" b="1" kern="0" dirty="0" smtClean="0">
                  <a:solidFill>
                    <a:schemeClr val="bg1">
                      <a:lumMod val="50000"/>
                    </a:schemeClr>
                  </a:solidFill>
                  <a:latin typeface="微軟正黑體" panose="020B0604030504040204" pitchFamily="34" charset="-120"/>
                  <a:ea typeface="微軟正黑體" panose="020B0604030504040204" pitchFamily="34" charset="-120"/>
                  <a:cs typeface="+mn-ea"/>
                  <a:sym typeface="+mn-lt"/>
                </a:rPr>
                <a:t>機器學習應用期末報告</a:t>
              </a:r>
              <a:endParaRPr lang="en-US" altLang="zh-TW" sz="4000" b="1" kern="0" dirty="0" smtClean="0">
                <a:solidFill>
                  <a:schemeClr val="bg1">
                    <a:lumMod val="50000"/>
                  </a:schemeClr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+mn-ea"/>
                <a:sym typeface="+mn-lt"/>
              </a:endParaRPr>
            </a:p>
            <a:p>
              <a:pPr algn="ctr">
                <a:defRPr/>
              </a:pPr>
              <a:r>
                <a:rPr lang="zh-TW" altLang="en-US" sz="5000" b="1" kern="0" dirty="0" smtClean="0">
                  <a:solidFill>
                    <a:srgbClr val="3B3837"/>
                  </a:solidFill>
                  <a:latin typeface="微軟正黑體" panose="020B0604030504040204" pitchFamily="34" charset="-120"/>
                  <a:ea typeface="微軟正黑體" panose="020B0604030504040204" pitchFamily="34" charset="-120"/>
                  <a:cs typeface="+mn-ea"/>
                  <a:sym typeface="+mn-lt"/>
                </a:rPr>
                <a:t>預測鑽石價格</a:t>
              </a:r>
              <a:endParaRPr lang="zh-CN" altLang="en-US" sz="5000" b="1" kern="0" dirty="0">
                <a:solidFill>
                  <a:srgbClr val="3B3837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+mn-ea"/>
                <a:sym typeface="+mn-lt"/>
              </a:endParaRPr>
            </a:p>
          </p:txBody>
        </p:sp>
        <p:grpSp>
          <p:nvGrpSpPr>
            <p:cNvPr id="3" name="群組 2"/>
            <p:cNvGrpSpPr/>
            <p:nvPr/>
          </p:nvGrpSpPr>
          <p:grpSpPr>
            <a:xfrm>
              <a:off x="3204418" y="2885315"/>
              <a:ext cx="2592288" cy="498937"/>
              <a:chOff x="3204418" y="2376140"/>
              <a:chExt cx="2592288" cy="498937"/>
            </a:xfrm>
          </p:grpSpPr>
          <p:cxnSp>
            <p:nvCxnSpPr>
              <p:cNvPr id="12" name="直接连接符 11"/>
              <p:cNvCxnSpPr>
                <a:cxnSpLocks/>
              </p:cNvCxnSpPr>
              <p:nvPr/>
            </p:nvCxnSpPr>
            <p:spPr>
              <a:xfrm>
                <a:off x="3204418" y="2664172"/>
                <a:ext cx="2592288" cy="0"/>
              </a:xfrm>
              <a:prstGeom prst="line">
                <a:avLst/>
              </a:prstGeom>
              <a:ln w="15875">
                <a:solidFill>
                  <a:srgbClr val="D9D9D9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7" name="Rectangle 36"/>
              <p:cNvSpPr/>
              <p:nvPr/>
            </p:nvSpPr>
            <p:spPr>
              <a:xfrm>
                <a:off x="3893904" y="2376140"/>
                <a:ext cx="1213316" cy="498937"/>
              </a:xfrm>
              <a:prstGeom prst="rect">
                <a:avLst/>
              </a:prstGeom>
              <a:solidFill>
                <a:srgbClr val="F1F1F1"/>
              </a:solidFill>
            </p:spPr>
            <p:txBody>
              <a:bodyPr wrap="none" lIns="67391" tIns="33696" rIns="67391" bIns="33696">
                <a:spAutoFit/>
              </a:bodyPr>
              <a:lstStyle/>
              <a:p>
                <a:pPr algn="ctr">
                  <a:defRPr/>
                </a:pPr>
                <a:r>
                  <a:rPr lang="zh-TW" altLang="en-US" sz="2800" b="1" kern="0" dirty="0">
                    <a:solidFill>
                      <a:srgbClr val="3B3837"/>
                    </a:solidFill>
                    <a:latin typeface="微軟正黑體" panose="020B0604030504040204" pitchFamily="34" charset="-120"/>
                    <a:ea typeface="微軟正黑體" panose="020B0604030504040204" pitchFamily="34" charset="-120"/>
                    <a:cs typeface="+mn-ea"/>
                    <a:sym typeface="+mn-lt"/>
                  </a:rPr>
                  <a:t>第九組</a:t>
                </a:r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275694903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C:\Documents and Settings\Administrator\桌面\新建文件夹 (2)\5.15封面参考\复件 (35) 复件 4\cb961778f4b1fbd61.jpg"/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r="6829"/>
          <a:stretch/>
        </p:blipFill>
        <p:spPr bwMode="auto">
          <a:xfrm rot="10800000">
            <a:off x="0" y="-124"/>
            <a:ext cx="9001124" cy="506313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2" name="群組 1"/>
          <p:cNvGrpSpPr/>
          <p:nvPr/>
        </p:nvGrpSpPr>
        <p:grpSpPr>
          <a:xfrm>
            <a:off x="2957910" y="287908"/>
            <a:ext cx="3085305" cy="745159"/>
            <a:chOff x="3575497" y="287908"/>
            <a:chExt cx="3085305" cy="745159"/>
          </a:xfrm>
        </p:grpSpPr>
        <p:cxnSp>
          <p:nvCxnSpPr>
            <p:cNvPr id="5" name="直接连接符 4"/>
            <p:cNvCxnSpPr>
              <a:cxnSpLocks/>
            </p:cNvCxnSpPr>
            <p:nvPr/>
          </p:nvCxnSpPr>
          <p:spPr>
            <a:xfrm>
              <a:off x="3575497" y="719956"/>
              <a:ext cx="3085305" cy="0"/>
            </a:xfrm>
            <a:prstGeom prst="line">
              <a:avLst/>
            </a:prstGeom>
            <a:ln w="19050">
              <a:solidFill>
                <a:srgbClr val="D9D9D9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6" name="Rectangle 36"/>
            <p:cNvSpPr/>
            <p:nvPr/>
          </p:nvSpPr>
          <p:spPr>
            <a:xfrm>
              <a:off x="4428554" y="287908"/>
              <a:ext cx="1264612" cy="745159"/>
            </a:xfrm>
            <a:prstGeom prst="rect">
              <a:avLst/>
            </a:prstGeom>
            <a:solidFill>
              <a:srgbClr val="F6F5F5"/>
            </a:solidFill>
          </p:spPr>
          <p:txBody>
            <a:bodyPr wrap="none" lIns="67391" tIns="33696" rIns="67391" bIns="33696">
              <a:spAutoFit/>
            </a:bodyPr>
            <a:lstStyle/>
            <a:p>
              <a:pPr algn="ctr">
                <a:defRPr/>
              </a:pPr>
              <a:r>
                <a:rPr lang="zh-TW" altLang="en-US" sz="4400" b="1" kern="0" dirty="0">
                  <a:solidFill>
                    <a:srgbClr val="3B3837"/>
                  </a:solidFill>
                  <a:latin typeface="微軟正黑體" panose="020B0604030504040204" pitchFamily="34" charset="-120"/>
                  <a:ea typeface="微軟正黑體" panose="020B0604030504040204" pitchFamily="34" charset="-120"/>
                  <a:cs typeface="+mn-ea"/>
                  <a:sym typeface="+mn-lt"/>
                </a:rPr>
                <a:t>目錄</a:t>
              </a:r>
              <a:endParaRPr lang="zh-CN" altLang="en-US" sz="4400" b="1" kern="0" dirty="0">
                <a:solidFill>
                  <a:srgbClr val="3B3837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+mn-ea"/>
                <a:sym typeface="+mn-lt"/>
              </a:endParaRPr>
            </a:p>
          </p:txBody>
        </p:sp>
      </p:grpSp>
      <p:sp>
        <p:nvSpPr>
          <p:cNvPr id="8" name="Rectangle 36"/>
          <p:cNvSpPr/>
          <p:nvPr/>
        </p:nvSpPr>
        <p:spPr>
          <a:xfrm>
            <a:off x="2849899" y="1296020"/>
            <a:ext cx="2442751" cy="529715"/>
          </a:xfrm>
          <a:prstGeom prst="rect">
            <a:avLst/>
          </a:prstGeom>
          <a:noFill/>
        </p:spPr>
        <p:txBody>
          <a:bodyPr wrap="square" lIns="67391" tIns="33696" rIns="67391" bIns="33696">
            <a:spAutoFit/>
          </a:bodyPr>
          <a:lstStyle/>
          <a:p>
            <a:pPr algn="ctr">
              <a:defRPr/>
            </a:pPr>
            <a:r>
              <a:rPr lang="en-US" altLang="zh-CN" sz="3000" kern="0" dirty="0" smtClean="0">
                <a:solidFill>
                  <a:srgbClr val="3B3837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+mn-ea"/>
                <a:sym typeface="+mn-lt"/>
              </a:rPr>
              <a:t>1</a:t>
            </a:r>
            <a:r>
              <a:rPr lang="zh-TW" altLang="en-US" sz="3000" kern="0" dirty="0" smtClean="0">
                <a:solidFill>
                  <a:srgbClr val="3B3837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+mn-ea"/>
                <a:sym typeface="+mn-lt"/>
              </a:rPr>
              <a:t> </a:t>
            </a:r>
            <a:r>
              <a:rPr lang="en-US" altLang="zh-TW" sz="3000" kern="0" dirty="0" smtClean="0">
                <a:solidFill>
                  <a:srgbClr val="3B3837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+mn-ea"/>
                <a:sym typeface="+mn-lt"/>
              </a:rPr>
              <a:t>—</a:t>
            </a:r>
            <a:r>
              <a:rPr lang="zh-TW" altLang="en-US" sz="3000" kern="0" dirty="0" smtClean="0">
                <a:solidFill>
                  <a:srgbClr val="3B3837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+mn-ea"/>
                <a:sym typeface="+mn-lt"/>
              </a:rPr>
              <a:t> </a:t>
            </a:r>
            <a:r>
              <a:rPr lang="zh-TW" altLang="en-US" sz="2500" b="1" kern="0" dirty="0" smtClean="0">
                <a:solidFill>
                  <a:srgbClr val="3B3837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+mn-ea"/>
                <a:sym typeface="+mn-lt"/>
              </a:rPr>
              <a:t>研究動機</a:t>
            </a:r>
            <a:endParaRPr lang="zh-CN" altLang="en-US" sz="2500" b="1" kern="0" dirty="0">
              <a:solidFill>
                <a:srgbClr val="3B3837"/>
              </a:solidFill>
              <a:latin typeface="微軟正黑體" panose="020B0604030504040204" pitchFamily="34" charset="-120"/>
              <a:ea typeface="微軟正黑體" panose="020B0604030504040204" pitchFamily="34" charset="-120"/>
              <a:cs typeface="+mn-ea"/>
              <a:sym typeface="+mn-lt"/>
            </a:endParaRPr>
          </a:p>
        </p:txBody>
      </p:sp>
      <p:sp>
        <p:nvSpPr>
          <p:cNvPr id="9" name="Rectangle 36"/>
          <p:cNvSpPr/>
          <p:nvPr/>
        </p:nvSpPr>
        <p:spPr>
          <a:xfrm>
            <a:off x="2849898" y="1944092"/>
            <a:ext cx="3234840" cy="529715"/>
          </a:xfrm>
          <a:prstGeom prst="rect">
            <a:avLst/>
          </a:prstGeom>
          <a:noFill/>
        </p:spPr>
        <p:txBody>
          <a:bodyPr wrap="square" lIns="67391" tIns="33696" rIns="67391" bIns="33696">
            <a:spAutoFit/>
          </a:bodyPr>
          <a:lstStyle/>
          <a:p>
            <a:pPr>
              <a:defRPr/>
            </a:pPr>
            <a:r>
              <a:rPr lang="zh-TW" altLang="en-US" sz="3000" kern="0" dirty="0" smtClean="0">
                <a:solidFill>
                  <a:srgbClr val="3B3837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+mn-ea"/>
                <a:sym typeface="+mn-lt"/>
              </a:rPr>
              <a:t> </a:t>
            </a:r>
            <a:r>
              <a:rPr lang="en-US" altLang="zh-TW" sz="3000" kern="0" dirty="0" smtClean="0">
                <a:solidFill>
                  <a:srgbClr val="3B3837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+mn-ea"/>
                <a:sym typeface="+mn-lt"/>
              </a:rPr>
              <a:t>2</a:t>
            </a:r>
            <a:r>
              <a:rPr lang="zh-TW" altLang="en-US" sz="3000" kern="0" dirty="0" smtClean="0">
                <a:solidFill>
                  <a:srgbClr val="3B3837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+mn-ea"/>
                <a:sym typeface="+mn-lt"/>
              </a:rPr>
              <a:t> </a:t>
            </a:r>
            <a:r>
              <a:rPr lang="en-US" altLang="zh-TW" sz="3000" kern="0" dirty="0" smtClean="0">
                <a:solidFill>
                  <a:srgbClr val="3B3837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+mn-ea"/>
                <a:sym typeface="+mn-lt"/>
              </a:rPr>
              <a:t>—</a:t>
            </a:r>
            <a:r>
              <a:rPr lang="zh-TW" altLang="en-US" sz="3000" kern="0" dirty="0" smtClean="0">
                <a:solidFill>
                  <a:srgbClr val="3B3837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+mn-ea"/>
                <a:sym typeface="+mn-lt"/>
              </a:rPr>
              <a:t> </a:t>
            </a:r>
            <a:r>
              <a:rPr lang="zh-TW" altLang="en-US" sz="2500" b="1" kern="0" dirty="0">
                <a:solidFill>
                  <a:srgbClr val="3B3837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+mn-ea"/>
                <a:sym typeface="+mn-lt"/>
              </a:rPr>
              <a:t>資料蒐集</a:t>
            </a:r>
            <a:endParaRPr lang="zh-CN" altLang="en-US" sz="2500" b="1" kern="0" dirty="0">
              <a:solidFill>
                <a:srgbClr val="3B3837"/>
              </a:solidFill>
              <a:latin typeface="微軟正黑體" panose="020B0604030504040204" pitchFamily="34" charset="-120"/>
              <a:ea typeface="微軟正黑體" panose="020B0604030504040204" pitchFamily="34" charset="-120"/>
              <a:cs typeface="+mn-ea"/>
              <a:sym typeface="+mn-lt"/>
            </a:endParaRPr>
          </a:p>
        </p:txBody>
      </p:sp>
      <p:sp>
        <p:nvSpPr>
          <p:cNvPr id="10" name="Rectangle 36"/>
          <p:cNvSpPr/>
          <p:nvPr/>
        </p:nvSpPr>
        <p:spPr>
          <a:xfrm>
            <a:off x="2957910" y="3214577"/>
            <a:ext cx="3085305" cy="529715"/>
          </a:xfrm>
          <a:prstGeom prst="rect">
            <a:avLst/>
          </a:prstGeom>
          <a:noFill/>
        </p:spPr>
        <p:txBody>
          <a:bodyPr wrap="square" lIns="67391" tIns="33696" rIns="67391" bIns="33696">
            <a:spAutoFit/>
          </a:bodyPr>
          <a:lstStyle/>
          <a:p>
            <a:pPr>
              <a:defRPr/>
            </a:pPr>
            <a:r>
              <a:rPr lang="en-US" altLang="zh-TW" sz="3000" kern="0" dirty="0" smtClean="0">
                <a:solidFill>
                  <a:srgbClr val="3B3837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+mn-ea"/>
                <a:sym typeface="+mn-lt"/>
              </a:rPr>
              <a:t>4</a:t>
            </a:r>
            <a:r>
              <a:rPr lang="zh-TW" altLang="en-US" sz="3000" kern="0" dirty="0" smtClean="0">
                <a:solidFill>
                  <a:srgbClr val="3B3837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+mn-ea"/>
                <a:sym typeface="+mn-lt"/>
              </a:rPr>
              <a:t> </a:t>
            </a:r>
            <a:r>
              <a:rPr lang="en-US" altLang="zh-TW" sz="3000" kern="0" dirty="0" smtClean="0">
                <a:solidFill>
                  <a:srgbClr val="3B3837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+mn-ea"/>
                <a:sym typeface="+mn-lt"/>
              </a:rPr>
              <a:t>—</a:t>
            </a:r>
            <a:r>
              <a:rPr lang="zh-TW" altLang="en-US" sz="3000" kern="0" dirty="0" smtClean="0">
                <a:solidFill>
                  <a:srgbClr val="3B3837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+mn-ea"/>
                <a:sym typeface="+mn-lt"/>
              </a:rPr>
              <a:t> </a:t>
            </a:r>
            <a:r>
              <a:rPr lang="zh-TW" altLang="en-US" sz="2500" b="1" kern="0" dirty="0" smtClean="0">
                <a:solidFill>
                  <a:srgbClr val="3B3837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+mn-ea"/>
                <a:sym typeface="+mn-lt"/>
              </a:rPr>
              <a:t>分析</a:t>
            </a:r>
            <a:r>
              <a:rPr lang="zh-TW" altLang="en-US" sz="2500" b="1" kern="0" dirty="0">
                <a:solidFill>
                  <a:srgbClr val="3B3837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+mn-ea"/>
                <a:sym typeface="+mn-lt"/>
              </a:rPr>
              <a:t>結果</a:t>
            </a:r>
            <a:endParaRPr lang="zh-CN" altLang="en-US" sz="2500" b="1" kern="0" dirty="0">
              <a:solidFill>
                <a:srgbClr val="3B3837"/>
              </a:solidFill>
              <a:latin typeface="微軟正黑體" panose="020B0604030504040204" pitchFamily="34" charset="-120"/>
              <a:ea typeface="微軟正黑體" panose="020B0604030504040204" pitchFamily="34" charset="-120"/>
              <a:cs typeface="+mn-ea"/>
              <a:sym typeface="+mn-lt"/>
            </a:endParaRPr>
          </a:p>
        </p:txBody>
      </p:sp>
      <p:sp>
        <p:nvSpPr>
          <p:cNvPr id="11" name="Rectangle 36"/>
          <p:cNvSpPr/>
          <p:nvPr/>
        </p:nvSpPr>
        <p:spPr>
          <a:xfrm>
            <a:off x="2957909" y="3790641"/>
            <a:ext cx="3085305" cy="529715"/>
          </a:xfrm>
          <a:prstGeom prst="rect">
            <a:avLst/>
          </a:prstGeom>
          <a:noFill/>
        </p:spPr>
        <p:txBody>
          <a:bodyPr wrap="square" lIns="67391" tIns="33696" rIns="67391" bIns="33696">
            <a:spAutoFit/>
          </a:bodyPr>
          <a:lstStyle/>
          <a:p>
            <a:pPr>
              <a:defRPr/>
            </a:pPr>
            <a:r>
              <a:rPr lang="en-US" altLang="zh-TW" sz="3000" kern="0" dirty="0" smtClean="0">
                <a:solidFill>
                  <a:srgbClr val="3B3837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+mn-ea"/>
                <a:sym typeface="+mn-lt"/>
              </a:rPr>
              <a:t>5</a:t>
            </a:r>
            <a:r>
              <a:rPr lang="zh-TW" altLang="en-US" sz="3000" kern="0" dirty="0" smtClean="0">
                <a:solidFill>
                  <a:srgbClr val="3B3837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+mn-ea"/>
                <a:sym typeface="+mn-lt"/>
              </a:rPr>
              <a:t> </a:t>
            </a:r>
            <a:r>
              <a:rPr lang="en-US" altLang="zh-TW" sz="3000" kern="0" dirty="0" smtClean="0">
                <a:solidFill>
                  <a:srgbClr val="3B3837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+mn-ea"/>
                <a:sym typeface="+mn-lt"/>
              </a:rPr>
              <a:t>—</a:t>
            </a:r>
            <a:r>
              <a:rPr lang="zh-TW" altLang="en-US" sz="3000" kern="0" dirty="0" smtClean="0">
                <a:solidFill>
                  <a:srgbClr val="3B3837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+mn-ea"/>
                <a:sym typeface="+mn-lt"/>
              </a:rPr>
              <a:t> </a:t>
            </a:r>
            <a:r>
              <a:rPr lang="zh-TW" altLang="en-US" sz="2500" b="1" kern="0" dirty="0" smtClean="0">
                <a:solidFill>
                  <a:srgbClr val="3B3837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+mn-ea"/>
                <a:sym typeface="+mn-lt"/>
              </a:rPr>
              <a:t>結論</a:t>
            </a:r>
            <a:endParaRPr lang="zh-CN" altLang="en-US" sz="2500" b="1" kern="0" dirty="0">
              <a:solidFill>
                <a:srgbClr val="3B3837"/>
              </a:solidFill>
              <a:latin typeface="微軟正黑體" panose="020B0604030504040204" pitchFamily="34" charset="-120"/>
              <a:ea typeface="微軟正黑體" panose="020B0604030504040204" pitchFamily="34" charset="-120"/>
              <a:cs typeface="+mn-ea"/>
              <a:sym typeface="+mn-lt"/>
            </a:endParaRPr>
          </a:p>
        </p:txBody>
      </p:sp>
      <p:sp>
        <p:nvSpPr>
          <p:cNvPr id="12" name="Rectangle 36"/>
          <p:cNvSpPr/>
          <p:nvPr/>
        </p:nvSpPr>
        <p:spPr>
          <a:xfrm>
            <a:off x="2957910" y="2592164"/>
            <a:ext cx="3414860" cy="529715"/>
          </a:xfrm>
          <a:prstGeom prst="rect">
            <a:avLst/>
          </a:prstGeom>
          <a:noFill/>
        </p:spPr>
        <p:txBody>
          <a:bodyPr wrap="square" lIns="67391" tIns="33696" rIns="67391" bIns="33696">
            <a:spAutoFit/>
          </a:bodyPr>
          <a:lstStyle/>
          <a:p>
            <a:pPr>
              <a:defRPr/>
            </a:pPr>
            <a:r>
              <a:rPr lang="en-US" altLang="zh-TW" sz="3000" kern="0" dirty="0" smtClean="0">
                <a:solidFill>
                  <a:srgbClr val="3B3837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+mn-ea"/>
                <a:sym typeface="+mn-lt"/>
              </a:rPr>
              <a:t>3</a:t>
            </a:r>
            <a:r>
              <a:rPr lang="zh-TW" altLang="en-US" sz="3000" kern="0" dirty="0" smtClean="0">
                <a:solidFill>
                  <a:srgbClr val="3B3837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+mn-ea"/>
                <a:sym typeface="+mn-lt"/>
              </a:rPr>
              <a:t> </a:t>
            </a:r>
            <a:r>
              <a:rPr lang="en-US" altLang="zh-TW" sz="3000" kern="0" dirty="0" smtClean="0">
                <a:solidFill>
                  <a:srgbClr val="3B3837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+mn-ea"/>
                <a:sym typeface="+mn-lt"/>
              </a:rPr>
              <a:t>—</a:t>
            </a:r>
            <a:r>
              <a:rPr lang="zh-TW" altLang="en-US" sz="3000" kern="0" dirty="0" smtClean="0">
                <a:solidFill>
                  <a:srgbClr val="3B3837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+mn-ea"/>
                <a:sym typeface="+mn-lt"/>
              </a:rPr>
              <a:t> </a:t>
            </a:r>
            <a:r>
              <a:rPr lang="zh-TW" altLang="en-US" sz="2500" b="1" kern="0" dirty="0" smtClean="0">
                <a:solidFill>
                  <a:srgbClr val="3B3837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+mn-ea"/>
                <a:sym typeface="+mn-lt"/>
              </a:rPr>
              <a:t>分析方法與流程</a:t>
            </a:r>
            <a:endParaRPr lang="zh-CN" altLang="en-US" sz="2500" b="1" kern="0" dirty="0">
              <a:solidFill>
                <a:srgbClr val="3B3837"/>
              </a:solidFill>
              <a:latin typeface="微軟正黑體" panose="020B0604030504040204" pitchFamily="34" charset="-120"/>
              <a:ea typeface="微軟正黑體" panose="020B0604030504040204" pitchFamily="34" charset="-120"/>
              <a:cs typeface="+mn-ea"/>
              <a:sym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171084446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74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-38702" y="19047"/>
            <a:ext cx="9078530" cy="50006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矩形 1"/>
          <p:cNvSpPr/>
          <p:nvPr/>
        </p:nvSpPr>
        <p:spPr>
          <a:xfrm>
            <a:off x="1764258" y="1512044"/>
            <a:ext cx="5256584" cy="2448272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grpSp>
        <p:nvGrpSpPr>
          <p:cNvPr id="4" name="群組 3"/>
          <p:cNvGrpSpPr/>
          <p:nvPr/>
        </p:nvGrpSpPr>
        <p:grpSpPr>
          <a:xfrm>
            <a:off x="2262689" y="1709928"/>
            <a:ext cx="4475747" cy="1620456"/>
            <a:chOff x="2257063" y="1620456"/>
            <a:chExt cx="4475747" cy="1620456"/>
          </a:xfrm>
        </p:grpSpPr>
        <p:sp>
          <p:nvSpPr>
            <p:cNvPr id="3" name="椭圆 2"/>
            <p:cNvSpPr/>
            <p:nvPr/>
          </p:nvSpPr>
          <p:spPr>
            <a:xfrm>
              <a:off x="2257063" y="1620456"/>
              <a:ext cx="1620456" cy="1620456"/>
            </a:xfrm>
            <a:prstGeom prst="ellipse">
              <a:avLst/>
            </a:prstGeom>
            <a:noFill/>
            <a:ln>
              <a:solidFill>
                <a:srgbClr val="3B3837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6000" dirty="0" smtClean="0">
                  <a:solidFill>
                    <a:srgbClr val="3B3837"/>
                  </a:solidFill>
                  <a:cs typeface="+mn-ea"/>
                  <a:sym typeface="+mn-lt"/>
                </a:rPr>
                <a:t>0</a:t>
              </a:r>
              <a:r>
                <a:rPr lang="en-US" altLang="zh-TW" sz="6000" dirty="0" smtClean="0">
                  <a:solidFill>
                    <a:srgbClr val="3B3837"/>
                  </a:solidFill>
                  <a:cs typeface="+mn-ea"/>
                  <a:sym typeface="+mn-lt"/>
                </a:rPr>
                <a:t>1</a:t>
              </a:r>
              <a:endParaRPr lang="zh-CN" altLang="en-US" sz="6000" dirty="0">
                <a:solidFill>
                  <a:srgbClr val="3B3837"/>
                </a:solidFill>
                <a:cs typeface="+mn-ea"/>
                <a:sym typeface="+mn-lt"/>
              </a:endParaRPr>
            </a:p>
          </p:txBody>
        </p:sp>
        <p:sp>
          <p:nvSpPr>
            <p:cNvPr id="6" name="Rectangle 36"/>
            <p:cNvSpPr/>
            <p:nvPr/>
          </p:nvSpPr>
          <p:spPr>
            <a:xfrm>
              <a:off x="3924498" y="2232124"/>
              <a:ext cx="2808312" cy="622048"/>
            </a:xfrm>
            <a:prstGeom prst="rect">
              <a:avLst/>
            </a:prstGeom>
            <a:noFill/>
          </p:spPr>
          <p:txBody>
            <a:bodyPr wrap="square" lIns="67391" tIns="33696" rIns="67391" bIns="33696">
              <a:spAutoFit/>
            </a:bodyPr>
            <a:lstStyle/>
            <a:p>
              <a:pPr algn="ctr">
                <a:defRPr/>
              </a:pPr>
              <a:r>
                <a:rPr lang="zh-TW" altLang="en-US" sz="3600" b="1" kern="0" dirty="0">
                  <a:solidFill>
                    <a:srgbClr val="3B3837"/>
                  </a:solidFill>
                  <a:latin typeface="微軟正黑體" panose="020B0604030504040204" pitchFamily="34" charset="-120"/>
                  <a:ea typeface="微軟正黑體" panose="020B0604030504040204" pitchFamily="34" charset="-120"/>
                  <a:cs typeface="+mn-ea"/>
                  <a:sym typeface="+mn-lt"/>
                </a:rPr>
                <a:t>研究動機</a:t>
              </a:r>
              <a:endParaRPr lang="zh-CN" altLang="en-US" sz="3600" b="1" kern="0" dirty="0">
                <a:solidFill>
                  <a:srgbClr val="3B3837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+mn-ea"/>
                <a:sym typeface="+mn-lt"/>
              </a:endParaRPr>
            </a:p>
          </p:txBody>
        </p:sp>
      </p:grpSp>
      <p:pic>
        <p:nvPicPr>
          <p:cNvPr id="7" name="图片 18"/>
          <p:cNvPicPr>
            <a:picLocks noChangeAspect="1"/>
          </p:cNvPicPr>
          <p:nvPr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 rot="164082">
            <a:off x="5665924" y="587316"/>
            <a:ext cx="490446" cy="5663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5205733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矩形 5"/>
          <p:cNvSpPr/>
          <p:nvPr/>
        </p:nvSpPr>
        <p:spPr>
          <a:xfrm>
            <a:off x="3852490" y="1512044"/>
            <a:ext cx="4752528" cy="240065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zh-TW" altLang="en-US" sz="2000" dirty="0">
                <a:cs typeface="+mn-ea"/>
                <a:sym typeface="+mn-lt"/>
              </a:rPr>
              <a:t>有句廣告</a:t>
            </a:r>
            <a:r>
              <a:rPr lang="zh-TW" altLang="en-US" sz="2000" dirty="0" smtClean="0">
                <a:cs typeface="+mn-ea"/>
                <a:sym typeface="+mn-lt"/>
              </a:rPr>
              <a:t>台詞</a:t>
            </a:r>
            <a:r>
              <a:rPr lang="zh-TW" altLang="en-US" sz="2000" dirty="0">
                <a:cs typeface="+mn-ea"/>
                <a:sym typeface="+mn-lt"/>
              </a:rPr>
              <a:t>說「鑽石恆久遠，一顆永流傳」</a:t>
            </a:r>
            <a:r>
              <a:rPr lang="zh-TW" altLang="en-US" sz="2000" dirty="0" smtClean="0">
                <a:cs typeface="+mn-ea"/>
                <a:sym typeface="+mn-lt"/>
              </a:rPr>
              <a:t>，鑽石對於大家來說，普遍</a:t>
            </a:r>
            <a:r>
              <a:rPr lang="zh-TW" altLang="en-US" sz="2000" dirty="0">
                <a:cs typeface="+mn-ea"/>
                <a:sym typeface="+mn-lt"/>
              </a:rPr>
              <a:t>都</a:t>
            </a:r>
            <a:r>
              <a:rPr lang="zh-TW" altLang="en-US" sz="2000" dirty="0" smtClean="0">
                <a:cs typeface="+mn-ea"/>
                <a:sym typeface="+mn-lt"/>
              </a:rPr>
              <a:t>是地位</a:t>
            </a:r>
            <a:r>
              <a:rPr lang="zh-TW" altLang="en-US" sz="2000" dirty="0">
                <a:cs typeface="+mn-ea"/>
                <a:sym typeface="+mn-lt"/>
              </a:rPr>
              <a:t>和品味的</a:t>
            </a:r>
            <a:r>
              <a:rPr lang="zh-TW" altLang="en-US" sz="2000" dirty="0" smtClean="0">
                <a:cs typeface="+mn-ea"/>
                <a:sym typeface="+mn-lt"/>
              </a:rPr>
              <a:t>象徵，但講到價格方面，卻往往不知道如何瞭解一顆鑽石的市場價格，因此成為我們此次研究的動機。</a:t>
            </a:r>
            <a:endParaRPr lang="zh-CN" altLang="en-US" sz="2000" dirty="0">
              <a:cs typeface="+mn-ea"/>
              <a:sym typeface="+mn-lt"/>
            </a:endParaRPr>
          </a:p>
        </p:txBody>
      </p:sp>
      <p:pic>
        <p:nvPicPr>
          <p:cNvPr id="7" name="图片 6"/>
          <p:cNvPicPr>
            <a:picLocks noChangeAspect="1"/>
          </p:cNvPicPr>
          <p:nvPr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 rot="19459551">
            <a:off x="294107" y="130090"/>
            <a:ext cx="363036" cy="507865"/>
          </a:xfrm>
          <a:prstGeom prst="rect">
            <a:avLst/>
          </a:prstGeom>
        </p:spPr>
      </p:pic>
      <p:sp>
        <p:nvSpPr>
          <p:cNvPr id="8" name="Rectangle 36"/>
          <p:cNvSpPr/>
          <p:nvPr/>
        </p:nvSpPr>
        <p:spPr>
          <a:xfrm>
            <a:off x="540122" y="287908"/>
            <a:ext cx="1728192" cy="345049"/>
          </a:xfrm>
          <a:prstGeom prst="rect">
            <a:avLst/>
          </a:prstGeom>
          <a:noFill/>
        </p:spPr>
        <p:txBody>
          <a:bodyPr wrap="square" lIns="67391" tIns="33696" rIns="67391" bIns="33696">
            <a:spAutoFit/>
          </a:bodyPr>
          <a:lstStyle/>
          <a:p>
            <a:pPr algn="ctr">
              <a:defRPr/>
            </a:pPr>
            <a:r>
              <a:rPr lang="zh-TW" altLang="en-US" sz="1800" b="1" kern="0" dirty="0">
                <a:solidFill>
                  <a:srgbClr val="3B3837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+mn-ea"/>
                <a:sym typeface="+mn-lt"/>
              </a:rPr>
              <a:t>研究</a:t>
            </a:r>
            <a:r>
              <a:rPr lang="zh-TW" altLang="en-US" sz="1800" b="1" kern="0" dirty="0" smtClean="0">
                <a:solidFill>
                  <a:srgbClr val="3B3837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+mn-ea"/>
                <a:sym typeface="+mn-lt"/>
              </a:rPr>
              <a:t>動機</a:t>
            </a:r>
            <a:endParaRPr lang="zh-CN" altLang="en-US" sz="1800" b="1" kern="0" dirty="0">
              <a:solidFill>
                <a:srgbClr val="3B3837"/>
              </a:solidFill>
              <a:latin typeface="微軟正黑體" panose="020B0604030504040204" pitchFamily="34" charset="-120"/>
              <a:ea typeface="微軟正黑體" panose="020B0604030504040204" pitchFamily="34" charset="-120"/>
              <a:cs typeface="+mn-ea"/>
              <a:sym typeface="+mn-lt"/>
            </a:endParaRPr>
          </a:p>
        </p:txBody>
      </p:sp>
      <p:pic>
        <p:nvPicPr>
          <p:cNvPr id="9" name="圖片 8"/>
          <p:cNvPicPr>
            <a:picLocks noChangeAspect="1"/>
          </p:cNvPicPr>
          <p:nvPr/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4619" t="18004" r="14619" b="20315"/>
          <a:stretch/>
        </p:blipFill>
        <p:spPr>
          <a:xfrm>
            <a:off x="458391" y="1475041"/>
            <a:ext cx="3034059" cy="2644631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44642661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74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-38702" y="19047"/>
            <a:ext cx="9078530" cy="50006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矩形 1"/>
          <p:cNvSpPr/>
          <p:nvPr/>
        </p:nvSpPr>
        <p:spPr>
          <a:xfrm>
            <a:off x="1764258" y="1512044"/>
            <a:ext cx="5256584" cy="2448272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grpSp>
        <p:nvGrpSpPr>
          <p:cNvPr id="4" name="群組 3"/>
          <p:cNvGrpSpPr/>
          <p:nvPr/>
        </p:nvGrpSpPr>
        <p:grpSpPr>
          <a:xfrm>
            <a:off x="2262689" y="1709928"/>
            <a:ext cx="4475747" cy="1620456"/>
            <a:chOff x="2257063" y="1620456"/>
            <a:chExt cx="4475747" cy="1620456"/>
          </a:xfrm>
        </p:grpSpPr>
        <p:sp>
          <p:nvSpPr>
            <p:cNvPr id="3" name="椭圆 2"/>
            <p:cNvSpPr/>
            <p:nvPr/>
          </p:nvSpPr>
          <p:spPr>
            <a:xfrm>
              <a:off x="2257063" y="1620456"/>
              <a:ext cx="1620456" cy="1620456"/>
            </a:xfrm>
            <a:prstGeom prst="ellipse">
              <a:avLst/>
            </a:prstGeom>
            <a:noFill/>
            <a:ln>
              <a:solidFill>
                <a:srgbClr val="3B3837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6000" dirty="0" smtClean="0">
                  <a:solidFill>
                    <a:srgbClr val="3B3837"/>
                  </a:solidFill>
                  <a:cs typeface="+mn-ea"/>
                  <a:sym typeface="+mn-lt"/>
                </a:rPr>
                <a:t>0</a:t>
              </a:r>
              <a:r>
                <a:rPr lang="en-US" altLang="zh-TW" sz="6000" dirty="0">
                  <a:solidFill>
                    <a:srgbClr val="3B3837"/>
                  </a:solidFill>
                  <a:cs typeface="+mn-ea"/>
                  <a:sym typeface="+mn-lt"/>
                </a:rPr>
                <a:t>2</a:t>
              </a:r>
              <a:endParaRPr lang="zh-CN" altLang="en-US" sz="6000" dirty="0">
                <a:solidFill>
                  <a:srgbClr val="3B3837"/>
                </a:solidFill>
                <a:cs typeface="+mn-ea"/>
                <a:sym typeface="+mn-lt"/>
              </a:endParaRPr>
            </a:p>
          </p:txBody>
        </p:sp>
        <p:sp>
          <p:nvSpPr>
            <p:cNvPr id="6" name="Rectangle 36"/>
            <p:cNvSpPr/>
            <p:nvPr/>
          </p:nvSpPr>
          <p:spPr>
            <a:xfrm>
              <a:off x="3924498" y="2232124"/>
              <a:ext cx="2808312" cy="622048"/>
            </a:xfrm>
            <a:prstGeom prst="rect">
              <a:avLst/>
            </a:prstGeom>
            <a:noFill/>
          </p:spPr>
          <p:txBody>
            <a:bodyPr wrap="square" lIns="67391" tIns="33696" rIns="67391" bIns="33696">
              <a:spAutoFit/>
            </a:bodyPr>
            <a:lstStyle/>
            <a:p>
              <a:pPr algn="ctr">
                <a:defRPr/>
              </a:pPr>
              <a:r>
                <a:rPr lang="zh-TW" altLang="en-US" sz="3600" b="1" kern="0" dirty="0">
                  <a:solidFill>
                    <a:srgbClr val="3B3837"/>
                  </a:solidFill>
                  <a:latin typeface="微軟正黑體" panose="020B0604030504040204" pitchFamily="34" charset="-120"/>
                  <a:ea typeface="微軟正黑體" panose="020B0604030504040204" pitchFamily="34" charset="-120"/>
                  <a:cs typeface="+mn-ea"/>
                  <a:sym typeface="+mn-lt"/>
                </a:rPr>
                <a:t>資料蒐集</a:t>
              </a:r>
              <a:endParaRPr lang="zh-CN" altLang="en-US" sz="3600" b="1" kern="0" dirty="0">
                <a:solidFill>
                  <a:srgbClr val="3B3837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+mn-ea"/>
                <a:sym typeface="+mn-lt"/>
              </a:endParaRPr>
            </a:p>
          </p:txBody>
        </p:sp>
      </p:grpSp>
      <p:pic>
        <p:nvPicPr>
          <p:cNvPr id="7" name="图片 18"/>
          <p:cNvPicPr>
            <a:picLocks noChangeAspect="1"/>
          </p:cNvPicPr>
          <p:nvPr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 rot="164082">
            <a:off x="5665924" y="587316"/>
            <a:ext cx="490446" cy="5663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1084446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图片 6"/>
          <p:cNvPicPr>
            <a:picLocks noChangeAspect="1"/>
          </p:cNvPicPr>
          <p:nvPr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 rot="19459551">
            <a:off x="294107" y="130090"/>
            <a:ext cx="363036" cy="507865"/>
          </a:xfrm>
          <a:prstGeom prst="rect">
            <a:avLst/>
          </a:prstGeom>
        </p:spPr>
      </p:pic>
      <p:sp>
        <p:nvSpPr>
          <p:cNvPr id="8" name="Rectangle 36"/>
          <p:cNvSpPr/>
          <p:nvPr/>
        </p:nvSpPr>
        <p:spPr>
          <a:xfrm>
            <a:off x="540122" y="287908"/>
            <a:ext cx="2376264" cy="345049"/>
          </a:xfrm>
          <a:prstGeom prst="rect">
            <a:avLst/>
          </a:prstGeom>
          <a:noFill/>
        </p:spPr>
        <p:txBody>
          <a:bodyPr wrap="square" lIns="67391" tIns="33696" rIns="67391" bIns="33696">
            <a:spAutoFit/>
          </a:bodyPr>
          <a:lstStyle/>
          <a:p>
            <a:pPr algn="ctr">
              <a:defRPr/>
            </a:pPr>
            <a:r>
              <a:rPr lang="zh-TW" altLang="en-US" sz="1800" b="1" kern="0" dirty="0">
                <a:solidFill>
                  <a:srgbClr val="3B3837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+mn-ea"/>
                <a:sym typeface="+mn-lt"/>
              </a:rPr>
              <a:t>數據</a:t>
            </a:r>
            <a:r>
              <a:rPr lang="zh-TW" altLang="en-US" sz="1800" b="1" kern="0" dirty="0" smtClean="0">
                <a:solidFill>
                  <a:srgbClr val="3B3837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+mn-ea"/>
                <a:sym typeface="+mn-lt"/>
              </a:rPr>
              <a:t>源、特徵、標籤</a:t>
            </a:r>
            <a:endParaRPr lang="zh-CN" altLang="en-US" sz="1800" b="1" kern="0" dirty="0">
              <a:solidFill>
                <a:srgbClr val="3B3837"/>
              </a:solidFill>
              <a:latin typeface="微軟正黑體" panose="020B0604030504040204" pitchFamily="34" charset="-120"/>
              <a:ea typeface="微軟正黑體" panose="020B0604030504040204" pitchFamily="34" charset="-120"/>
              <a:cs typeface="+mn-ea"/>
              <a:sym typeface="+mn-lt"/>
            </a:endParaRPr>
          </a:p>
        </p:txBody>
      </p:sp>
      <p:pic>
        <p:nvPicPr>
          <p:cNvPr id="2" name="圖片 1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72570" y="215900"/>
            <a:ext cx="3759863" cy="4366856"/>
          </a:xfrm>
          <a:prstGeom prst="rect">
            <a:avLst/>
          </a:prstGeom>
        </p:spPr>
      </p:pic>
      <p:grpSp>
        <p:nvGrpSpPr>
          <p:cNvPr id="34" name="群組 33"/>
          <p:cNvGrpSpPr/>
          <p:nvPr/>
        </p:nvGrpSpPr>
        <p:grpSpPr>
          <a:xfrm>
            <a:off x="838843" y="1079996"/>
            <a:ext cx="3445695" cy="2904931"/>
            <a:chOff x="334787" y="897313"/>
            <a:chExt cx="3445695" cy="2904931"/>
          </a:xfrm>
        </p:grpSpPr>
        <p:grpSp>
          <p:nvGrpSpPr>
            <p:cNvPr id="33" name="群組 32"/>
            <p:cNvGrpSpPr/>
            <p:nvPr/>
          </p:nvGrpSpPr>
          <p:grpSpPr>
            <a:xfrm>
              <a:off x="334787" y="897313"/>
              <a:ext cx="2756715" cy="711667"/>
              <a:chOff x="334787" y="897313"/>
              <a:chExt cx="2756715" cy="711667"/>
            </a:xfrm>
          </p:grpSpPr>
          <p:sp>
            <p:nvSpPr>
              <p:cNvPr id="17" name="矩形 16"/>
              <p:cNvSpPr/>
              <p:nvPr/>
            </p:nvSpPr>
            <p:spPr>
              <a:xfrm>
                <a:off x="1116186" y="897313"/>
                <a:ext cx="1975316" cy="711667"/>
              </a:xfrm>
              <a:prstGeom prst="rect">
                <a:avLst/>
              </a:prstGeom>
            </p:spPr>
            <p:txBody>
              <a:bodyPr wrap="square" lIns="89597" tIns="44798" rIns="89597" bIns="44798">
                <a:spAutoFit/>
              </a:bodyPr>
              <a:lstStyle/>
              <a:p>
                <a:pPr algn="just">
                  <a:lnSpc>
                    <a:spcPct val="150000"/>
                  </a:lnSpc>
                </a:pPr>
                <a:r>
                  <a:rPr lang="zh-TW" altLang="en-US" sz="2000" b="1" dirty="0" smtClean="0">
                    <a:latin typeface="微軟正黑體" panose="020B0604030504040204" pitchFamily="34" charset="-120"/>
                    <a:ea typeface="微軟正黑體" panose="020B0604030504040204" pitchFamily="34" charset="-120"/>
                    <a:cs typeface="+mn-ea"/>
                    <a:sym typeface="+mn-lt"/>
                  </a:rPr>
                  <a:t>數據源</a:t>
                </a:r>
                <a:endParaRPr lang="en-US" altLang="zh-TW" sz="2000" b="1" dirty="0" smtClean="0">
                  <a:latin typeface="微軟正黑體" panose="020B0604030504040204" pitchFamily="34" charset="-120"/>
                  <a:ea typeface="微軟正黑體" panose="020B0604030504040204" pitchFamily="34" charset="-120"/>
                  <a:cs typeface="+mn-ea"/>
                  <a:sym typeface="+mn-lt"/>
                </a:endParaRPr>
              </a:p>
              <a:p>
                <a:pPr algn="just">
                  <a:lnSpc>
                    <a:spcPts val="1176"/>
                  </a:lnSpc>
                </a:pPr>
                <a:r>
                  <a:rPr lang="zh-TW" altLang="en-US" sz="1500" dirty="0" smtClean="0">
                    <a:latin typeface="微軟正黑體" panose="020B0604030504040204" pitchFamily="34" charset="-120"/>
                    <a:ea typeface="微軟正黑體" panose="020B0604030504040204" pitchFamily="34" charset="-120"/>
                    <a:cs typeface="+mn-ea"/>
                    <a:sym typeface="+mn-lt"/>
                  </a:rPr>
                  <a:t>資料共</a:t>
                </a:r>
                <a:r>
                  <a:rPr lang="en-US" altLang="zh-TW" sz="1500" dirty="0" smtClean="0">
                    <a:latin typeface="微軟正黑體" panose="020B0604030504040204" pitchFamily="34" charset="-120"/>
                    <a:ea typeface="微軟正黑體" panose="020B0604030504040204" pitchFamily="34" charset="-120"/>
                    <a:cs typeface="+mn-ea"/>
                    <a:sym typeface="+mn-lt"/>
                  </a:rPr>
                  <a:t>53941</a:t>
                </a:r>
                <a:r>
                  <a:rPr lang="zh-TW" altLang="en-US" sz="1500" dirty="0" smtClean="0">
                    <a:latin typeface="微軟正黑體" panose="020B0604030504040204" pitchFamily="34" charset="-120"/>
                    <a:ea typeface="微軟正黑體" panose="020B0604030504040204" pitchFamily="34" charset="-120"/>
                    <a:cs typeface="+mn-ea"/>
                    <a:sym typeface="+mn-lt"/>
                  </a:rPr>
                  <a:t>筆</a:t>
                </a:r>
                <a:endParaRPr lang="zh-CN" altLang="en-US" sz="1500" dirty="0">
                  <a:latin typeface="微軟正黑體" panose="020B0604030504040204" pitchFamily="34" charset="-120"/>
                  <a:ea typeface="微軟正黑體" panose="020B0604030504040204" pitchFamily="34" charset="-120"/>
                  <a:cs typeface="+mn-ea"/>
                  <a:sym typeface="+mn-lt"/>
                </a:endParaRPr>
              </a:p>
            </p:txBody>
          </p:sp>
          <p:grpSp>
            <p:nvGrpSpPr>
              <p:cNvPr id="27" name="组合 34"/>
              <p:cNvGrpSpPr/>
              <p:nvPr/>
            </p:nvGrpSpPr>
            <p:grpSpPr>
              <a:xfrm>
                <a:off x="334787" y="993273"/>
                <a:ext cx="615627" cy="615707"/>
                <a:chOff x="5148064" y="4098048"/>
                <a:chExt cx="628312" cy="628312"/>
              </a:xfrm>
            </p:grpSpPr>
            <p:sp>
              <p:nvSpPr>
                <p:cNvPr id="28" name="矩形 27"/>
                <p:cNvSpPr/>
                <p:nvPr/>
              </p:nvSpPr>
              <p:spPr>
                <a:xfrm>
                  <a:off x="5148064" y="4098048"/>
                  <a:ext cx="628312" cy="628312"/>
                </a:xfrm>
                <a:prstGeom prst="rect">
                  <a:avLst/>
                </a:prstGeom>
                <a:solidFill>
                  <a:srgbClr val="595959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 sz="975">
                    <a:cs typeface="+mn-ea"/>
                    <a:sym typeface="+mn-lt"/>
                  </a:endParaRPr>
                </a:p>
              </p:txBody>
            </p:sp>
            <p:sp>
              <p:nvSpPr>
                <p:cNvPr id="29" name="Freeform 26"/>
                <p:cNvSpPr>
                  <a:spLocks noEditPoints="1"/>
                </p:cNvSpPr>
                <p:nvPr/>
              </p:nvSpPr>
              <p:spPr bwMode="auto">
                <a:xfrm>
                  <a:off x="5259646" y="4220808"/>
                  <a:ext cx="405149" cy="382793"/>
                </a:xfrm>
                <a:custGeom>
                  <a:avLst/>
                  <a:gdLst>
                    <a:gd name="T0" fmla="*/ 90 w 376"/>
                    <a:gd name="T1" fmla="*/ 52 h 355"/>
                    <a:gd name="T2" fmla="*/ 37 w 376"/>
                    <a:gd name="T3" fmla="*/ 264 h 355"/>
                    <a:gd name="T4" fmla="*/ 118 w 376"/>
                    <a:gd name="T5" fmla="*/ 310 h 355"/>
                    <a:gd name="T6" fmla="*/ 134 w 376"/>
                    <a:gd name="T7" fmla="*/ 310 h 355"/>
                    <a:gd name="T8" fmla="*/ 215 w 376"/>
                    <a:gd name="T9" fmla="*/ 264 h 355"/>
                    <a:gd name="T10" fmla="*/ 241 w 376"/>
                    <a:gd name="T11" fmla="*/ 310 h 355"/>
                    <a:gd name="T12" fmla="*/ 255 w 376"/>
                    <a:gd name="T13" fmla="*/ 287 h 355"/>
                    <a:gd name="T14" fmla="*/ 358 w 376"/>
                    <a:gd name="T15" fmla="*/ 287 h 355"/>
                    <a:gd name="T16" fmla="*/ 371 w 376"/>
                    <a:gd name="T17" fmla="*/ 310 h 355"/>
                    <a:gd name="T18" fmla="*/ 371 w 376"/>
                    <a:gd name="T19" fmla="*/ 323 h 355"/>
                    <a:gd name="T20" fmla="*/ 358 w 376"/>
                    <a:gd name="T21" fmla="*/ 355 h 355"/>
                    <a:gd name="T22" fmla="*/ 250 w 376"/>
                    <a:gd name="T23" fmla="*/ 323 h 355"/>
                    <a:gd name="T24" fmla="*/ 237 w 376"/>
                    <a:gd name="T25" fmla="*/ 355 h 355"/>
                    <a:gd name="T26" fmla="*/ 131 w 376"/>
                    <a:gd name="T27" fmla="*/ 323 h 355"/>
                    <a:gd name="T28" fmla="*/ 118 w 376"/>
                    <a:gd name="T29" fmla="*/ 355 h 355"/>
                    <a:gd name="T30" fmla="*/ 0 w 376"/>
                    <a:gd name="T31" fmla="*/ 323 h 355"/>
                    <a:gd name="T32" fmla="*/ 14 w 376"/>
                    <a:gd name="T33" fmla="*/ 287 h 355"/>
                    <a:gd name="T34" fmla="*/ 336 w 376"/>
                    <a:gd name="T35" fmla="*/ 248 h 355"/>
                    <a:gd name="T36" fmla="*/ 279 w 376"/>
                    <a:gd name="T37" fmla="*/ 248 h 355"/>
                    <a:gd name="T38" fmla="*/ 215 w 376"/>
                    <a:gd name="T39" fmla="*/ 248 h 355"/>
                    <a:gd name="T40" fmla="*/ 158 w 376"/>
                    <a:gd name="T41" fmla="*/ 248 h 355"/>
                    <a:gd name="T42" fmla="*/ 95 w 376"/>
                    <a:gd name="T43" fmla="*/ 248 h 355"/>
                    <a:gd name="T44" fmla="*/ 38 w 376"/>
                    <a:gd name="T45" fmla="*/ 248 h 355"/>
                    <a:gd name="T46" fmla="*/ 307 w 376"/>
                    <a:gd name="T47" fmla="*/ 147 h 355"/>
                    <a:gd name="T48" fmla="*/ 289 w 376"/>
                    <a:gd name="T49" fmla="*/ 201 h 355"/>
                    <a:gd name="T50" fmla="*/ 201 w 376"/>
                    <a:gd name="T51" fmla="*/ 201 h 355"/>
                    <a:gd name="T52" fmla="*/ 181 w 376"/>
                    <a:gd name="T53" fmla="*/ 147 h 355"/>
                    <a:gd name="T54" fmla="*/ 180 w 376"/>
                    <a:gd name="T55" fmla="*/ 16 h 355"/>
                    <a:gd name="T56" fmla="*/ 161 w 376"/>
                    <a:gd name="T57" fmla="*/ 35 h 355"/>
                    <a:gd name="T58" fmla="*/ 155 w 376"/>
                    <a:gd name="T59" fmla="*/ 67 h 355"/>
                    <a:gd name="T60" fmla="*/ 66 w 376"/>
                    <a:gd name="T61" fmla="*/ 55 h 355"/>
                    <a:gd name="T62" fmla="*/ 66 w 376"/>
                    <a:gd name="T63" fmla="*/ 122 h 355"/>
                    <a:gd name="T64" fmla="*/ 69 w 376"/>
                    <a:gd name="T65" fmla="*/ 122 h 355"/>
                    <a:gd name="T66" fmla="*/ 87 w 376"/>
                    <a:gd name="T67" fmla="*/ 199 h 355"/>
                    <a:gd name="T68" fmla="*/ 91 w 376"/>
                    <a:gd name="T69" fmla="*/ 199 h 355"/>
                    <a:gd name="T70" fmla="*/ 109 w 376"/>
                    <a:gd name="T71" fmla="*/ 132 h 355"/>
                    <a:gd name="T72" fmla="*/ 109 w 376"/>
                    <a:gd name="T73" fmla="*/ 75 h 355"/>
                    <a:gd name="T74" fmla="*/ 155 w 376"/>
                    <a:gd name="T75" fmla="*/ 80 h 355"/>
                    <a:gd name="T76" fmla="*/ 166 w 376"/>
                    <a:gd name="T77" fmla="*/ 120 h 355"/>
                    <a:gd name="T78" fmla="*/ 180 w 376"/>
                    <a:gd name="T79" fmla="*/ 126 h 355"/>
                    <a:gd name="T80" fmla="*/ 317 w 376"/>
                    <a:gd name="T81" fmla="*/ 120 h 355"/>
                    <a:gd name="T82" fmla="*/ 317 w 376"/>
                    <a:gd name="T83" fmla="*/ 21 h 355"/>
                    <a:gd name="T84" fmla="*/ 304 w 376"/>
                    <a:gd name="T85" fmla="*/ 31 h 355"/>
                    <a:gd name="T86" fmla="*/ 308 w 376"/>
                    <a:gd name="T87" fmla="*/ 107 h 355"/>
                    <a:gd name="T88" fmla="*/ 304 w 376"/>
                    <a:gd name="T89" fmla="*/ 111 h 355"/>
                    <a:gd name="T90" fmla="*/ 177 w 376"/>
                    <a:gd name="T91" fmla="*/ 109 h 355"/>
                    <a:gd name="T92" fmla="*/ 238 w 376"/>
                    <a:gd name="T93" fmla="*/ 63 h 355"/>
                    <a:gd name="T94" fmla="*/ 176 w 376"/>
                    <a:gd name="T95" fmla="*/ 35 h 355"/>
                    <a:gd name="T96" fmla="*/ 180 w 376"/>
                    <a:gd name="T97" fmla="*/ 31 h 35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  <a:cxn ang="0">
                      <a:pos x="T82" y="T83"/>
                    </a:cxn>
                    <a:cxn ang="0">
                      <a:pos x="T84" y="T85"/>
                    </a:cxn>
                    <a:cxn ang="0">
                      <a:pos x="T86" y="T87"/>
                    </a:cxn>
                    <a:cxn ang="0">
                      <a:pos x="T88" y="T89"/>
                    </a:cxn>
                    <a:cxn ang="0">
                      <a:pos x="T90" y="T91"/>
                    </a:cxn>
                    <a:cxn ang="0">
                      <a:pos x="T92" y="T93"/>
                    </a:cxn>
                    <a:cxn ang="0">
                      <a:pos x="T94" y="T95"/>
                    </a:cxn>
                    <a:cxn ang="0">
                      <a:pos x="T96" y="T97"/>
                    </a:cxn>
                  </a:cxnLst>
                  <a:rect l="0" t="0" r="r" b="b"/>
                  <a:pathLst>
                    <a:path w="376" h="355">
                      <a:moveTo>
                        <a:pt x="90" y="0"/>
                      </a:moveTo>
                      <a:cubicBezTo>
                        <a:pt x="104" y="0"/>
                        <a:pt x="115" y="12"/>
                        <a:pt x="115" y="26"/>
                      </a:cubicBezTo>
                      <a:cubicBezTo>
                        <a:pt x="115" y="40"/>
                        <a:pt x="104" y="52"/>
                        <a:pt x="90" y="52"/>
                      </a:cubicBezTo>
                      <a:cubicBezTo>
                        <a:pt x="75" y="52"/>
                        <a:pt x="64" y="40"/>
                        <a:pt x="64" y="26"/>
                      </a:cubicBezTo>
                      <a:cubicBezTo>
                        <a:pt x="64" y="12"/>
                        <a:pt x="75" y="0"/>
                        <a:pt x="90" y="0"/>
                      </a:cubicBezTo>
                      <a:close/>
                      <a:moveTo>
                        <a:pt x="37" y="264"/>
                      </a:moveTo>
                      <a:cubicBezTo>
                        <a:pt x="95" y="264"/>
                        <a:pt x="95" y="264"/>
                        <a:pt x="95" y="264"/>
                      </a:cubicBezTo>
                      <a:cubicBezTo>
                        <a:pt x="108" y="264"/>
                        <a:pt x="118" y="274"/>
                        <a:pt x="118" y="287"/>
                      </a:cubicBezTo>
                      <a:cubicBezTo>
                        <a:pt x="118" y="310"/>
                        <a:pt x="118" y="310"/>
                        <a:pt x="118" y="310"/>
                      </a:cubicBezTo>
                      <a:cubicBezTo>
                        <a:pt x="120" y="310"/>
                        <a:pt x="120" y="310"/>
                        <a:pt x="120" y="310"/>
                      </a:cubicBezTo>
                      <a:cubicBezTo>
                        <a:pt x="131" y="310"/>
                        <a:pt x="131" y="310"/>
                        <a:pt x="131" y="310"/>
                      </a:cubicBezTo>
                      <a:cubicBezTo>
                        <a:pt x="134" y="310"/>
                        <a:pt x="134" y="310"/>
                        <a:pt x="134" y="310"/>
                      </a:cubicBezTo>
                      <a:cubicBezTo>
                        <a:pt x="134" y="287"/>
                        <a:pt x="134" y="287"/>
                        <a:pt x="134" y="287"/>
                      </a:cubicBezTo>
                      <a:cubicBezTo>
                        <a:pt x="134" y="274"/>
                        <a:pt x="144" y="264"/>
                        <a:pt x="156" y="264"/>
                      </a:cubicBezTo>
                      <a:cubicBezTo>
                        <a:pt x="215" y="264"/>
                        <a:pt x="215" y="264"/>
                        <a:pt x="215" y="264"/>
                      </a:cubicBezTo>
                      <a:cubicBezTo>
                        <a:pt x="227" y="264"/>
                        <a:pt x="237" y="274"/>
                        <a:pt x="237" y="287"/>
                      </a:cubicBezTo>
                      <a:cubicBezTo>
                        <a:pt x="237" y="310"/>
                        <a:pt x="237" y="310"/>
                        <a:pt x="237" y="310"/>
                      </a:cubicBezTo>
                      <a:cubicBezTo>
                        <a:pt x="241" y="310"/>
                        <a:pt x="241" y="310"/>
                        <a:pt x="241" y="310"/>
                      </a:cubicBezTo>
                      <a:cubicBezTo>
                        <a:pt x="250" y="310"/>
                        <a:pt x="250" y="310"/>
                        <a:pt x="250" y="310"/>
                      </a:cubicBezTo>
                      <a:cubicBezTo>
                        <a:pt x="255" y="310"/>
                        <a:pt x="255" y="310"/>
                        <a:pt x="255" y="310"/>
                      </a:cubicBezTo>
                      <a:cubicBezTo>
                        <a:pt x="255" y="287"/>
                        <a:pt x="255" y="287"/>
                        <a:pt x="255" y="287"/>
                      </a:cubicBezTo>
                      <a:cubicBezTo>
                        <a:pt x="255" y="274"/>
                        <a:pt x="265" y="264"/>
                        <a:pt x="278" y="264"/>
                      </a:cubicBezTo>
                      <a:cubicBezTo>
                        <a:pt x="336" y="264"/>
                        <a:pt x="336" y="264"/>
                        <a:pt x="336" y="264"/>
                      </a:cubicBezTo>
                      <a:cubicBezTo>
                        <a:pt x="348" y="264"/>
                        <a:pt x="358" y="274"/>
                        <a:pt x="358" y="287"/>
                      </a:cubicBezTo>
                      <a:cubicBezTo>
                        <a:pt x="358" y="310"/>
                        <a:pt x="358" y="310"/>
                        <a:pt x="358" y="310"/>
                      </a:cubicBezTo>
                      <a:cubicBezTo>
                        <a:pt x="362" y="310"/>
                        <a:pt x="362" y="310"/>
                        <a:pt x="362" y="310"/>
                      </a:cubicBezTo>
                      <a:cubicBezTo>
                        <a:pt x="371" y="310"/>
                        <a:pt x="371" y="310"/>
                        <a:pt x="371" y="310"/>
                      </a:cubicBezTo>
                      <a:cubicBezTo>
                        <a:pt x="376" y="310"/>
                        <a:pt x="376" y="310"/>
                        <a:pt x="376" y="310"/>
                      </a:cubicBezTo>
                      <a:cubicBezTo>
                        <a:pt x="376" y="323"/>
                        <a:pt x="376" y="323"/>
                        <a:pt x="376" y="323"/>
                      </a:cubicBezTo>
                      <a:cubicBezTo>
                        <a:pt x="371" y="323"/>
                        <a:pt x="371" y="323"/>
                        <a:pt x="371" y="323"/>
                      </a:cubicBezTo>
                      <a:cubicBezTo>
                        <a:pt x="362" y="323"/>
                        <a:pt x="362" y="323"/>
                        <a:pt x="362" y="323"/>
                      </a:cubicBezTo>
                      <a:cubicBezTo>
                        <a:pt x="358" y="323"/>
                        <a:pt x="358" y="323"/>
                        <a:pt x="358" y="323"/>
                      </a:cubicBezTo>
                      <a:cubicBezTo>
                        <a:pt x="358" y="355"/>
                        <a:pt x="358" y="355"/>
                        <a:pt x="358" y="355"/>
                      </a:cubicBezTo>
                      <a:cubicBezTo>
                        <a:pt x="255" y="355"/>
                        <a:pt x="255" y="355"/>
                        <a:pt x="255" y="355"/>
                      </a:cubicBezTo>
                      <a:cubicBezTo>
                        <a:pt x="255" y="323"/>
                        <a:pt x="255" y="323"/>
                        <a:pt x="255" y="323"/>
                      </a:cubicBezTo>
                      <a:cubicBezTo>
                        <a:pt x="250" y="323"/>
                        <a:pt x="250" y="323"/>
                        <a:pt x="250" y="323"/>
                      </a:cubicBezTo>
                      <a:cubicBezTo>
                        <a:pt x="241" y="323"/>
                        <a:pt x="241" y="323"/>
                        <a:pt x="241" y="323"/>
                      </a:cubicBezTo>
                      <a:cubicBezTo>
                        <a:pt x="237" y="323"/>
                        <a:pt x="237" y="323"/>
                        <a:pt x="237" y="323"/>
                      </a:cubicBezTo>
                      <a:cubicBezTo>
                        <a:pt x="237" y="355"/>
                        <a:pt x="237" y="355"/>
                        <a:pt x="237" y="355"/>
                      </a:cubicBezTo>
                      <a:cubicBezTo>
                        <a:pt x="134" y="355"/>
                        <a:pt x="134" y="355"/>
                        <a:pt x="134" y="355"/>
                      </a:cubicBezTo>
                      <a:cubicBezTo>
                        <a:pt x="134" y="323"/>
                        <a:pt x="134" y="323"/>
                        <a:pt x="134" y="323"/>
                      </a:cubicBezTo>
                      <a:cubicBezTo>
                        <a:pt x="131" y="323"/>
                        <a:pt x="131" y="323"/>
                        <a:pt x="131" y="323"/>
                      </a:cubicBezTo>
                      <a:cubicBezTo>
                        <a:pt x="120" y="323"/>
                        <a:pt x="120" y="323"/>
                        <a:pt x="120" y="323"/>
                      </a:cubicBezTo>
                      <a:cubicBezTo>
                        <a:pt x="118" y="323"/>
                        <a:pt x="118" y="323"/>
                        <a:pt x="118" y="323"/>
                      </a:cubicBezTo>
                      <a:cubicBezTo>
                        <a:pt x="118" y="355"/>
                        <a:pt x="118" y="355"/>
                        <a:pt x="118" y="355"/>
                      </a:cubicBezTo>
                      <a:cubicBezTo>
                        <a:pt x="14" y="355"/>
                        <a:pt x="14" y="355"/>
                        <a:pt x="14" y="355"/>
                      </a:cubicBezTo>
                      <a:cubicBezTo>
                        <a:pt x="14" y="323"/>
                        <a:pt x="14" y="323"/>
                        <a:pt x="14" y="323"/>
                      </a:cubicBezTo>
                      <a:cubicBezTo>
                        <a:pt x="0" y="323"/>
                        <a:pt x="0" y="323"/>
                        <a:pt x="0" y="323"/>
                      </a:cubicBezTo>
                      <a:cubicBezTo>
                        <a:pt x="0" y="310"/>
                        <a:pt x="0" y="310"/>
                        <a:pt x="0" y="310"/>
                      </a:cubicBezTo>
                      <a:cubicBezTo>
                        <a:pt x="14" y="310"/>
                        <a:pt x="14" y="310"/>
                        <a:pt x="14" y="310"/>
                      </a:cubicBezTo>
                      <a:cubicBezTo>
                        <a:pt x="14" y="287"/>
                        <a:pt x="14" y="287"/>
                        <a:pt x="14" y="287"/>
                      </a:cubicBezTo>
                      <a:cubicBezTo>
                        <a:pt x="14" y="274"/>
                        <a:pt x="24" y="264"/>
                        <a:pt x="37" y="264"/>
                      </a:cubicBezTo>
                      <a:close/>
                      <a:moveTo>
                        <a:pt x="307" y="220"/>
                      </a:moveTo>
                      <a:cubicBezTo>
                        <a:pt x="323" y="220"/>
                        <a:pt x="336" y="232"/>
                        <a:pt x="336" y="248"/>
                      </a:cubicBezTo>
                      <a:cubicBezTo>
                        <a:pt x="336" y="251"/>
                        <a:pt x="335" y="255"/>
                        <a:pt x="334" y="258"/>
                      </a:cubicBezTo>
                      <a:cubicBezTo>
                        <a:pt x="281" y="258"/>
                        <a:pt x="281" y="258"/>
                        <a:pt x="281" y="258"/>
                      </a:cubicBezTo>
                      <a:cubicBezTo>
                        <a:pt x="280" y="255"/>
                        <a:pt x="279" y="251"/>
                        <a:pt x="279" y="248"/>
                      </a:cubicBezTo>
                      <a:cubicBezTo>
                        <a:pt x="279" y="232"/>
                        <a:pt x="292" y="220"/>
                        <a:pt x="307" y="220"/>
                      </a:cubicBezTo>
                      <a:close/>
                      <a:moveTo>
                        <a:pt x="186" y="220"/>
                      </a:moveTo>
                      <a:cubicBezTo>
                        <a:pt x="202" y="220"/>
                        <a:pt x="215" y="232"/>
                        <a:pt x="215" y="248"/>
                      </a:cubicBezTo>
                      <a:cubicBezTo>
                        <a:pt x="215" y="251"/>
                        <a:pt x="214" y="255"/>
                        <a:pt x="213" y="258"/>
                      </a:cubicBezTo>
                      <a:cubicBezTo>
                        <a:pt x="160" y="258"/>
                        <a:pt x="160" y="258"/>
                        <a:pt x="160" y="258"/>
                      </a:cubicBezTo>
                      <a:cubicBezTo>
                        <a:pt x="159" y="255"/>
                        <a:pt x="158" y="251"/>
                        <a:pt x="158" y="248"/>
                      </a:cubicBezTo>
                      <a:cubicBezTo>
                        <a:pt x="158" y="232"/>
                        <a:pt x="171" y="220"/>
                        <a:pt x="186" y="220"/>
                      </a:cubicBezTo>
                      <a:close/>
                      <a:moveTo>
                        <a:pt x="67" y="220"/>
                      </a:moveTo>
                      <a:cubicBezTo>
                        <a:pt x="82" y="220"/>
                        <a:pt x="95" y="232"/>
                        <a:pt x="95" y="248"/>
                      </a:cubicBezTo>
                      <a:cubicBezTo>
                        <a:pt x="95" y="251"/>
                        <a:pt x="94" y="255"/>
                        <a:pt x="93" y="258"/>
                      </a:cubicBezTo>
                      <a:cubicBezTo>
                        <a:pt x="40" y="258"/>
                        <a:pt x="40" y="258"/>
                        <a:pt x="40" y="258"/>
                      </a:cubicBezTo>
                      <a:cubicBezTo>
                        <a:pt x="39" y="255"/>
                        <a:pt x="38" y="251"/>
                        <a:pt x="38" y="248"/>
                      </a:cubicBezTo>
                      <a:cubicBezTo>
                        <a:pt x="38" y="232"/>
                        <a:pt x="51" y="220"/>
                        <a:pt x="67" y="220"/>
                      </a:cubicBezTo>
                      <a:close/>
                      <a:moveTo>
                        <a:pt x="307" y="130"/>
                      </a:moveTo>
                      <a:cubicBezTo>
                        <a:pt x="307" y="147"/>
                        <a:pt x="307" y="147"/>
                        <a:pt x="307" y="147"/>
                      </a:cubicBezTo>
                      <a:cubicBezTo>
                        <a:pt x="293" y="147"/>
                        <a:pt x="293" y="147"/>
                        <a:pt x="293" y="147"/>
                      </a:cubicBezTo>
                      <a:cubicBezTo>
                        <a:pt x="308" y="201"/>
                        <a:pt x="308" y="201"/>
                        <a:pt x="308" y="201"/>
                      </a:cubicBezTo>
                      <a:cubicBezTo>
                        <a:pt x="289" y="201"/>
                        <a:pt x="289" y="201"/>
                        <a:pt x="289" y="201"/>
                      </a:cubicBezTo>
                      <a:cubicBezTo>
                        <a:pt x="273" y="147"/>
                        <a:pt x="273" y="147"/>
                        <a:pt x="273" y="147"/>
                      </a:cubicBezTo>
                      <a:cubicBezTo>
                        <a:pt x="216" y="147"/>
                        <a:pt x="216" y="147"/>
                        <a:pt x="216" y="147"/>
                      </a:cubicBezTo>
                      <a:cubicBezTo>
                        <a:pt x="201" y="201"/>
                        <a:pt x="201" y="201"/>
                        <a:pt x="201" y="201"/>
                      </a:cubicBezTo>
                      <a:cubicBezTo>
                        <a:pt x="181" y="201"/>
                        <a:pt x="181" y="201"/>
                        <a:pt x="181" y="201"/>
                      </a:cubicBezTo>
                      <a:cubicBezTo>
                        <a:pt x="197" y="147"/>
                        <a:pt x="197" y="147"/>
                        <a:pt x="197" y="147"/>
                      </a:cubicBezTo>
                      <a:cubicBezTo>
                        <a:pt x="181" y="147"/>
                        <a:pt x="181" y="147"/>
                        <a:pt x="181" y="147"/>
                      </a:cubicBezTo>
                      <a:cubicBezTo>
                        <a:pt x="181" y="130"/>
                        <a:pt x="181" y="130"/>
                        <a:pt x="181" y="130"/>
                      </a:cubicBezTo>
                      <a:cubicBezTo>
                        <a:pt x="307" y="130"/>
                        <a:pt x="307" y="130"/>
                        <a:pt x="307" y="130"/>
                      </a:cubicBezTo>
                      <a:close/>
                      <a:moveTo>
                        <a:pt x="180" y="16"/>
                      </a:moveTo>
                      <a:cubicBezTo>
                        <a:pt x="175" y="16"/>
                        <a:pt x="170" y="18"/>
                        <a:pt x="166" y="21"/>
                      </a:cubicBezTo>
                      <a:cubicBezTo>
                        <a:pt x="166" y="21"/>
                        <a:pt x="166" y="21"/>
                        <a:pt x="166" y="21"/>
                      </a:cubicBezTo>
                      <a:cubicBezTo>
                        <a:pt x="163" y="25"/>
                        <a:pt x="161" y="30"/>
                        <a:pt x="161" y="35"/>
                      </a:cubicBezTo>
                      <a:cubicBezTo>
                        <a:pt x="161" y="72"/>
                        <a:pt x="161" y="72"/>
                        <a:pt x="161" y="72"/>
                      </a:cubicBezTo>
                      <a:cubicBezTo>
                        <a:pt x="155" y="73"/>
                        <a:pt x="155" y="73"/>
                        <a:pt x="155" y="73"/>
                      </a:cubicBezTo>
                      <a:cubicBezTo>
                        <a:pt x="155" y="67"/>
                        <a:pt x="155" y="67"/>
                        <a:pt x="155" y="67"/>
                      </a:cubicBezTo>
                      <a:cubicBezTo>
                        <a:pt x="128" y="67"/>
                        <a:pt x="128" y="67"/>
                        <a:pt x="128" y="67"/>
                      </a:cubicBezTo>
                      <a:cubicBezTo>
                        <a:pt x="109" y="55"/>
                        <a:pt x="109" y="55"/>
                        <a:pt x="109" y="55"/>
                      </a:cubicBezTo>
                      <a:cubicBezTo>
                        <a:pt x="63" y="55"/>
                        <a:pt x="117" y="55"/>
                        <a:pt x="66" y="55"/>
                      </a:cubicBezTo>
                      <a:cubicBezTo>
                        <a:pt x="57" y="55"/>
                        <a:pt x="50" y="63"/>
                        <a:pt x="50" y="71"/>
                      </a:cubicBezTo>
                      <a:cubicBezTo>
                        <a:pt x="50" y="122"/>
                        <a:pt x="50" y="122"/>
                        <a:pt x="50" y="122"/>
                      </a:cubicBezTo>
                      <a:cubicBezTo>
                        <a:pt x="66" y="122"/>
                        <a:pt x="66" y="122"/>
                        <a:pt x="66" y="122"/>
                      </a:cubicBezTo>
                      <a:cubicBezTo>
                        <a:pt x="66" y="85"/>
                        <a:pt x="66" y="85"/>
                        <a:pt x="66" y="85"/>
                      </a:cubicBezTo>
                      <a:cubicBezTo>
                        <a:pt x="69" y="85"/>
                        <a:pt x="69" y="85"/>
                        <a:pt x="69" y="85"/>
                      </a:cubicBezTo>
                      <a:cubicBezTo>
                        <a:pt x="69" y="122"/>
                        <a:pt x="69" y="122"/>
                        <a:pt x="69" y="122"/>
                      </a:cubicBezTo>
                      <a:cubicBezTo>
                        <a:pt x="69" y="132"/>
                        <a:pt x="69" y="132"/>
                        <a:pt x="69" y="132"/>
                      </a:cubicBezTo>
                      <a:cubicBezTo>
                        <a:pt x="69" y="199"/>
                        <a:pt x="69" y="199"/>
                        <a:pt x="69" y="199"/>
                      </a:cubicBezTo>
                      <a:cubicBezTo>
                        <a:pt x="87" y="199"/>
                        <a:pt x="87" y="199"/>
                        <a:pt x="87" y="199"/>
                      </a:cubicBezTo>
                      <a:cubicBezTo>
                        <a:pt x="87" y="143"/>
                        <a:pt x="87" y="143"/>
                        <a:pt x="87" y="143"/>
                      </a:cubicBezTo>
                      <a:cubicBezTo>
                        <a:pt x="91" y="143"/>
                        <a:pt x="91" y="143"/>
                        <a:pt x="91" y="143"/>
                      </a:cubicBezTo>
                      <a:cubicBezTo>
                        <a:pt x="91" y="199"/>
                        <a:pt x="91" y="199"/>
                        <a:pt x="91" y="199"/>
                      </a:cubicBezTo>
                      <a:cubicBezTo>
                        <a:pt x="109" y="199"/>
                        <a:pt x="109" y="199"/>
                        <a:pt x="109" y="199"/>
                      </a:cubicBezTo>
                      <a:cubicBezTo>
                        <a:pt x="109" y="189"/>
                        <a:pt x="109" y="189"/>
                        <a:pt x="109" y="189"/>
                      </a:cubicBezTo>
                      <a:cubicBezTo>
                        <a:pt x="109" y="132"/>
                        <a:pt x="109" y="132"/>
                        <a:pt x="109" y="132"/>
                      </a:cubicBezTo>
                      <a:cubicBezTo>
                        <a:pt x="109" y="122"/>
                        <a:pt x="109" y="122"/>
                        <a:pt x="109" y="122"/>
                      </a:cubicBezTo>
                      <a:cubicBezTo>
                        <a:pt x="109" y="85"/>
                        <a:pt x="109" y="85"/>
                        <a:pt x="109" y="85"/>
                      </a:cubicBezTo>
                      <a:cubicBezTo>
                        <a:pt x="109" y="75"/>
                        <a:pt x="109" y="75"/>
                        <a:pt x="109" y="75"/>
                      </a:cubicBezTo>
                      <a:cubicBezTo>
                        <a:pt x="128" y="85"/>
                        <a:pt x="128" y="85"/>
                        <a:pt x="128" y="85"/>
                      </a:cubicBezTo>
                      <a:cubicBezTo>
                        <a:pt x="155" y="85"/>
                        <a:pt x="155" y="85"/>
                        <a:pt x="155" y="85"/>
                      </a:cubicBezTo>
                      <a:cubicBezTo>
                        <a:pt x="155" y="80"/>
                        <a:pt x="155" y="80"/>
                        <a:pt x="155" y="80"/>
                      </a:cubicBezTo>
                      <a:cubicBezTo>
                        <a:pt x="161" y="79"/>
                        <a:pt x="161" y="79"/>
                        <a:pt x="161" y="79"/>
                      </a:cubicBezTo>
                      <a:cubicBezTo>
                        <a:pt x="161" y="107"/>
                        <a:pt x="161" y="107"/>
                        <a:pt x="161" y="107"/>
                      </a:cubicBezTo>
                      <a:cubicBezTo>
                        <a:pt x="161" y="112"/>
                        <a:pt x="163" y="117"/>
                        <a:pt x="166" y="120"/>
                      </a:cubicBezTo>
                      <a:cubicBezTo>
                        <a:pt x="166" y="120"/>
                        <a:pt x="166" y="120"/>
                        <a:pt x="166" y="120"/>
                      </a:cubicBezTo>
                      <a:cubicBezTo>
                        <a:pt x="166" y="120"/>
                        <a:pt x="166" y="120"/>
                        <a:pt x="166" y="120"/>
                      </a:cubicBezTo>
                      <a:cubicBezTo>
                        <a:pt x="170" y="124"/>
                        <a:pt x="175" y="126"/>
                        <a:pt x="180" y="126"/>
                      </a:cubicBezTo>
                      <a:cubicBezTo>
                        <a:pt x="304" y="126"/>
                        <a:pt x="304" y="126"/>
                        <a:pt x="304" y="126"/>
                      </a:cubicBezTo>
                      <a:cubicBezTo>
                        <a:pt x="309" y="126"/>
                        <a:pt x="314" y="124"/>
                        <a:pt x="317" y="120"/>
                      </a:cubicBezTo>
                      <a:cubicBezTo>
                        <a:pt x="317" y="120"/>
                        <a:pt x="317" y="120"/>
                        <a:pt x="317" y="120"/>
                      </a:cubicBezTo>
                      <a:cubicBezTo>
                        <a:pt x="321" y="117"/>
                        <a:pt x="323" y="112"/>
                        <a:pt x="323" y="107"/>
                      </a:cubicBezTo>
                      <a:cubicBezTo>
                        <a:pt x="323" y="35"/>
                        <a:pt x="323" y="35"/>
                        <a:pt x="323" y="35"/>
                      </a:cubicBezTo>
                      <a:cubicBezTo>
                        <a:pt x="323" y="30"/>
                        <a:pt x="321" y="25"/>
                        <a:pt x="317" y="21"/>
                      </a:cubicBezTo>
                      <a:cubicBezTo>
                        <a:pt x="314" y="18"/>
                        <a:pt x="309" y="16"/>
                        <a:pt x="304" y="16"/>
                      </a:cubicBezTo>
                      <a:cubicBezTo>
                        <a:pt x="180" y="16"/>
                        <a:pt x="180" y="16"/>
                        <a:pt x="180" y="16"/>
                      </a:cubicBezTo>
                      <a:close/>
                      <a:moveTo>
                        <a:pt x="304" y="31"/>
                      </a:moveTo>
                      <a:cubicBezTo>
                        <a:pt x="305" y="31"/>
                        <a:pt x="306" y="31"/>
                        <a:pt x="307" y="32"/>
                      </a:cubicBezTo>
                      <a:cubicBezTo>
                        <a:pt x="307" y="33"/>
                        <a:pt x="308" y="34"/>
                        <a:pt x="308" y="35"/>
                      </a:cubicBezTo>
                      <a:cubicBezTo>
                        <a:pt x="308" y="107"/>
                        <a:pt x="308" y="107"/>
                        <a:pt x="308" y="107"/>
                      </a:cubicBezTo>
                      <a:cubicBezTo>
                        <a:pt x="308" y="108"/>
                        <a:pt x="307" y="109"/>
                        <a:pt x="307" y="109"/>
                      </a:cubicBezTo>
                      <a:cubicBezTo>
                        <a:pt x="307" y="110"/>
                        <a:pt x="307" y="110"/>
                        <a:pt x="307" y="110"/>
                      </a:cubicBezTo>
                      <a:cubicBezTo>
                        <a:pt x="306" y="110"/>
                        <a:pt x="305" y="111"/>
                        <a:pt x="304" y="111"/>
                      </a:cubicBezTo>
                      <a:cubicBezTo>
                        <a:pt x="180" y="111"/>
                        <a:pt x="180" y="111"/>
                        <a:pt x="180" y="111"/>
                      </a:cubicBezTo>
                      <a:cubicBezTo>
                        <a:pt x="179" y="111"/>
                        <a:pt x="178" y="110"/>
                        <a:pt x="177" y="110"/>
                      </a:cubicBezTo>
                      <a:cubicBezTo>
                        <a:pt x="177" y="109"/>
                        <a:pt x="177" y="109"/>
                        <a:pt x="177" y="109"/>
                      </a:cubicBezTo>
                      <a:cubicBezTo>
                        <a:pt x="176" y="109"/>
                        <a:pt x="176" y="108"/>
                        <a:pt x="176" y="107"/>
                      </a:cubicBezTo>
                      <a:cubicBezTo>
                        <a:pt x="176" y="76"/>
                        <a:pt x="176" y="76"/>
                        <a:pt x="176" y="76"/>
                      </a:cubicBezTo>
                      <a:cubicBezTo>
                        <a:pt x="238" y="63"/>
                        <a:pt x="238" y="63"/>
                        <a:pt x="238" y="63"/>
                      </a:cubicBezTo>
                      <a:cubicBezTo>
                        <a:pt x="237" y="62"/>
                        <a:pt x="237" y="62"/>
                        <a:pt x="237" y="62"/>
                      </a:cubicBezTo>
                      <a:cubicBezTo>
                        <a:pt x="176" y="70"/>
                        <a:pt x="176" y="70"/>
                        <a:pt x="176" y="70"/>
                      </a:cubicBezTo>
                      <a:cubicBezTo>
                        <a:pt x="176" y="35"/>
                        <a:pt x="176" y="35"/>
                        <a:pt x="176" y="35"/>
                      </a:cubicBezTo>
                      <a:cubicBezTo>
                        <a:pt x="176" y="34"/>
                        <a:pt x="176" y="33"/>
                        <a:pt x="177" y="32"/>
                      </a:cubicBezTo>
                      <a:cubicBezTo>
                        <a:pt x="177" y="32"/>
                        <a:pt x="177" y="32"/>
                        <a:pt x="177" y="32"/>
                      </a:cubicBezTo>
                      <a:cubicBezTo>
                        <a:pt x="178" y="31"/>
                        <a:pt x="179" y="31"/>
                        <a:pt x="180" y="31"/>
                      </a:cubicBezTo>
                      <a:lnTo>
                        <a:pt x="304" y="31"/>
                      </a:lnTo>
                      <a:close/>
                    </a:path>
                  </a:pathLst>
                </a:custGeom>
                <a:solidFill>
                  <a:schemeClr val="bg1"/>
                </a:solidFill>
                <a:ln>
                  <a:noFill/>
                </a:ln>
              </p:spPr>
              <p:txBody>
                <a:bodyPr vert="horz" wrap="square" lIns="67204" tIns="33602" rIns="67204" bIns="33602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 sz="975">
                    <a:cs typeface="+mn-ea"/>
                    <a:sym typeface="+mn-lt"/>
                  </a:endParaRPr>
                </a:p>
              </p:txBody>
            </p:sp>
          </p:grpSp>
        </p:grpSp>
        <p:grpSp>
          <p:nvGrpSpPr>
            <p:cNvPr id="5" name="群組 4"/>
            <p:cNvGrpSpPr/>
            <p:nvPr/>
          </p:nvGrpSpPr>
          <p:grpSpPr>
            <a:xfrm>
              <a:off x="334787" y="1958148"/>
              <a:ext cx="3445694" cy="719901"/>
              <a:chOff x="334787" y="1958148"/>
              <a:chExt cx="3445694" cy="719901"/>
            </a:xfrm>
          </p:grpSpPr>
          <p:grpSp>
            <p:nvGrpSpPr>
              <p:cNvPr id="24" name="组合 31"/>
              <p:cNvGrpSpPr/>
              <p:nvPr/>
            </p:nvGrpSpPr>
            <p:grpSpPr>
              <a:xfrm>
                <a:off x="334787" y="2062342"/>
                <a:ext cx="615627" cy="615707"/>
                <a:chOff x="5148063" y="3410880"/>
                <a:chExt cx="628312" cy="628312"/>
              </a:xfrm>
            </p:grpSpPr>
            <p:sp>
              <p:nvSpPr>
                <p:cNvPr id="25" name="矩形 24"/>
                <p:cNvSpPr/>
                <p:nvPr/>
              </p:nvSpPr>
              <p:spPr>
                <a:xfrm>
                  <a:off x="5148063" y="3410880"/>
                  <a:ext cx="628312" cy="628312"/>
                </a:xfrm>
                <a:prstGeom prst="rect">
                  <a:avLst/>
                </a:prstGeom>
                <a:solidFill>
                  <a:srgbClr val="595959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 sz="975">
                    <a:cs typeface="+mn-ea"/>
                    <a:sym typeface="+mn-lt"/>
                  </a:endParaRPr>
                </a:p>
              </p:txBody>
            </p:sp>
            <p:sp>
              <p:nvSpPr>
                <p:cNvPr id="26" name="Freeform 21"/>
                <p:cNvSpPr>
                  <a:spLocks noEditPoints="1"/>
                </p:cNvSpPr>
                <p:nvPr/>
              </p:nvSpPr>
              <p:spPr bwMode="auto">
                <a:xfrm>
                  <a:off x="5225365" y="3546224"/>
                  <a:ext cx="455563" cy="357624"/>
                </a:xfrm>
                <a:custGeom>
                  <a:avLst/>
                  <a:gdLst>
                    <a:gd name="T0" fmla="*/ 186 w 390"/>
                    <a:gd name="T1" fmla="*/ 267 h 306"/>
                    <a:gd name="T2" fmla="*/ 187 w 390"/>
                    <a:gd name="T3" fmla="*/ 305 h 306"/>
                    <a:gd name="T4" fmla="*/ 154 w 390"/>
                    <a:gd name="T5" fmla="*/ 287 h 306"/>
                    <a:gd name="T6" fmla="*/ 137 w 390"/>
                    <a:gd name="T7" fmla="*/ 208 h 306"/>
                    <a:gd name="T8" fmla="*/ 124 w 390"/>
                    <a:gd name="T9" fmla="*/ 266 h 306"/>
                    <a:gd name="T10" fmla="*/ 108 w 390"/>
                    <a:gd name="T11" fmla="*/ 190 h 306"/>
                    <a:gd name="T12" fmla="*/ 42 w 390"/>
                    <a:gd name="T13" fmla="*/ 210 h 306"/>
                    <a:gd name="T14" fmla="*/ 25 w 390"/>
                    <a:gd name="T15" fmla="*/ 135 h 306"/>
                    <a:gd name="T16" fmla="*/ 11 w 390"/>
                    <a:gd name="T17" fmla="*/ 188 h 306"/>
                    <a:gd name="T18" fmla="*/ 0 w 390"/>
                    <a:gd name="T19" fmla="*/ 154 h 306"/>
                    <a:gd name="T20" fmla="*/ 20 w 390"/>
                    <a:gd name="T21" fmla="*/ 116 h 306"/>
                    <a:gd name="T22" fmla="*/ 189 w 390"/>
                    <a:gd name="T23" fmla="*/ 229 h 306"/>
                    <a:gd name="T24" fmla="*/ 192 w 390"/>
                    <a:gd name="T25" fmla="*/ 240 h 306"/>
                    <a:gd name="T26" fmla="*/ 121 w 390"/>
                    <a:gd name="T27" fmla="*/ 87 h 306"/>
                    <a:gd name="T28" fmla="*/ 131 w 390"/>
                    <a:gd name="T29" fmla="*/ 125 h 306"/>
                    <a:gd name="T30" fmla="*/ 198 w 390"/>
                    <a:gd name="T31" fmla="*/ 115 h 306"/>
                    <a:gd name="T32" fmla="*/ 188 w 390"/>
                    <a:gd name="T33" fmla="*/ 77 h 306"/>
                    <a:gd name="T34" fmla="*/ 327 w 390"/>
                    <a:gd name="T35" fmla="*/ 54 h 306"/>
                    <a:gd name="T36" fmla="*/ 298 w 390"/>
                    <a:gd name="T37" fmla="*/ 5 h 306"/>
                    <a:gd name="T38" fmla="*/ 327 w 390"/>
                    <a:gd name="T39" fmla="*/ 54 h 306"/>
                    <a:gd name="T40" fmla="*/ 126 w 390"/>
                    <a:gd name="T41" fmla="*/ 0 h 306"/>
                    <a:gd name="T42" fmla="*/ 140 w 390"/>
                    <a:gd name="T43" fmla="*/ 54 h 306"/>
                    <a:gd name="T44" fmla="*/ 305 w 390"/>
                    <a:gd name="T45" fmla="*/ 77 h 306"/>
                    <a:gd name="T46" fmla="*/ 238 w 390"/>
                    <a:gd name="T47" fmla="*/ 87 h 306"/>
                    <a:gd name="T48" fmla="*/ 248 w 390"/>
                    <a:gd name="T49" fmla="*/ 125 h 306"/>
                    <a:gd name="T50" fmla="*/ 315 w 390"/>
                    <a:gd name="T51" fmla="*/ 115 h 306"/>
                    <a:gd name="T52" fmla="*/ 305 w 390"/>
                    <a:gd name="T53" fmla="*/ 77 h 306"/>
                    <a:gd name="T54" fmla="*/ 209 w 390"/>
                    <a:gd name="T55" fmla="*/ 62 h 306"/>
                    <a:gd name="T56" fmla="*/ 201 w 390"/>
                    <a:gd name="T57" fmla="*/ 62 h 306"/>
                    <a:gd name="T58" fmla="*/ 107 w 390"/>
                    <a:gd name="T59" fmla="*/ 121 h 306"/>
                    <a:gd name="T60" fmla="*/ 192 w 390"/>
                    <a:gd name="T61" fmla="*/ 140 h 306"/>
                    <a:gd name="T62" fmla="*/ 225 w 390"/>
                    <a:gd name="T63" fmla="*/ 121 h 306"/>
                    <a:gd name="T64" fmla="*/ 309 w 390"/>
                    <a:gd name="T65" fmla="*/ 140 h 306"/>
                    <a:gd name="T66" fmla="*/ 329 w 390"/>
                    <a:gd name="T67" fmla="*/ 62 h 306"/>
                    <a:gd name="T68" fmla="*/ 227 w 390"/>
                    <a:gd name="T69" fmla="*/ 62 h 306"/>
                    <a:gd name="T70" fmla="*/ 209 w 390"/>
                    <a:gd name="T71" fmla="*/ 62 h 306"/>
                    <a:gd name="T72" fmla="*/ 196 w 390"/>
                    <a:gd name="T73" fmla="*/ 294 h 306"/>
                    <a:gd name="T74" fmla="*/ 376 w 390"/>
                    <a:gd name="T75" fmla="*/ 219 h 306"/>
                    <a:gd name="T76" fmla="*/ 384 w 390"/>
                    <a:gd name="T77" fmla="*/ 235 h 306"/>
                    <a:gd name="T78" fmla="*/ 200 w 390"/>
                    <a:gd name="T79" fmla="*/ 257 h 306"/>
                    <a:gd name="T80" fmla="*/ 378 w 390"/>
                    <a:gd name="T81" fmla="*/ 191 h 306"/>
                    <a:gd name="T82" fmla="*/ 198 w 390"/>
                    <a:gd name="T83" fmla="*/ 252 h 306"/>
                    <a:gd name="T84" fmla="*/ 200 w 390"/>
                    <a:gd name="T85" fmla="*/ 257 h 306"/>
                    <a:gd name="T86" fmla="*/ 203 w 390"/>
                    <a:gd name="T87" fmla="*/ 222 h 306"/>
                    <a:gd name="T88" fmla="*/ 375 w 390"/>
                    <a:gd name="T89" fmla="*/ 163 h 306"/>
                    <a:gd name="T90" fmla="*/ 376 w 390"/>
                    <a:gd name="T91" fmla="*/ 147 h 306"/>
                    <a:gd name="T92" fmla="*/ 340 w 390"/>
                    <a:gd name="T93" fmla="*/ 126 h 306"/>
                    <a:gd name="T94" fmla="*/ 351 w 390"/>
                    <a:gd name="T95" fmla="*/ 152 h 306"/>
                    <a:gd name="T96" fmla="*/ 122 w 390"/>
                    <a:gd name="T97" fmla="*/ 152 h 306"/>
                    <a:gd name="T98" fmla="*/ 121 w 390"/>
                    <a:gd name="T99" fmla="*/ 152 h 306"/>
                    <a:gd name="T100" fmla="*/ 95 w 390"/>
                    <a:gd name="T101" fmla="*/ 90 h 306"/>
                    <a:gd name="T102" fmla="*/ 28 w 390"/>
                    <a:gd name="T103" fmla="*/ 94 h 306"/>
                    <a:gd name="T104" fmla="*/ 26 w 390"/>
                    <a:gd name="T105" fmla="*/ 110 h 306"/>
                    <a:gd name="T106" fmla="*/ 194 w 390"/>
                    <a:gd name="T107" fmla="*/ 222 h 306"/>
                    <a:gd name="T108" fmla="*/ 197 w 390"/>
                    <a:gd name="T109" fmla="*/ 36 h 306"/>
                    <a:gd name="T110" fmla="*/ 227 w 390"/>
                    <a:gd name="T111" fmla="*/ 50 h 306"/>
                    <a:gd name="T112" fmla="*/ 183 w 390"/>
                    <a:gd name="T113" fmla="*/ 50 h 306"/>
                    <a:gd name="T114" fmla="*/ 156 w 390"/>
                    <a:gd name="T115" fmla="*/ 50 h 306"/>
                    <a:gd name="T116" fmla="*/ 303 w 390"/>
                    <a:gd name="T117" fmla="*/ 100 h 306"/>
                    <a:gd name="T118" fmla="*/ 300 w 390"/>
                    <a:gd name="T119" fmla="*/ 113 h 306"/>
                    <a:gd name="T120" fmla="*/ 254 w 390"/>
                    <a:gd name="T121" fmla="*/ 89 h 30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  <a:cxn ang="0">
                      <a:pos x="T82" y="T83"/>
                    </a:cxn>
                    <a:cxn ang="0">
                      <a:pos x="T84" y="T85"/>
                    </a:cxn>
                    <a:cxn ang="0">
                      <a:pos x="T86" y="T87"/>
                    </a:cxn>
                    <a:cxn ang="0">
                      <a:pos x="T88" y="T89"/>
                    </a:cxn>
                    <a:cxn ang="0">
                      <a:pos x="T90" y="T91"/>
                    </a:cxn>
                    <a:cxn ang="0">
                      <a:pos x="T92" y="T93"/>
                    </a:cxn>
                    <a:cxn ang="0">
                      <a:pos x="T94" y="T95"/>
                    </a:cxn>
                    <a:cxn ang="0">
                      <a:pos x="T96" y="T97"/>
                    </a:cxn>
                    <a:cxn ang="0">
                      <a:pos x="T98" y="T99"/>
                    </a:cxn>
                    <a:cxn ang="0">
                      <a:pos x="T100" y="T101"/>
                    </a:cxn>
                    <a:cxn ang="0">
                      <a:pos x="T102" y="T103"/>
                    </a:cxn>
                    <a:cxn ang="0">
                      <a:pos x="T104" y="T105"/>
                    </a:cxn>
                    <a:cxn ang="0">
                      <a:pos x="T106" y="T107"/>
                    </a:cxn>
                    <a:cxn ang="0">
                      <a:pos x="T108" y="T109"/>
                    </a:cxn>
                    <a:cxn ang="0">
                      <a:pos x="T110" y="T111"/>
                    </a:cxn>
                    <a:cxn ang="0">
                      <a:pos x="T112" y="T113"/>
                    </a:cxn>
                    <a:cxn ang="0">
                      <a:pos x="T114" y="T115"/>
                    </a:cxn>
                    <a:cxn ang="0">
                      <a:pos x="T116" y="T117"/>
                    </a:cxn>
                    <a:cxn ang="0">
                      <a:pos x="T118" y="T119"/>
                    </a:cxn>
                    <a:cxn ang="0">
                      <a:pos x="T120" y="T121"/>
                    </a:cxn>
                  </a:cxnLst>
                  <a:rect l="0" t="0" r="r" b="b"/>
                  <a:pathLst>
                    <a:path w="390" h="306">
                      <a:moveTo>
                        <a:pt x="192" y="240"/>
                      </a:moveTo>
                      <a:cubicBezTo>
                        <a:pt x="187" y="249"/>
                        <a:pt x="185" y="258"/>
                        <a:pt x="186" y="267"/>
                      </a:cubicBezTo>
                      <a:cubicBezTo>
                        <a:pt x="186" y="275"/>
                        <a:pt x="189" y="284"/>
                        <a:pt x="192" y="293"/>
                      </a:cubicBezTo>
                      <a:cubicBezTo>
                        <a:pt x="194" y="298"/>
                        <a:pt x="192" y="303"/>
                        <a:pt x="187" y="305"/>
                      </a:cubicBezTo>
                      <a:cubicBezTo>
                        <a:pt x="184" y="306"/>
                        <a:pt x="181" y="305"/>
                        <a:pt x="178" y="304"/>
                      </a:cubicBezTo>
                      <a:cubicBezTo>
                        <a:pt x="154" y="287"/>
                        <a:pt x="154" y="287"/>
                        <a:pt x="154" y="287"/>
                      </a:cubicBezTo>
                      <a:cubicBezTo>
                        <a:pt x="148" y="263"/>
                        <a:pt x="147" y="241"/>
                        <a:pt x="155" y="220"/>
                      </a:cubicBezTo>
                      <a:cubicBezTo>
                        <a:pt x="137" y="208"/>
                        <a:pt x="137" y="208"/>
                        <a:pt x="137" y="208"/>
                      </a:cubicBezTo>
                      <a:cubicBezTo>
                        <a:pt x="125" y="229"/>
                        <a:pt x="127" y="257"/>
                        <a:pt x="132" y="272"/>
                      </a:cubicBezTo>
                      <a:cubicBezTo>
                        <a:pt x="124" y="266"/>
                        <a:pt x="124" y="266"/>
                        <a:pt x="124" y="266"/>
                      </a:cubicBezTo>
                      <a:cubicBezTo>
                        <a:pt x="116" y="251"/>
                        <a:pt x="118" y="224"/>
                        <a:pt x="126" y="201"/>
                      </a:cubicBezTo>
                      <a:cubicBezTo>
                        <a:pt x="108" y="190"/>
                        <a:pt x="108" y="190"/>
                        <a:pt x="108" y="190"/>
                      </a:cubicBezTo>
                      <a:cubicBezTo>
                        <a:pt x="96" y="216"/>
                        <a:pt x="98" y="238"/>
                        <a:pt x="103" y="252"/>
                      </a:cubicBezTo>
                      <a:cubicBezTo>
                        <a:pt x="42" y="210"/>
                        <a:pt x="42" y="210"/>
                        <a:pt x="42" y="210"/>
                      </a:cubicBezTo>
                      <a:cubicBezTo>
                        <a:pt x="37" y="187"/>
                        <a:pt x="36" y="166"/>
                        <a:pt x="44" y="147"/>
                      </a:cubicBezTo>
                      <a:cubicBezTo>
                        <a:pt x="25" y="135"/>
                        <a:pt x="25" y="135"/>
                        <a:pt x="25" y="135"/>
                      </a:cubicBezTo>
                      <a:cubicBezTo>
                        <a:pt x="12" y="162"/>
                        <a:pt x="20" y="185"/>
                        <a:pt x="27" y="199"/>
                      </a:cubicBezTo>
                      <a:cubicBezTo>
                        <a:pt x="11" y="188"/>
                        <a:pt x="11" y="188"/>
                        <a:pt x="11" y="188"/>
                      </a:cubicBezTo>
                      <a:cubicBezTo>
                        <a:pt x="10" y="187"/>
                        <a:pt x="9" y="186"/>
                        <a:pt x="8" y="184"/>
                      </a:cubicBezTo>
                      <a:cubicBezTo>
                        <a:pt x="4" y="175"/>
                        <a:pt x="1" y="165"/>
                        <a:pt x="0" y="154"/>
                      </a:cubicBezTo>
                      <a:cubicBezTo>
                        <a:pt x="0" y="143"/>
                        <a:pt x="2" y="132"/>
                        <a:pt x="8" y="120"/>
                      </a:cubicBezTo>
                      <a:cubicBezTo>
                        <a:pt x="10" y="115"/>
                        <a:pt x="15" y="113"/>
                        <a:pt x="20" y="116"/>
                      </a:cubicBezTo>
                      <a:cubicBezTo>
                        <a:pt x="20" y="116"/>
                        <a:pt x="21" y="116"/>
                        <a:pt x="21" y="116"/>
                      </a:cubicBezTo>
                      <a:cubicBezTo>
                        <a:pt x="189" y="229"/>
                        <a:pt x="189" y="229"/>
                        <a:pt x="189" y="229"/>
                      </a:cubicBezTo>
                      <a:cubicBezTo>
                        <a:pt x="192" y="231"/>
                        <a:pt x="194" y="236"/>
                        <a:pt x="192" y="240"/>
                      </a:cubicBezTo>
                      <a:cubicBezTo>
                        <a:pt x="192" y="240"/>
                        <a:pt x="192" y="240"/>
                        <a:pt x="192" y="240"/>
                      </a:cubicBezTo>
                      <a:close/>
                      <a:moveTo>
                        <a:pt x="131" y="77"/>
                      </a:moveTo>
                      <a:cubicBezTo>
                        <a:pt x="121" y="87"/>
                        <a:pt x="121" y="87"/>
                        <a:pt x="121" y="87"/>
                      </a:cubicBezTo>
                      <a:cubicBezTo>
                        <a:pt x="121" y="115"/>
                        <a:pt x="121" y="115"/>
                        <a:pt x="121" y="115"/>
                      </a:cubicBezTo>
                      <a:cubicBezTo>
                        <a:pt x="131" y="125"/>
                        <a:pt x="131" y="125"/>
                        <a:pt x="131" y="125"/>
                      </a:cubicBezTo>
                      <a:cubicBezTo>
                        <a:pt x="188" y="125"/>
                        <a:pt x="188" y="125"/>
                        <a:pt x="188" y="125"/>
                      </a:cubicBezTo>
                      <a:cubicBezTo>
                        <a:pt x="198" y="115"/>
                        <a:pt x="198" y="115"/>
                        <a:pt x="198" y="115"/>
                      </a:cubicBezTo>
                      <a:cubicBezTo>
                        <a:pt x="198" y="87"/>
                        <a:pt x="198" y="87"/>
                        <a:pt x="198" y="87"/>
                      </a:cubicBezTo>
                      <a:cubicBezTo>
                        <a:pt x="188" y="77"/>
                        <a:pt x="188" y="77"/>
                        <a:pt x="188" y="77"/>
                      </a:cubicBezTo>
                      <a:cubicBezTo>
                        <a:pt x="131" y="77"/>
                        <a:pt x="131" y="77"/>
                        <a:pt x="131" y="77"/>
                      </a:cubicBezTo>
                      <a:close/>
                      <a:moveTo>
                        <a:pt x="327" y="54"/>
                      </a:moveTo>
                      <a:cubicBezTo>
                        <a:pt x="309" y="0"/>
                        <a:pt x="309" y="0"/>
                        <a:pt x="309" y="0"/>
                      </a:cubicBezTo>
                      <a:cubicBezTo>
                        <a:pt x="298" y="5"/>
                        <a:pt x="298" y="5"/>
                        <a:pt x="298" y="5"/>
                      </a:cubicBezTo>
                      <a:cubicBezTo>
                        <a:pt x="295" y="54"/>
                        <a:pt x="295" y="54"/>
                        <a:pt x="295" y="54"/>
                      </a:cubicBezTo>
                      <a:cubicBezTo>
                        <a:pt x="327" y="54"/>
                        <a:pt x="327" y="54"/>
                        <a:pt x="327" y="54"/>
                      </a:cubicBezTo>
                      <a:close/>
                      <a:moveTo>
                        <a:pt x="107" y="54"/>
                      </a:moveTo>
                      <a:cubicBezTo>
                        <a:pt x="126" y="0"/>
                        <a:pt x="126" y="0"/>
                        <a:pt x="126" y="0"/>
                      </a:cubicBezTo>
                      <a:cubicBezTo>
                        <a:pt x="137" y="5"/>
                        <a:pt x="137" y="5"/>
                        <a:pt x="137" y="5"/>
                      </a:cubicBezTo>
                      <a:cubicBezTo>
                        <a:pt x="140" y="54"/>
                        <a:pt x="140" y="54"/>
                        <a:pt x="140" y="54"/>
                      </a:cubicBezTo>
                      <a:cubicBezTo>
                        <a:pt x="107" y="54"/>
                        <a:pt x="107" y="54"/>
                        <a:pt x="107" y="54"/>
                      </a:cubicBezTo>
                      <a:close/>
                      <a:moveTo>
                        <a:pt x="305" y="77"/>
                      </a:moveTo>
                      <a:cubicBezTo>
                        <a:pt x="248" y="77"/>
                        <a:pt x="248" y="77"/>
                        <a:pt x="248" y="77"/>
                      </a:cubicBezTo>
                      <a:cubicBezTo>
                        <a:pt x="238" y="87"/>
                        <a:pt x="238" y="87"/>
                        <a:pt x="238" y="87"/>
                      </a:cubicBezTo>
                      <a:cubicBezTo>
                        <a:pt x="238" y="115"/>
                        <a:pt x="238" y="115"/>
                        <a:pt x="238" y="115"/>
                      </a:cubicBezTo>
                      <a:cubicBezTo>
                        <a:pt x="248" y="125"/>
                        <a:pt x="248" y="125"/>
                        <a:pt x="248" y="125"/>
                      </a:cubicBezTo>
                      <a:cubicBezTo>
                        <a:pt x="305" y="125"/>
                        <a:pt x="305" y="125"/>
                        <a:pt x="305" y="125"/>
                      </a:cubicBezTo>
                      <a:cubicBezTo>
                        <a:pt x="315" y="115"/>
                        <a:pt x="315" y="115"/>
                        <a:pt x="315" y="115"/>
                      </a:cubicBezTo>
                      <a:cubicBezTo>
                        <a:pt x="315" y="87"/>
                        <a:pt x="315" y="87"/>
                        <a:pt x="315" y="87"/>
                      </a:cubicBezTo>
                      <a:cubicBezTo>
                        <a:pt x="305" y="77"/>
                        <a:pt x="305" y="77"/>
                        <a:pt x="305" y="77"/>
                      </a:cubicBezTo>
                      <a:close/>
                      <a:moveTo>
                        <a:pt x="209" y="62"/>
                      </a:moveTo>
                      <a:cubicBezTo>
                        <a:pt x="209" y="62"/>
                        <a:pt x="209" y="62"/>
                        <a:pt x="209" y="62"/>
                      </a:cubicBezTo>
                      <a:cubicBezTo>
                        <a:pt x="201" y="62"/>
                        <a:pt x="201" y="62"/>
                        <a:pt x="201" y="62"/>
                      </a:cubicBezTo>
                      <a:cubicBezTo>
                        <a:pt x="201" y="62"/>
                        <a:pt x="201" y="62"/>
                        <a:pt x="201" y="62"/>
                      </a:cubicBezTo>
                      <a:cubicBezTo>
                        <a:pt x="107" y="62"/>
                        <a:pt x="107" y="62"/>
                        <a:pt x="107" y="62"/>
                      </a:cubicBezTo>
                      <a:cubicBezTo>
                        <a:pt x="107" y="121"/>
                        <a:pt x="107" y="121"/>
                        <a:pt x="107" y="121"/>
                      </a:cubicBezTo>
                      <a:cubicBezTo>
                        <a:pt x="127" y="140"/>
                        <a:pt x="127" y="140"/>
                        <a:pt x="127" y="140"/>
                      </a:cubicBezTo>
                      <a:cubicBezTo>
                        <a:pt x="192" y="140"/>
                        <a:pt x="192" y="140"/>
                        <a:pt x="192" y="140"/>
                      </a:cubicBezTo>
                      <a:cubicBezTo>
                        <a:pt x="211" y="121"/>
                        <a:pt x="211" y="121"/>
                        <a:pt x="211" y="121"/>
                      </a:cubicBezTo>
                      <a:cubicBezTo>
                        <a:pt x="225" y="121"/>
                        <a:pt x="225" y="121"/>
                        <a:pt x="225" y="121"/>
                      </a:cubicBezTo>
                      <a:cubicBezTo>
                        <a:pt x="244" y="140"/>
                        <a:pt x="244" y="140"/>
                        <a:pt x="244" y="140"/>
                      </a:cubicBezTo>
                      <a:cubicBezTo>
                        <a:pt x="309" y="140"/>
                        <a:pt x="309" y="140"/>
                        <a:pt x="309" y="140"/>
                      </a:cubicBezTo>
                      <a:cubicBezTo>
                        <a:pt x="329" y="121"/>
                        <a:pt x="329" y="121"/>
                        <a:pt x="329" y="121"/>
                      </a:cubicBezTo>
                      <a:cubicBezTo>
                        <a:pt x="329" y="62"/>
                        <a:pt x="329" y="62"/>
                        <a:pt x="329" y="62"/>
                      </a:cubicBezTo>
                      <a:cubicBezTo>
                        <a:pt x="227" y="62"/>
                        <a:pt x="227" y="62"/>
                        <a:pt x="227" y="62"/>
                      </a:cubicBezTo>
                      <a:cubicBezTo>
                        <a:pt x="227" y="62"/>
                        <a:pt x="227" y="62"/>
                        <a:pt x="227" y="62"/>
                      </a:cubicBezTo>
                      <a:cubicBezTo>
                        <a:pt x="218" y="62"/>
                        <a:pt x="218" y="62"/>
                        <a:pt x="218" y="62"/>
                      </a:cubicBezTo>
                      <a:cubicBezTo>
                        <a:pt x="209" y="62"/>
                        <a:pt x="209" y="62"/>
                        <a:pt x="209" y="62"/>
                      </a:cubicBezTo>
                      <a:close/>
                      <a:moveTo>
                        <a:pt x="208" y="298"/>
                      </a:moveTo>
                      <a:cubicBezTo>
                        <a:pt x="204" y="300"/>
                        <a:pt x="198" y="298"/>
                        <a:pt x="196" y="294"/>
                      </a:cubicBezTo>
                      <a:cubicBezTo>
                        <a:pt x="194" y="289"/>
                        <a:pt x="196" y="284"/>
                        <a:pt x="200" y="282"/>
                      </a:cubicBezTo>
                      <a:cubicBezTo>
                        <a:pt x="376" y="219"/>
                        <a:pt x="376" y="219"/>
                        <a:pt x="376" y="219"/>
                      </a:cubicBezTo>
                      <a:cubicBezTo>
                        <a:pt x="381" y="217"/>
                        <a:pt x="386" y="219"/>
                        <a:pt x="388" y="223"/>
                      </a:cubicBezTo>
                      <a:cubicBezTo>
                        <a:pt x="390" y="228"/>
                        <a:pt x="389" y="233"/>
                        <a:pt x="384" y="235"/>
                      </a:cubicBezTo>
                      <a:cubicBezTo>
                        <a:pt x="208" y="298"/>
                        <a:pt x="208" y="298"/>
                        <a:pt x="208" y="298"/>
                      </a:cubicBezTo>
                      <a:close/>
                      <a:moveTo>
                        <a:pt x="200" y="257"/>
                      </a:moveTo>
                      <a:cubicBezTo>
                        <a:pt x="376" y="195"/>
                        <a:pt x="376" y="195"/>
                        <a:pt x="376" y="195"/>
                      </a:cubicBezTo>
                      <a:cubicBezTo>
                        <a:pt x="378" y="194"/>
                        <a:pt x="378" y="192"/>
                        <a:pt x="378" y="191"/>
                      </a:cubicBezTo>
                      <a:cubicBezTo>
                        <a:pt x="377" y="189"/>
                        <a:pt x="375" y="189"/>
                        <a:pt x="374" y="189"/>
                      </a:cubicBezTo>
                      <a:cubicBezTo>
                        <a:pt x="198" y="252"/>
                        <a:pt x="198" y="252"/>
                        <a:pt x="198" y="252"/>
                      </a:cubicBezTo>
                      <a:cubicBezTo>
                        <a:pt x="196" y="253"/>
                        <a:pt x="196" y="254"/>
                        <a:pt x="196" y="256"/>
                      </a:cubicBezTo>
                      <a:cubicBezTo>
                        <a:pt x="197" y="257"/>
                        <a:pt x="199" y="258"/>
                        <a:pt x="200" y="257"/>
                      </a:cubicBezTo>
                      <a:close/>
                      <a:moveTo>
                        <a:pt x="194" y="222"/>
                      </a:moveTo>
                      <a:cubicBezTo>
                        <a:pt x="197" y="224"/>
                        <a:pt x="200" y="224"/>
                        <a:pt x="203" y="222"/>
                      </a:cubicBezTo>
                      <a:cubicBezTo>
                        <a:pt x="203" y="222"/>
                        <a:pt x="203" y="222"/>
                        <a:pt x="203" y="222"/>
                      </a:cubicBezTo>
                      <a:cubicBezTo>
                        <a:pt x="375" y="163"/>
                        <a:pt x="375" y="163"/>
                        <a:pt x="375" y="163"/>
                      </a:cubicBezTo>
                      <a:cubicBezTo>
                        <a:pt x="380" y="161"/>
                        <a:pt x="382" y="155"/>
                        <a:pt x="379" y="151"/>
                      </a:cubicBezTo>
                      <a:cubicBezTo>
                        <a:pt x="379" y="149"/>
                        <a:pt x="377" y="148"/>
                        <a:pt x="376" y="147"/>
                      </a:cubicBezTo>
                      <a:cubicBezTo>
                        <a:pt x="340" y="124"/>
                        <a:pt x="340" y="124"/>
                        <a:pt x="340" y="124"/>
                      </a:cubicBezTo>
                      <a:cubicBezTo>
                        <a:pt x="340" y="126"/>
                        <a:pt x="340" y="126"/>
                        <a:pt x="340" y="126"/>
                      </a:cubicBezTo>
                      <a:cubicBezTo>
                        <a:pt x="328" y="138"/>
                        <a:pt x="328" y="138"/>
                        <a:pt x="328" y="138"/>
                      </a:cubicBezTo>
                      <a:cubicBezTo>
                        <a:pt x="351" y="152"/>
                        <a:pt x="351" y="152"/>
                        <a:pt x="351" y="152"/>
                      </a:cubicBezTo>
                      <a:cubicBezTo>
                        <a:pt x="200" y="204"/>
                        <a:pt x="200" y="204"/>
                        <a:pt x="200" y="204"/>
                      </a:cubicBezTo>
                      <a:cubicBezTo>
                        <a:pt x="122" y="152"/>
                        <a:pt x="122" y="152"/>
                        <a:pt x="122" y="152"/>
                      </a:cubicBezTo>
                      <a:cubicBezTo>
                        <a:pt x="122" y="152"/>
                        <a:pt x="122" y="152"/>
                        <a:pt x="122" y="152"/>
                      </a:cubicBezTo>
                      <a:cubicBezTo>
                        <a:pt x="121" y="152"/>
                        <a:pt x="121" y="152"/>
                        <a:pt x="121" y="152"/>
                      </a:cubicBezTo>
                      <a:cubicBezTo>
                        <a:pt x="51" y="105"/>
                        <a:pt x="51" y="105"/>
                        <a:pt x="51" y="105"/>
                      </a:cubicBezTo>
                      <a:cubicBezTo>
                        <a:pt x="95" y="90"/>
                        <a:pt x="95" y="90"/>
                        <a:pt x="95" y="90"/>
                      </a:cubicBezTo>
                      <a:cubicBezTo>
                        <a:pt x="95" y="71"/>
                        <a:pt x="95" y="71"/>
                        <a:pt x="95" y="71"/>
                      </a:cubicBezTo>
                      <a:cubicBezTo>
                        <a:pt x="28" y="94"/>
                        <a:pt x="28" y="94"/>
                        <a:pt x="28" y="94"/>
                      </a:cubicBezTo>
                      <a:cubicBezTo>
                        <a:pt x="23" y="96"/>
                        <a:pt x="21" y="101"/>
                        <a:pt x="23" y="106"/>
                      </a:cubicBezTo>
                      <a:cubicBezTo>
                        <a:pt x="24" y="107"/>
                        <a:pt x="25" y="109"/>
                        <a:pt x="26" y="110"/>
                      </a:cubicBezTo>
                      <a:cubicBezTo>
                        <a:pt x="26" y="110"/>
                        <a:pt x="26" y="110"/>
                        <a:pt x="26" y="110"/>
                      </a:cubicBezTo>
                      <a:cubicBezTo>
                        <a:pt x="194" y="222"/>
                        <a:pt x="194" y="222"/>
                        <a:pt x="194" y="222"/>
                      </a:cubicBezTo>
                      <a:close/>
                      <a:moveTo>
                        <a:pt x="156" y="50"/>
                      </a:moveTo>
                      <a:cubicBezTo>
                        <a:pt x="197" y="36"/>
                        <a:pt x="197" y="36"/>
                        <a:pt x="197" y="36"/>
                      </a:cubicBezTo>
                      <a:cubicBezTo>
                        <a:pt x="200" y="35"/>
                        <a:pt x="203" y="35"/>
                        <a:pt x="206" y="37"/>
                      </a:cubicBezTo>
                      <a:cubicBezTo>
                        <a:pt x="227" y="50"/>
                        <a:pt x="227" y="50"/>
                        <a:pt x="227" y="50"/>
                      </a:cubicBezTo>
                      <a:cubicBezTo>
                        <a:pt x="218" y="50"/>
                        <a:pt x="218" y="50"/>
                        <a:pt x="218" y="50"/>
                      </a:cubicBezTo>
                      <a:cubicBezTo>
                        <a:pt x="183" y="50"/>
                        <a:pt x="183" y="50"/>
                        <a:pt x="183" y="50"/>
                      </a:cubicBezTo>
                      <a:cubicBezTo>
                        <a:pt x="183" y="50"/>
                        <a:pt x="183" y="50"/>
                        <a:pt x="183" y="50"/>
                      </a:cubicBezTo>
                      <a:cubicBezTo>
                        <a:pt x="156" y="50"/>
                        <a:pt x="156" y="50"/>
                        <a:pt x="156" y="50"/>
                      </a:cubicBezTo>
                      <a:close/>
                      <a:moveTo>
                        <a:pt x="287" y="89"/>
                      </a:moveTo>
                      <a:cubicBezTo>
                        <a:pt x="303" y="100"/>
                        <a:pt x="303" y="100"/>
                        <a:pt x="303" y="100"/>
                      </a:cubicBezTo>
                      <a:cubicBezTo>
                        <a:pt x="303" y="110"/>
                        <a:pt x="303" y="110"/>
                        <a:pt x="303" y="110"/>
                      </a:cubicBezTo>
                      <a:cubicBezTo>
                        <a:pt x="300" y="113"/>
                        <a:pt x="300" y="113"/>
                        <a:pt x="300" y="113"/>
                      </a:cubicBezTo>
                      <a:cubicBezTo>
                        <a:pt x="291" y="113"/>
                        <a:pt x="291" y="113"/>
                        <a:pt x="291" y="113"/>
                      </a:cubicBezTo>
                      <a:cubicBezTo>
                        <a:pt x="254" y="89"/>
                        <a:pt x="254" y="89"/>
                        <a:pt x="254" y="89"/>
                      </a:cubicBezTo>
                      <a:lnTo>
                        <a:pt x="287" y="89"/>
                      </a:lnTo>
                      <a:close/>
                    </a:path>
                  </a:pathLst>
                </a:custGeom>
                <a:solidFill>
                  <a:schemeClr val="bg1"/>
                </a:solidFill>
                <a:ln>
                  <a:noFill/>
                </a:ln>
              </p:spPr>
              <p:txBody>
                <a:bodyPr vert="horz" wrap="square" lIns="67204" tIns="33602" rIns="67204" bIns="33602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 sz="975">
                    <a:cs typeface="+mn-ea"/>
                    <a:sym typeface="+mn-lt"/>
                  </a:endParaRPr>
                </a:p>
              </p:txBody>
            </p:sp>
          </p:grpSp>
          <p:sp>
            <p:nvSpPr>
              <p:cNvPr id="31" name="矩形 30"/>
              <p:cNvSpPr/>
              <p:nvPr/>
            </p:nvSpPr>
            <p:spPr>
              <a:xfrm>
                <a:off x="1116186" y="1958148"/>
                <a:ext cx="2664295" cy="706024"/>
              </a:xfrm>
              <a:prstGeom prst="rect">
                <a:avLst/>
              </a:prstGeom>
            </p:spPr>
            <p:txBody>
              <a:bodyPr wrap="square" lIns="89597" tIns="44798" rIns="89597" bIns="44798">
                <a:spAutoFit/>
              </a:bodyPr>
              <a:lstStyle/>
              <a:p>
                <a:pPr algn="just">
                  <a:lnSpc>
                    <a:spcPct val="150000"/>
                  </a:lnSpc>
                </a:pPr>
                <a:r>
                  <a:rPr lang="zh-TW" altLang="en-US" sz="2000" b="1" dirty="0">
                    <a:latin typeface="微軟正黑體" panose="020B0604030504040204" pitchFamily="34" charset="-120"/>
                    <a:ea typeface="微軟正黑體" panose="020B0604030504040204" pitchFamily="34" charset="-120"/>
                    <a:cs typeface="+mn-ea"/>
                    <a:sym typeface="+mn-lt"/>
                  </a:rPr>
                  <a:t>特徵</a:t>
                </a:r>
                <a:endParaRPr lang="en-US" altLang="zh-TW" sz="2000" b="1" dirty="0" smtClean="0">
                  <a:latin typeface="微軟正黑體" panose="020B0604030504040204" pitchFamily="34" charset="-120"/>
                  <a:ea typeface="微軟正黑體" panose="020B0604030504040204" pitchFamily="34" charset="-120"/>
                  <a:cs typeface="+mn-ea"/>
                  <a:sym typeface="+mn-lt"/>
                </a:endParaRPr>
              </a:p>
              <a:p>
                <a:pPr algn="just">
                  <a:lnSpc>
                    <a:spcPts val="1176"/>
                  </a:lnSpc>
                </a:pPr>
                <a:r>
                  <a:rPr lang="en-US" altLang="zh-CN" sz="1500" dirty="0" smtClean="0">
                    <a:latin typeface="微軟正黑體" panose="020B0604030504040204" pitchFamily="34" charset="-120"/>
                    <a:ea typeface="微軟正黑體" panose="020B0604030504040204" pitchFamily="34" charset="-120"/>
                    <a:cs typeface="+mn-ea"/>
                    <a:sym typeface="+mn-lt"/>
                  </a:rPr>
                  <a:t>Carat</a:t>
                </a:r>
                <a:r>
                  <a:rPr lang="zh-TW" altLang="en-US" sz="1500" dirty="0" smtClean="0">
                    <a:latin typeface="微軟正黑體" panose="020B0604030504040204" pitchFamily="34" charset="-120"/>
                    <a:ea typeface="微軟正黑體" panose="020B0604030504040204" pitchFamily="34" charset="-120"/>
                    <a:cs typeface="+mn-ea"/>
                    <a:sym typeface="+mn-lt"/>
                  </a:rPr>
                  <a:t>、</a:t>
                </a:r>
                <a:r>
                  <a:rPr lang="en-US" altLang="zh-TW" sz="1500" dirty="0" smtClean="0">
                    <a:latin typeface="微軟正黑體" panose="020B0604030504040204" pitchFamily="34" charset="-120"/>
                    <a:ea typeface="微軟正黑體" panose="020B0604030504040204" pitchFamily="34" charset="-120"/>
                    <a:cs typeface="+mn-ea"/>
                    <a:sym typeface="+mn-lt"/>
                  </a:rPr>
                  <a:t>Cut</a:t>
                </a:r>
                <a:r>
                  <a:rPr lang="zh-TW" altLang="en-US" sz="1500" dirty="0" smtClean="0">
                    <a:latin typeface="微軟正黑體" panose="020B0604030504040204" pitchFamily="34" charset="-120"/>
                    <a:ea typeface="微軟正黑體" panose="020B0604030504040204" pitchFamily="34" charset="-120"/>
                    <a:cs typeface="+mn-ea"/>
                    <a:sym typeface="+mn-lt"/>
                  </a:rPr>
                  <a:t>、</a:t>
                </a:r>
                <a:r>
                  <a:rPr lang="en-US" altLang="zh-TW" sz="1500" dirty="0" smtClean="0">
                    <a:latin typeface="微軟正黑體" panose="020B0604030504040204" pitchFamily="34" charset="-120"/>
                    <a:ea typeface="微軟正黑體" panose="020B0604030504040204" pitchFamily="34" charset="-120"/>
                    <a:cs typeface="+mn-ea"/>
                    <a:sym typeface="+mn-lt"/>
                  </a:rPr>
                  <a:t>Color</a:t>
                </a:r>
                <a:r>
                  <a:rPr lang="zh-TW" altLang="en-US" sz="1500" dirty="0" smtClean="0">
                    <a:latin typeface="微軟正黑體" panose="020B0604030504040204" pitchFamily="34" charset="-120"/>
                    <a:ea typeface="微軟正黑體" panose="020B0604030504040204" pitchFamily="34" charset="-120"/>
                    <a:cs typeface="+mn-ea"/>
                    <a:sym typeface="+mn-lt"/>
                  </a:rPr>
                  <a:t>、</a:t>
                </a:r>
                <a:r>
                  <a:rPr lang="en-US" altLang="zh-TW" sz="1500" dirty="0" smtClean="0">
                    <a:latin typeface="微軟正黑體" panose="020B0604030504040204" pitchFamily="34" charset="-120"/>
                    <a:ea typeface="微軟正黑體" panose="020B0604030504040204" pitchFamily="34" charset="-120"/>
                    <a:cs typeface="+mn-ea"/>
                    <a:sym typeface="+mn-lt"/>
                  </a:rPr>
                  <a:t>Clarity</a:t>
                </a:r>
              </a:p>
            </p:txBody>
          </p:sp>
        </p:grpSp>
        <p:grpSp>
          <p:nvGrpSpPr>
            <p:cNvPr id="4" name="群組 3"/>
            <p:cNvGrpSpPr/>
            <p:nvPr/>
          </p:nvGrpSpPr>
          <p:grpSpPr>
            <a:xfrm>
              <a:off x="334787" y="3096220"/>
              <a:ext cx="3445695" cy="706024"/>
              <a:chOff x="334787" y="3128885"/>
              <a:chExt cx="3445695" cy="706024"/>
            </a:xfrm>
          </p:grpSpPr>
          <p:grpSp>
            <p:nvGrpSpPr>
              <p:cNvPr id="18" name="组合 25"/>
              <p:cNvGrpSpPr/>
              <p:nvPr/>
            </p:nvGrpSpPr>
            <p:grpSpPr>
              <a:xfrm>
                <a:off x="334787" y="3219202"/>
                <a:ext cx="615627" cy="615707"/>
                <a:chOff x="5148064" y="1983865"/>
                <a:chExt cx="628312" cy="628312"/>
              </a:xfrm>
            </p:grpSpPr>
            <p:sp>
              <p:nvSpPr>
                <p:cNvPr id="19" name="矩形 18"/>
                <p:cNvSpPr/>
                <p:nvPr/>
              </p:nvSpPr>
              <p:spPr>
                <a:xfrm>
                  <a:off x="5148064" y="1983865"/>
                  <a:ext cx="628312" cy="628312"/>
                </a:xfrm>
                <a:prstGeom prst="rect">
                  <a:avLst/>
                </a:prstGeom>
                <a:solidFill>
                  <a:srgbClr val="595959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 sz="975" dirty="0">
                    <a:cs typeface="+mn-ea"/>
                    <a:sym typeface="+mn-lt"/>
                  </a:endParaRPr>
                </a:p>
              </p:txBody>
            </p:sp>
            <p:sp>
              <p:nvSpPr>
                <p:cNvPr id="20" name="Freeform 31"/>
                <p:cNvSpPr>
                  <a:spLocks noEditPoints="1"/>
                </p:cNvSpPr>
                <p:nvPr/>
              </p:nvSpPr>
              <p:spPr bwMode="auto">
                <a:xfrm>
                  <a:off x="5236658" y="2111429"/>
                  <a:ext cx="451123" cy="373183"/>
                </a:xfrm>
                <a:custGeom>
                  <a:avLst/>
                  <a:gdLst>
                    <a:gd name="T0" fmla="*/ 152 w 370"/>
                    <a:gd name="T1" fmla="*/ 48 h 306"/>
                    <a:gd name="T2" fmla="*/ 49 w 370"/>
                    <a:gd name="T3" fmla="*/ 72 h 306"/>
                    <a:gd name="T4" fmla="*/ 148 w 370"/>
                    <a:gd name="T5" fmla="*/ 61 h 306"/>
                    <a:gd name="T6" fmla="*/ 159 w 370"/>
                    <a:gd name="T7" fmla="*/ 306 h 306"/>
                    <a:gd name="T8" fmla="*/ 0 w 370"/>
                    <a:gd name="T9" fmla="*/ 291 h 306"/>
                    <a:gd name="T10" fmla="*/ 11 w 370"/>
                    <a:gd name="T11" fmla="*/ 72 h 306"/>
                    <a:gd name="T12" fmla="*/ 104 w 370"/>
                    <a:gd name="T13" fmla="*/ 3 h 306"/>
                    <a:gd name="T14" fmla="*/ 353 w 370"/>
                    <a:gd name="T15" fmla="*/ 30 h 306"/>
                    <a:gd name="T16" fmla="*/ 370 w 370"/>
                    <a:gd name="T17" fmla="*/ 78 h 306"/>
                    <a:gd name="T18" fmla="*/ 356 w 370"/>
                    <a:gd name="T19" fmla="*/ 291 h 306"/>
                    <a:gd name="T20" fmla="*/ 311 w 370"/>
                    <a:gd name="T21" fmla="*/ 263 h 306"/>
                    <a:gd name="T22" fmla="*/ 281 w 370"/>
                    <a:gd name="T23" fmla="*/ 263 h 306"/>
                    <a:gd name="T24" fmla="*/ 281 w 370"/>
                    <a:gd name="T25" fmla="*/ 263 h 306"/>
                    <a:gd name="T26" fmla="*/ 89 w 370"/>
                    <a:gd name="T27" fmla="*/ 263 h 306"/>
                    <a:gd name="T28" fmla="*/ 268 w 370"/>
                    <a:gd name="T29" fmla="*/ 153 h 306"/>
                    <a:gd name="T30" fmla="*/ 318 w 370"/>
                    <a:gd name="T31" fmla="*/ 156 h 306"/>
                    <a:gd name="T32" fmla="*/ 214 w 370"/>
                    <a:gd name="T33" fmla="*/ 151 h 306"/>
                    <a:gd name="T34" fmla="*/ 268 w 370"/>
                    <a:gd name="T35" fmla="*/ 122 h 306"/>
                    <a:gd name="T36" fmla="*/ 318 w 370"/>
                    <a:gd name="T37" fmla="*/ 125 h 306"/>
                    <a:gd name="T38" fmla="*/ 214 w 370"/>
                    <a:gd name="T39" fmla="*/ 120 h 306"/>
                    <a:gd name="T40" fmla="*/ 268 w 370"/>
                    <a:gd name="T41" fmla="*/ 91 h 306"/>
                    <a:gd name="T42" fmla="*/ 318 w 370"/>
                    <a:gd name="T43" fmla="*/ 94 h 306"/>
                    <a:gd name="T44" fmla="*/ 214 w 370"/>
                    <a:gd name="T45" fmla="*/ 89 h 306"/>
                    <a:gd name="T46" fmla="*/ 268 w 370"/>
                    <a:gd name="T47" fmla="*/ 60 h 306"/>
                    <a:gd name="T48" fmla="*/ 318 w 370"/>
                    <a:gd name="T49" fmla="*/ 62 h 306"/>
                    <a:gd name="T50" fmla="*/ 214 w 370"/>
                    <a:gd name="T51" fmla="*/ 57 h 306"/>
                    <a:gd name="T52" fmla="*/ 174 w 370"/>
                    <a:gd name="T53" fmla="*/ 30 h 306"/>
                    <a:gd name="T54" fmla="*/ 33 w 370"/>
                    <a:gd name="T55" fmla="*/ 252 h 306"/>
                    <a:gd name="T56" fmla="*/ 294 w 370"/>
                    <a:gd name="T57" fmla="*/ 242 h 306"/>
                    <a:gd name="T58" fmla="*/ 299 w 370"/>
                    <a:gd name="T59" fmla="*/ 193 h 306"/>
                    <a:gd name="T60" fmla="*/ 265 w 370"/>
                    <a:gd name="T61" fmla="*/ 25 h 306"/>
                    <a:gd name="T62" fmla="*/ 267 w 370"/>
                    <a:gd name="T63" fmla="*/ 239 h 306"/>
                    <a:gd name="T64" fmla="*/ 312 w 370"/>
                    <a:gd name="T65" fmla="*/ 216 h 306"/>
                    <a:gd name="T66" fmla="*/ 148 w 370"/>
                    <a:gd name="T67" fmla="*/ 154 h 306"/>
                    <a:gd name="T68" fmla="*/ 102 w 370"/>
                    <a:gd name="T69" fmla="*/ 140 h 306"/>
                    <a:gd name="T70" fmla="*/ 57 w 370"/>
                    <a:gd name="T71" fmla="*/ 168 h 306"/>
                    <a:gd name="T72" fmla="*/ 148 w 370"/>
                    <a:gd name="T73" fmla="*/ 123 h 306"/>
                    <a:gd name="T74" fmla="*/ 102 w 370"/>
                    <a:gd name="T75" fmla="*/ 109 h 306"/>
                    <a:gd name="T76" fmla="*/ 57 w 370"/>
                    <a:gd name="T77" fmla="*/ 137 h 306"/>
                    <a:gd name="T78" fmla="*/ 148 w 370"/>
                    <a:gd name="T79" fmla="*/ 92 h 306"/>
                    <a:gd name="T80" fmla="*/ 49 w 370"/>
                    <a:gd name="T81" fmla="*/ 104 h 306"/>
                    <a:gd name="T82" fmla="*/ 152 w 370"/>
                    <a:gd name="T83" fmla="*/ 80 h 30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  <a:cxn ang="0">
                      <a:pos x="T82" y="T83"/>
                    </a:cxn>
                  </a:cxnLst>
                  <a:rect l="0" t="0" r="r" b="b"/>
                  <a:pathLst>
                    <a:path w="370" h="306">
                      <a:moveTo>
                        <a:pt x="148" y="61"/>
                      </a:moveTo>
                      <a:cubicBezTo>
                        <a:pt x="151" y="61"/>
                        <a:pt x="155" y="59"/>
                        <a:pt x="156" y="56"/>
                      </a:cubicBezTo>
                      <a:cubicBezTo>
                        <a:pt x="157" y="52"/>
                        <a:pt x="155" y="49"/>
                        <a:pt x="152" y="48"/>
                      </a:cubicBezTo>
                      <a:cubicBezTo>
                        <a:pt x="136" y="44"/>
                        <a:pt x="119" y="44"/>
                        <a:pt x="102" y="46"/>
                      </a:cubicBezTo>
                      <a:cubicBezTo>
                        <a:pt x="86" y="49"/>
                        <a:pt x="69" y="55"/>
                        <a:pt x="53" y="63"/>
                      </a:cubicBezTo>
                      <a:cubicBezTo>
                        <a:pt x="49" y="65"/>
                        <a:pt x="48" y="69"/>
                        <a:pt x="49" y="72"/>
                      </a:cubicBezTo>
                      <a:cubicBezTo>
                        <a:pt x="50" y="75"/>
                        <a:pt x="54" y="76"/>
                        <a:pt x="57" y="75"/>
                      </a:cubicBezTo>
                      <a:cubicBezTo>
                        <a:pt x="72" y="67"/>
                        <a:pt x="87" y="62"/>
                        <a:pt x="102" y="59"/>
                      </a:cubicBezTo>
                      <a:cubicBezTo>
                        <a:pt x="117" y="57"/>
                        <a:pt x="132" y="57"/>
                        <a:pt x="148" y="61"/>
                      </a:cubicBezTo>
                      <a:close/>
                      <a:moveTo>
                        <a:pt x="210" y="291"/>
                      </a:moveTo>
                      <a:cubicBezTo>
                        <a:pt x="210" y="306"/>
                        <a:pt x="210" y="306"/>
                        <a:pt x="210" y="306"/>
                      </a:cubicBezTo>
                      <a:cubicBezTo>
                        <a:pt x="159" y="306"/>
                        <a:pt x="159" y="306"/>
                        <a:pt x="159" y="306"/>
                      </a:cubicBezTo>
                      <a:cubicBezTo>
                        <a:pt x="159" y="291"/>
                        <a:pt x="159" y="291"/>
                        <a:pt x="159" y="291"/>
                      </a:cubicBezTo>
                      <a:cubicBezTo>
                        <a:pt x="15" y="291"/>
                        <a:pt x="15" y="291"/>
                        <a:pt x="15" y="291"/>
                      </a:cubicBezTo>
                      <a:cubicBezTo>
                        <a:pt x="0" y="291"/>
                        <a:pt x="0" y="291"/>
                        <a:pt x="0" y="291"/>
                      </a:cubicBezTo>
                      <a:cubicBezTo>
                        <a:pt x="0" y="263"/>
                        <a:pt x="0" y="263"/>
                        <a:pt x="0" y="263"/>
                      </a:cubicBezTo>
                      <a:cubicBezTo>
                        <a:pt x="0" y="72"/>
                        <a:pt x="0" y="72"/>
                        <a:pt x="0" y="72"/>
                      </a:cubicBezTo>
                      <a:cubicBezTo>
                        <a:pt x="11" y="72"/>
                        <a:pt x="11" y="72"/>
                        <a:pt x="11" y="72"/>
                      </a:cubicBezTo>
                      <a:cubicBezTo>
                        <a:pt x="11" y="39"/>
                        <a:pt x="11" y="39"/>
                        <a:pt x="11" y="39"/>
                      </a:cubicBezTo>
                      <a:cubicBezTo>
                        <a:pt x="17" y="30"/>
                        <a:pt x="17" y="30"/>
                        <a:pt x="17" y="30"/>
                      </a:cubicBezTo>
                      <a:cubicBezTo>
                        <a:pt x="43" y="16"/>
                        <a:pt x="73" y="6"/>
                        <a:pt x="104" y="3"/>
                      </a:cubicBezTo>
                      <a:cubicBezTo>
                        <a:pt x="131" y="0"/>
                        <a:pt x="159" y="2"/>
                        <a:pt x="185" y="10"/>
                      </a:cubicBezTo>
                      <a:cubicBezTo>
                        <a:pt x="212" y="2"/>
                        <a:pt x="240" y="0"/>
                        <a:pt x="267" y="3"/>
                      </a:cubicBezTo>
                      <a:cubicBezTo>
                        <a:pt x="298" y="6"/>
                        <a:pt x="328" y="16"/>
                        <a:pt x="353" y="30"/>
                      </a:cubicBezTo>
                      <a:cubicBezTo>
                        <a:pt x="359" y="39"/>
                        <a:pt x="359" y="39"/>
                        <a:pt x="359" y="39"/>
                      </a:cubicBezTo>
                      <a:cubicBezTo>
                        <a:pt x="359" y="52"/>
                        <a:pt x="359" y="65"/>
                        <a:pt x="359" y="78"/>
                      </a:cubicBezTo>
                      <a:cubicBezTo>
                        <a:pt x="370" y="78"/>
                        <a:pt x="370" y="78"/>
                        <a:pt x="370" y="78"/>
                      </a:cubicBezTo>
                      <a:cubicBezTo>
                        <a:pt x="370" y="291"/>
                        <a:pt x="370" y="291"/>
                        <a:pt x="370" y="291"/>
                      </a:cubicBezTo>
                      <a:cubicBezTo>
                        <a:pt x="367" y="291"/>
                        <a:pt x="367" y="291"/>
                        <a:pt x="367" y="291"/>
                      </a:cubicBezTo>
                      <a:cubicBezTo>
                        <a:pt x="356" y="291"/>
                        <a:pt x="356" y="291"/>
                        <a:pt x="356" y="291"/>
                      </a:cubicBezTo>
                      <a:cubicBezTo>
                        <a:pt x="210" y="291"/>
                        <a:pt x="210" y="291"/>
                        <a:pt x="210" y="291"/>
                      </a:cubicBezTo>
                      <a:close/>
                      <a:moveTo>
                        <a:pt x="356" y="214"/>
                      </a:moveTo>
                      <a:cubicBezTo>
                        <a:pt x="311" y="263"/>
                        <a:pt x="311" y="263"/>
                        <a:pt x="311" y="263"/>
                      </a:cubicBezTo>
                      <a:cubicBezTo>
                        <a:pt x="356" y="263"/>
                        <a:pt x="356" y="263"/>
                        <a:pt x="356" y="263"/>
                      </a:cubicBezTo>
                      <a:cubicBezTo>
                        <a:pt x="356" y="214"/>
                        <a:pt x="356" y="214"/>
                        <a:pt x="356" y="214"/>
                      </a:cubicBezTo>
                      <a:close/>
                      <a:moveTo>
                        <a:pt x="281" y="263"/>
                      </a:moveTo>
                      <a:cubicBezTo>
                        <a:pt x="276" y="262"/>
                        <a:pt x="270" y="261"/>
                        <a:pt x="265" y="261"/>
                      </a:cubicBezTo>
                      <a:cubicBezTo>
                        <a:pt x="245" y="258"/>
                        <a:pt x="225" y="257"/>
                        <a:pt x="207" y="263"/>
                      </a:cubicBezTo>
                      <a:cubicBezTo>
                        <a:pt x="281" y="263"/>
                        <a:pt x="281" y="263"/>
                        <a:pt x="281" y="263"/>
                      </a:cubicBezTo>
                      <a:close/>
                      <a:moveTo>
                        <a:pt x="164" y="263"/>
                      </a:moveTo>
                      <a:cubicBezTo>
                        <a:pt x="145" y="257"/>
                        <a:pt x="126" y="258"/>
                        <a:pt x="106" y="261"/>
                      </a:cubicBezTo>
                      <a:cubicBezTo>
                        <a:pt x="100" y="261"/>
                        <a:pt x="95" y="262"/>
                        <a:pt x="89" y="263"/>
                      </a:cubicBezTo>
                      <a:cubicBezTo>
                        <a:pt x="164" y="263"/>
                        <a:pt x="164" y="263"/>
                        <a:pt x="164" y="263"/>
                      </a:cubicBezTo>
                      <a:close/>
                      <a:moveTo>
                        <a:pt x="223" y="156"/>
                      </a:moveTo>
                      <a:cubicBezTo>
                        <a:pt x="238" y="152"/>
                        <a:pt x="253" y="151"/>
                        <a:pt x="268" y="153"/>
                      </a:cubicBezTo>
                      <a:cubicBezTo>
                        <a:pt x="283" y="155"/>
                        <a:pt x="298" y="160"/>
                        <a:pt x="313" y="167"/>
                      </a:cubicBezTo>
                      <a:cubicBezTo>
                        <a:pt x="317" y="169"/>
                        <a:pt x="320" y="168"/>
                        <a:pt x="321" y="165"/>
                      </a:cubicBezTo>
                      <a:cubicBezTo>
                        <a:pt x="323" y="161"/>
                        <a:pt x="321" y="158"/>
                        <a:pt x="318" y="156"/>
                      </a:cubicBezTo>
                      <a:cubicBezTo>
                        <a:pt x="301" y="148"/>
                        <a:pt x="285" y="143"/>
                        <a:pt x="268" y="140"/>
                      </a:cubicBezTo>
                      <a:cubicBezTo>
                        <a:pt x="251" y="138"/>
                        <a:pt x="235" y="139"/>
                        <a:pt x="218" y="143"/>
                      </a:cubicBezTo>
                      <a:cubicBezTo>
                        <a:pt x="215" y="144"/>
                        <a:pt x="213" y="148"/>
                        <a:pt x="214" y="151"/>
                      </a:cubicBezTo>
                      <a:cubicBezTo>
                        <a:pt x="216" y="154"/>
                        <a:pt x="219" y="157"/>
                        <a:pt x="223" y="156"/>
                      </a:cubicBezTo>
                      <a:close/>
                      <a:moveTo>
                        <a:pt x="223" y="125"/>
                      </a:moveTo>
                      <a:cubicBezTo>
                        <a:pt x="238" y="121"/>
                        <a:pt x="253" y="120"/>
                        <a:pt x="268" y="122"/>
                      </a:cubicBezTo>
                      <a:cubicBezTo>
                        <a:pt x="283" y="124"/>
                        <a:pt x="298" y="129"/>
                        <a:pt x="313" y="136"/>
                      </a:cubicBezTo>
                      <a:cubicBezTo>
                        <a:pt x="317" y="138"/>
                        <a:pt x="320" y="137"/>
                        <a:pt x="321" y="133"/>
                      </a:cubicBezTo>
                      <a:cubicBezTo>
                        <a:pt x="323" y="130"/>
                        <a:pt x="321" y="126"/>
                        <a:pt x="318" y="125"/>
                      </a:cubicBezTo>
                      <a:cubicBezTo>
                        <a:pt x="301" y="117"/>
                        <a:pt x="285" y="111"/>
                        <a:pt x="268" y="109"/>
                      </a:cubicBezTo>
                      <a:cubicBezTo>
                        <a:pt x="251" y="107"/>
                        <a:pt x="235" y="108"/>
                        <a:pt x="218" y="112"/>
                      </a:cubicBezTo>
                      <a:cubicBezTo>
                        <a:pt x="215" y="113"/>
                        <a:pt x="213" y="116"/>
                        <a:pt x="214" y="120"/>
                      </a:cubicBezTo>
                      <a:cubicBezTo>
                        <a:pt x="216" y="123"/>
                        <a:pt x="219" y="125"/>
                        <a:pt x="223" y="125"/>
                      </a:cubicBezTo>
                      <a:close/>
                      <a:moveTo>
                        <a:pt x="223" y="94"/>
                      </a:moveTo>
                      <a:cubicBezTo>
                        <a:pt x="238" y="90"/>
                        <a:pt x="253" y="89"/>
                        <a:pt x="268" y="91"/>
                      </a:cubicBezTo>
                      <a:cubicBezTo>
                        <a:pt x="283" y="93"/>
                        <a:pt x="298" y="98"/>
                        <a:pt x="313" y="106"/>
                      </a:cubicBezTo>
                      <a:cubicBezTo>
                        <a:pt x="317" y="107"/>
                        <a:pt x="320" y="106"/>
                        <a:pt x="321" y="103"/>
                      </a:cubicBezTo>
                      <a:cubicBezTo>
                        <a:pt x="323" y="100"/>
                        <a:pt x="321" y="96"/>
                        <a:pt x="318" y="94"/>
                      </a:cubicBezTo>
                      <a:cubicBezTo>
                        <a:pt x="301" y="86"/>
                        <a:pt x="285" y="81"/>
                        <a:pt x="268" y="79"/>
                      </a:cubicBezTo>
                      <a:cubicBezTo>
                        <a:pt x="251" y="76"/>
                        <a:pt x="235" y="77"/>
                        <a:pt x="218" y="81"/>
                      </a:cubicBezTo>
                      <a:cubicBezTo>
                        <a:pt x="215" y="82"/>
                        <a:pt x="213" y="86"/>
                        <a:pt x="214" y="89"/>
                      </a:cubicBezTo>
                      <a:cubicBezTo>
                        <a:pt x="216" y="93"/>
                        <a:pt x="219" y="95"/>
                        <a:pt x="223" y="94"/>
                      </a:cubicBezTo>
                      <a:close/>
                      <a:moveTo>
                        <a:pt x="223" y="62"/>
                      </a:moveTo>
                      <a:cubicBezTo>
                        <a:pt x="238" y="58"/>
                        <a:pt x="253" y="58"/>
                        <a:pt x="268" y="60"/>
                      </a:cubicBezTo>
                      <a:cubicBezTo>
                        <a:pt x="283" y="62"/>
                        <a:pt x="298" y="66"/>
                        <a:pt x="313" y="74"/>
                      </a:cubicBezTo>
                      <a:cubicBezTo>
                        <a:pt x="317" y="75"/>
                        <a:pt x="320" y="74"/>
                        <a:pt x="321" y="71"/>
                      </a:cubicBezTo>
                      <a:cubicBezTo>
                        <a:pt x="323" y="68"/>
                        <a:pt x="321" y="64"/>
                        <a:pt x="318" y="62"/>
                      </a:cubicBezTo>
                      <a:cubicBezTo>
                        <a:pt x="301" y="54"/>
                        <a:pt x="285" y="49"/>
                        <a:pt x="268" y="47"/>
                      </a:cubicBezTo>
                      <a:cubicBezTo>
                        <a:pt x="251" y="45"/>
                        <a:pt x="235" y="45"/>
                        <a:pt x="218" y="50"/>
                      </a:cubicBezTo>
                      <a:cubicBezTo>
                        <a:pt x="215" y="50"/>
                        <a:pt x="213" y="54"/>
                        <a:pt x="214" y="57"/>
                      </a:cubicBezTo>
                      <a:cubicBezTo>
                        <a:pt x="216" y="61"/>
                        <a:pt x="219" y="63"/>
                        <a:pt x="223" y="62"/>
                      </a:cubicBezTo>
                      <a:close/>
                      <a:moveTo>
                        <a:pt x="106" y="25"/>
                      </a:moveTo>
                      <a:cubicBezTo>
                        <a:pt x="129" y="22"/>
                        <a:pt x="152" y="24"/>
                        <a:pt x="174" y="30"/>
                      </a:cubicBezTo>
                      <a:cubicBezTo>
                        <a:pt x="174" y="243"/>
                        <a:pt x="174" y="243"/>
                        <a:pt x="174" y="243"/>
                      </a:cubicBezTo>
                      <a:cubicBezTo>
                        <a:pt x="154" y="236"/>
                        <a:pt x="129" y="236"/>
                        <a:pt x="104" y="239"/>
                      </a:cubicBezTo>
                      <a:cubicBezTo>
                        <a:pt x="79" y="241"/>
                        <a:pt x="53" y="247"/>
                        <a:pt x="33" y="252"/>
                      </a:cubicBezTo>
                      <a:cubicBezTo>
                        <a:pt x="33" y="46"/>
                        <a:pt x="33" y="46"/>
                        <a:pt x="33" y="46"/>
                      </a:cubicBezTo>
                      <a:cubicBezTo>
                        <a:pt x="55" y="35"/>
                        <a:pt x="80" y="27"/>
                        <a:pt x="106" y="25"/>
                      </a:cubicBezTo>
                      <a:close/>
                      <a:moveTo>
                        <a:pt x="294" y="242"/>
                      </a:moveTo>
                      <a:cubicBezTo>
                        <a:pt x="288" y="206"/>
                        <a:pt x="288" y="206"/>
                        <a:pt x="288" y="206"/>
                      </a:cubicBezTo>
                      <a:cubicBezTo>
                        <a:pt x="285" y="192"/>
                        <a:pt x="285" y="192"/>
                        <a:pt x="285" y="192"/>
                      </a:cubicBezTo>
                      <a:cubicBezTo>
                        <a:pt x="299" y="193"/>
                        <a:pt x="299" y="193"/>
                        <a:pt x="299" y="193"/>
                      </a:cubicBezTo>
                      <a:cubicBezTo>
                        <a:pt x="337" y="195"/>
                        <a:pt x="337" y="195"/>
                        <a:pt x="337" y="195"/>
                      </a:cubicBezTo>
                      <a:cubicBezTo>
                        <a:pt x="337" y="46"/>
                        <a:pt x="337" y="46"/>
                        <a:pt x="337" y="46"/>
                      </a:cubicBezTo>
                      <a:cubicBezTo>
                        <a:pt x="315" y="35"/>
                        <a:pt x="290" y="27"/>
                        <a:pt x="265" y="25"/>
                      </a:cubicBezTo>
                      <a:cubicBezTo>
                        <a:pt x="242" y="22"/>
                        <a:pt x="219" y="24"/>
                        <a:pt x="196" y="30"/>
                      </a:cubicBezTo>
                      <a:cubicBezTo>
                        <a:pt x="196" y="243"/>
                        <a:pt x="196" y="243"/>
                        <a:pt x="196" y="243"/>
                      </a:cubicBezTo>
                      <a:cubicBezTo>
                        <a:pt x="217" y="236"/>
                        <a:pt x="242" y="236"/>
                        <a:pt x="267" y="239"/>
                      </a:cubicBezTo>
                      <a:cubicBezTo>
                        <a:pt x="276" y="240"/>
                        <a:pt x="285" y="241"/>
                        <a:pt x="294" y="242"/>
                      </a:cubicBezTo>
                      <a:close/>
                      <a:moveTo>
                        <a:pt x="332" y="217"/>
                      </a:moveTo>
                      <a:cubicBezTo>
                        <a:pt x="312" y="216"/>
                        <a:pt x="312" y="216"/>
                        <a:pt x="312" y="216"/>
                      </a:cubicBezTo>
                      <a:cubicBezTo>
                        <a:pt x="315" y="236"/>
                        <a:pt x="315" y="236"/>
                        <a:pt x="315" y="236"/>
                      </a:cubicBezTo>
                      <a:cubicBezTo>
                        <a:pt x="332" y="217"/>
                        <a:pt x="332" y="217"/>
                        <a:pt x="332" y="217"/>
                      </a:cubicBezTo>
                      <a:close/>
                      <a:moveTo>
                        <a:pt x="148" y="154"/>
                      </a:moveTo>
                      <a:cubicBezTo>
                        <a:pt x="151" y="155"/>
                        <a:pt x="155" y="153"/>
                        <a:pt x="156" y="149"/>
                      </a:cubicBezTo>
                      <a:cubicBezTo>
                        <a:pt x="157" y="146"/>
                        <a:pt x="155" y="142"/>
                        <a:pt x="152" y="141"/>
                      </a:cubicBezTo>
                      <a:cubicBezTo>
                        <a:pt x="136" y="138"/>
                        <a:pt x="119" y="137"/>
                        <a:pt x="102" y="140"/>
                      </a:cubicBezTo>
                      <a:cubicBezTo>
                        <a:pt x="86" y="143"/>
                        <a:pt x="69" y="148"/>
                        <a:pt x="53" y="157"/>
                      </a:cubicBezTo>
                      <a:cubicBezTo>
                        <a:pt x="49" y="159"/>
                        <a:pt x="48" y="162"/>
                        <a:pt x="49" y="166"/>
                      </a:cubicBezTo>
                      <a:cubicBezTo>
                        <a:pt x="50" y="169"/>
                        <a:pt x="54" y="170"/>
                        <a:pt x="57" y="168"/>
                      </a:cubicBezTo>
                      <a:cubicBezTo>
                        <a:pt x="72" y="160"/>
                        <a:pt x="87" y="155"/>
                        <a:pt x="102" y="153"/>
                      </a:cubicBezTo>
                      <a:cubicBezTo>
                        <a:pt x="117" y="150"/>
                        <a:pt x="132" y="151"/>
                        <a:pt x="148" y="154"/>
                      </a:cubicBezTo>
                      <a:close/>
                      <a:moveTo>
                        <a:pt x="148" y="123"/>
                      </a:moveTo>
                      <a:cubicBezTo>
                        <a:pt x="151" y="124"/>
                        <a:pt x="155" y="121"/>
                        <a:pt x="156" y="118"/>
                      </a:cubicBezTo>
                      <a:cubicBezTo>
                        <a:pt x="157" y="115"/>
                        <a:pt x="155" y="111"/>
                        <a:pt x="152" y="110"/>
                      </a:cubicBezTo>
                      <a:cubicBezTo>
                        <a:pt x="136" y="107"/>
                        <a:pt x="119" y="106"/>
                        <a:pt x="102" y="109"/>
                      </a:cubicBezTo>
                      <a:cubicBezTo>
                        <a:pt x="86" y="111"/>
                        <a:pt x="69" y="117"/>
                        <a:pt x="53" y="126"/>
                      </a:cubicBezTo>
                      <a:cubicBezTo>
                        <a:pt x="49" y="127"/>
                        <a:pt x="48" y="131"/>
                        <a:pt x="49" y="134"/>
                      </a:cubicBezTo>
                      <a:cubicBezTo>
                        <a:pt x="50" y="138"/>
                        <a:pt x="54" y="139"/>
                        <a:pt x="57" y="137"/>
                      </a:cubicBezTo>
                      <a:cubicBezTo>
                        <a:pt x="72" y="129"/>
                        <a:pt x="87" y="124"/>
                        <a:pt x="102" y="122"/>
                      </a:cubicBezTo>
                      <a:cubicBezTo>
                        <a:pt x="117" y="119"/>
                        <a:pt x="132" y="120"/>
                        <a:pt x="148" y="123"/>
                      </a:cubicBezTo>
                      <a:close/>
                      <a:moveTo>
                        <a:pt x="148" y="92"/>
                      </a:moveTo>
                      <a:cubicBezTo>
                        <a:pt x="132" y="89"/>
                        <a:pt x="117" y="89"/>
                        <a:pt x="102" y="91"/>
                      </a:cubicBezTo>
                      <a:cubicBezTo>
                        <a:pt x="87" y="93"/>
                        <a:pt x="72" y="99"/>
                        <a:pt x="57" y="106"/>
                      </a:cubicBezTo>
                      <a:cubicBezTo>
                        <a:pt x="54" y="108"/>
                        <a:pt x="50" y="107"/>
                        <a:pt x="49" y="104"/>
                      </a:cubicBezTo>
                      <a:cubicBezTo>
                        <a:pt x="48" y="101"/>
                        <a:pt x="49" y="97"/>
                        <a:pt x="53" y="95"/>
                      </a:cubicBezTo>
                      <a:cubicBezTo>
                        <a:pt x="69" y="87"/>
                        <a:pt x="86" y="81"/>
                        <a:pt x="102" y="78"/>
                      </a:cubicBezTo>
                      <a:cubicBezTo>
                        <a:pt x="119" y="76"/>
                        <a:pt x="136" y="76"/>
                        <a:pt x="152" y="80"/>
                      </a:cubicBezTo>
                      <a:cubicBezTo>
                        <a:pt x="155" y="80"/>
                        <a:pt x="157" y="84"/>
                        <a:pt x="156" y="87"/>
                      </a:cubicBezTo>
                      <a:cubicBezTo>
                        <a:pt x="155" y="91"/>
                        <a:pt x="151" y="93"/>
                        <a:pt x="148" y="92"/>
                      </a:cubicBezTo>
                      <a:close/>
                    </a:path>
                  </a:pathLst>
                </a:custGeom>
                <a:solidFill>
                  <a:schemeClr val="bg1"/>
                </a:solidFill>
                <a:ln>
                  <a:noFill/>
                </a:ln>
              </p:spPr>
              <p:txBody>
                <a:bodyPr vert="horz" wrap="square" lIns="67204" tIns="33602" rIns="67204" bIns="33602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 sz="975">
                    <a:cs typeface="+mn-ea"/>
                    <a:sym typeface="+mn-lt"/>
                  </a:endParaRPr>
                </a:p>
              </p:txBody>
            </p:sp>
          </p:grpSp>
          <p:sp>
            <p:nvSpPr>
              <p:cNvPr id="32" name="矩形 31"/>
              <p:cNvSpPr/>
              <p:nvPr/>
            </p:nvSpPr>
            <p:spPr>
              <a:xfrm>
                <a:off x="1116187" y="3128885"/>
                <a:ext cx="2664295" cy="706024"/>
              </a:xfrm>
              <a:prstGeom prst="rect">
                <a:avLst/>
              </a:prstGeom>
            </p:spPr>
            <p:txBody>
              <a:bodyPr wrap="square" lIns="89597" tIns="44798" rIns="89597" bIns="44798">
                <a:spAutoFit/>
              </a:bodyPr>
              <a:lstStyle/>
              <a:p>
                <a:pPr algn="just">
                  <a:lnSpc>
                    <a:spcPct val="150000"/>
                  </a:lnSpc>
                </a:pPr>
                <a:r>
                  <a:rPr lang="zh-TW" altLang="en-US" sz="2000" b="1" dirty="0">
                    <a:latin typeface="微軟正黑體" panose="020B0604030504040204" pitchFamily="34" charset="-120"/>
                    <a:ea typeface="微軟正黑體" panose="020B0604030504040204" pitchFamily="34" charset="-120"/>
                    <a:cs typeface="+mn-ea"/>
                    <a:sym typeface="+mn-lt"/>
                  </a:rPr>
                  <a:t>標籤</a:t>
                </a:r>
                <a:endParaRPr lang="en-US" altLang="zh-TW" sz="2000" b="1" dirty="0" smtClean="0">
                  <a:latin typeface="微軟正黑體" panose="020B0604030504040204" pitchFamily="34" charset="-120"/>
                  <a:ea typeface="微軟正黑體" panose="020B0604030504040204" pitchFamily="34" charset="-120"/>
                  <a:cs typeface="+mn-ea"/>
                  <a:sym typeface="+mn-lt"/>
                </a:endParaRPr>
              </a:p>
              <a:p>
                <a:pPr algn="just">
                  <a:lnSpc>
                    <a:spcPts val="1176"/>
                  </a:lnSpc>
                </a:pPr>
                <a:r>
                  <a:rPr lang="en-US" altLang="zh-TW" sz="1500" dirty="0" smtClean="0">
                    <a:latin typeface="微軟正黑體" panose="020B0604030504040204" pitchFamily="34" charset="-120"/>
                    <a:ea typeface="微軟正黑體" panose="020B0604030504040204" pitchFamily="34" charset="-120"/>
                    <a:cs typeface="+mn-ea"/>
                    <a:sym typeface="+mn-lt"/>
                  </a:rPr>
                  <a:t>Price</a:t>
                </a:r>
              </a:p>
            </p:txBody>
          </p:sp>
        </p:grpSp>
      </p:grpSp>
      <p:sp>
        <p:nvSpPr>
          <p:cNvPr id="35" name="文字方塊 34"/>
          <p:cNvSpPr txBox="1"/>
          <p:nvPr/>
        </p:nvSpPr>
        <p:spPr>
          <a:xfrm>
            <a:off x="5364658" y="4645263"/>
            <a:ext cx="2664296" cy="3231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TW" altLang="en-US" sz="1500" dirty="0" smtClean="0"/>
              <a:t>來源：</a:t>
            </a:r>
            <a:r>
              <a:rPr lang="en-US" altLang="zh-TW" sz="1500" dirty="0">
                <a:hlinkClick r:id="rId6"/>
              </a:rPr>
              <a:t>Diamonds | </a:t>
            </a:r>
            <a:r>
              <a:rPr lang="en-US" altLang="zh-TW" sz="1500" dirty="0" err="1">
                <a:hlinkClick r:id="rId6"/>
              </a:rPr>
              <a:t>Kaggle</a:t>
            </a:r>
            <a:endParaRPr lang="zh-TW" altLang="en-US" sz="1500" dirty="0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151407298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74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-38702" y="19047"/>
            <a:ext cx="9078530" cy="50006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矩形 1"/>
          <p:cNvSpPr/>
          <p:nvPr/>
        </p:nvSpPr>
        <p:spPr>
          <a:xfrm>
            <a:off x="1764258" y="1512044"/>
            <a:ext cx="5256584" cy="2448272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grpSp>
        <p:nvGrpSpPr>
          <p:cNvPr id="4" name="群組 3"/>
          <p:cNvGrpSpPr/>
          <p:nvPr/>
        </p:nvGrpSpPr>
        <p:grpSpPr>
          <a:xfrm>
            <a:off x="1614617" y="1709928"/>
            <a:ext cx="5771891" cy="1620456"/>
            <a:chOff x="2257063" y="1620456"/>
            <a:chExt cx="5771891" cy="1620456"/>
          </a:xfrm>
        </p:grpSpPr>
        <p:sp>
          <p:nvSpPr>
            <p:cNvPr id="3" name="椭圆 2"/>
            <p:cNvSpPr/>
            <p:nvPr/>
          </p:nvSpPr>
          <p:spPr>
            <a:xfrm>
              <a:off x="2257063" y="1620456"/>
              <a:ext cx="1620456" cy="1620456"/>
            </a:xfrm>
            <a:prstGeom prst="ellipse">
              <a:avLst/>
            </a:prstGeom>
            <a:noFill/>
            <a:ln>
              <a:solidFill>
                <a:srgbClr val="3B3837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6000" dirty="0" smtClean="0">
                  <a:solidFill>
                    <a:srgbClr val="3B3837"/>
                  </a:solidFill>
                  <a:cs typeface="+mn-ea"/>
                  <a:sym typeface="+mn-lt"/>
                </a:rPr>
                <a:t>0</a:t>
              </a:r>
              <a:r>
                <a:rPr lang="en-US" altLang="zh-TW" sz="6000" dirty="0" smtClean="0">
                  <a:solidFill>
                    <a:srgbClr val="3B3837"/>
                  </a:solidFill>
                  <a:cs typeface="+mn-ea"/>
                  <a:sym typeface="+mn-lt"/>
                </a:rPr>
                <a:t>3</a:t>
              </a:r>
              <a:endParaRPr lang="zh-CN" altLang="en-US" sz="6000" dirty="0">
                <a:solidFill>
                  <a:srgbClr val="3B3837"/>
                </a:solidFill>
                <a:cs typeface="+mn-ea"/>
                <a:sym typeface="+mn-lt"/>
              </a:endParaRPr>
            </a:p>
          </p:txBody>
        </p:sp>
        <p:sp>
          <p:nvSpPr>
            <p:cNvPr id="6" name="Rectangle 36"/>
            <p:cNvSpPr/>
            <p:nvPr/>
          </p:nvSpPr>
          <p:spPr>
            <a:xfrm>
              <a:off x="3924498" y="2232124"/>
              <a:ext cx="4104456" cy="622048"/>
            </a:xfrm>
            <a:prstGeom prst="rect">
              <a:avLst/>
            </a:prstGeom>
            <a:noFill/>
          </p:spPr>
          <p:txBody>
            <a:bodyPr wrap="square" lIns="67391" tIns="33696" rIns="67391" bIns="33696">
              <a:spAutoFit/>
            </a:bodyPr>
            <a:lstStyle/>
            <a:p>
              <a:pPr algn="ctr">
                <a:defRPr/>
              </a:pPr>
              <a:r>
                <a:rPr lang="zh-TW" altLang="en-US" sz="3600" b="1" kern="0" dirty="0">
                  <a:solidFill>
                    <a:srgbClr val="3B3837"/>
                  </a:solidFill>
                  <a:latin typeface="微軟正黑體" panose="020B0604030504040204" pitchFamily="34" charset="-120"/>
                  <a:ea typeface="微軟正黑體" panose="020B0604030504040204" pitchFamily="34" charset="-120"/>
                  <a:cs typeface="+mn-ea"/>
                  <a:sym typeface="+mn-lt"/>
                </a:rPr>
                <a:t>分析方法與</a:t>
              </a:r>
              <a:r>
                <a:rPr lang="zh-TW" altLang="en-US" sz="3600" b="1" kern="0" dirty="0" smtClean="0">
                  <a:solidFill>
                    <a:srgbClr val="3B3837"/>
                  </a:solidFill>
                  <a:latin typeface="微軟正黑體" panose="020B0604030504040204" pitchFamily="34" charset="-120"/>
                  <a:ea typeface="微軟正黑體" panose="020B0604030504040204" pitchFamily="34" charset="-120"/>
                  <a:cs typeface="+mn-ea"/>
                  <a:sym typeface="+mn-lt"/>
                </a:rPr>
                <a:t>流程</a:t>
              </a:r>
              <a:endParaRPr lang="zh-CN" altLang="en-US" sz="3600" b="1" kern="0" dirty="0">
                <a:solidFill>
                  <a:srgbClr val="3B3837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+mn-ea"/>
                <a:sym typeface="+mn-lt"/>
              </a:endParaRPr>
            </a:p>
          </p:txBody>
        </p:sp>
      </p:grpSp>
      <p:pic>
        <p:nvPicPr>
          <p:cNvPr id="7" name="图片 18"/>
          <p:cNvPicPr>
            <a:picLocks noChangeAspect="1"/>
          </p:cNvPicPr>
          <p:nvPr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 rot="164082">
            <a:off x="5665965" y="585586"/>
            <a:ext cx="417902" cy="5663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8975170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矩形 12"/>
          <p:cNvSpPr/>
          <p:nvPr/>
        </p:nvSpPr>
        <p:spPr>
          <a:xfrm>
            <a:off x="-1" y="3434665"/>
            <a:ext cx="9001125" cy="1605771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pic>
        <p:nvPicPr>
          <p:cNvPr id="7" name="图片 6"/>
          <p:cNvPicPr>
            <a:picLocks noChangeAspect="1"/>
          </p:cNvPicPr>
          <p:nvPr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 rot="19459551">
            <a:off x="294107" y="130090"/>
            <a:ext cx="363036" cy="507865"/>
          </a:xfrm>
          <a:prstGeom prst="rect">
            <a:avLst/>
          </a:prstGeom>
        </p:spPr>
      </p:pic>
      <p:sp>
        <p:nvSpPr>
          <p:cNvPr id="8" name="Rectangle 36"/>
          <p:cNvSpPr/>
          <p:nvPr/>
        </p:nvSpPr>
        <p:spPr>
          <a:xfrm>
            <a:off x="540122" y="287908"/>
            <a:ext cx="1440160" cy="345049"/>
          </a:xfrm>
          <a:prstGeom prst="rect">
            <a:avLst/>
          </a:prstGeom>
          <a:noFill/>
        </p:spPr>
        <p:txBody>
          <a:bodyPr wrap="square" lIns="67391" tIns="33696" rIns="67391" bIns="33696">
            <a:spAutoFit/>
          </a:bodyPr>
          <a:lstStyle/>
          <a:p>
            <a:pPr algn="ctr">
              <a:defRPr/>
            </a:pPr>
            <a:r>
              <a:rPr lang="zh-TW" altLang="en-US" sz="1800" b="1" kern="0" dirty="0" smtClean="0">
                <a:solidFill>
                  <a:srgbClr val="3B3837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+mn-ea"/>
                <a:sym typeface="+mn-lt"/>
              </a:rPr>
              <a:t> </a:t>
            </a:r>
            <a:r>
              <a:rPr lang="zh-TW" altLang="en-US" sz="1800" b="1" kern="0" dirty="0">
                <a:solidFill>
                  <a:srgbClr val="3B3837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+mn-ea"/>
                <a:sym typeface="+mn-lt"/>
              </a:rPr>
              <a:t>分析方法</a:t>
            </a:r>
            <a:endParaRPr lang="zh-CN" altLang="en-US" sz="1800" b="1" kern="0" dirty="0">
              <a:solidFill>
                <a:srgbClr val="3B3837"/>
              </a:solidFill>
              <a:latin typeface="微軟正黑體" panose="020B0604030504040204" pitchFamily="34" charset="-120"/>
              <a:ea typeface="微軟正黑體" panose="020B0604030504040204" pitchFamily="34" charset="-120"/>
              <a:cs typeface="+mn-ea"/>
              <a:sym typeface="+mn-lt"/>
            </a:endParaRPr>
          </a:p>
        </p:txBody>
      </p:sp>
      <p:grpSp>
        <p:nvGrpSpPr>
          <p:cNvPr id="5" name="群組 4"/>
          <p:cNvGrpSpPr/>
          <p:nvPr/>
        </p:nvGrpSpPr>
        <p:grpSpPr>
          <a:xfrm>
            <a:off x="380554" y="1249164"/>
            <a:ext cx="8240016" cy="2930842"/>
            <a:chOff x="353446" y="1249164"/>
            <a:chExt cx="8240016" cy="2930842"/>
          </a:xfrm>
        </p:grpSpPr>
        <p:pic>
          <p:nvPicPr>
            <p:cNvPr id="2" name="圖片 1"/>
            <p:cNvPicPr>
              <a:picLocks noChangeAspect="1"/>
            </p:cNvPicPr>
            <p:nvPr/>
          </p:nvPicPr>
          <p:blipFill>
            <a:blip r:embed="rId5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353446" y="1249164"/>
              <a:ext cx="2571605" cy="2592288"/>
            </a:xfrm>
            <a:prstGeom prst="rect">
              <a:avLst/>
            </a:prstGeom>
          </p:spPr>
        </p:pic>
        <p:sp>
          <p:nvSpPr>
            <p:cNvPr id="4" name="文字方塊 3"/>
            <p:cNvSpPr txBox="1"/>
            <p:nvPr/>
          </p:nvSpPr>
          <p:spPr>
            <a:xfrm>
              <a:off x="518913" y="3841452"/>
              <a:ext cx="2240669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>
                <a:defRPr/>
              </a:pPr>
              <a:r>
                <a:rPr lang="zh-TW" altLang="en-US" b="1" kern="0" dirty="0">
                  <a:solidFill>
                    <a:srgbClr val="3B3837"/>
                  </a:solidFill>
                  <a:latin typeface="微軟正黑體" panose="020B0604030504040204" pitchFamily="34" charset="-120"/>
                  <a:ea typeface="微軟正黑體" panose="020B0604030504040204" pitchFamily="34" charset="-120"/>
                  <a:cs typeface="+mn-ea"/>
                  <a:sym typeface="+mn-lt"/>
                </a:rPr>
                <a:t> </a:t>
              </a:r>
              <a:r>
                <a:rPr lang="en-US" altLang="zh-TW" b="1" kern="0" dirty="0">
                  <a:solidFill>
                    <a:srgbClr val="3B3837"/>
                  </a:solidFill>
                  <a:latin typeface="微軟正黑體" panose="020B0604030504040204" pitchFamily="34" charset="-120"/>
                  <a:ea typeface="微軟正黑體" panose="020B0604030504040204" pitchFamily="34" charset="-120"/>
                  <a:cs typeface="+mn-ea"/>
                  <a:sym typeface="+mn-lt"/>
                </a:rPr>
                <a:t>SVM</a:t>
              </a:r>
              <a:r>
                <a:rPr lang="zh-TW" altLang="en-US" b="1" kern="0" dirty="0">
                  <a:solidFill>
                    <a:srgbClr val="3B3837"/>
                  </a:solidFill>
                  <a:latin typeface="微軟正黑體" panose="020B0604030504040204" pitchFamily="34" charset="-120"/>
                  <a:ea typeface="微軟正黑體" panose="020B0604030504040204" pitchFamily="34" charset="-120"/>
                  <a:cs typeface="+mn-ea"/>
                  <a:sym typeface="+mn-lt"/>
                </a:rPr>
                <a:t>、</a:t>
              </a:r>
              <a:r>
                <a:rPr lang="en-US" altLang="zh-TW" b="1" kern="0" dirty="0">
                  <a:solidFill>
                    <a:srgbClr val="3B3837"/>
                  </a:solidFill>
                  <a:latin typeface="微軟正黑體" panose="020B0604030504040204" pitchFamily="34" charset="-120"/>
                  <a:ea typeface="微軟正黑體" panose="020B0604030504040204" pitchFamily="34" charset="-120"/>
                  <a:cs typeface="+mn-ea"/>
                  <a:sym typeface="+mn-lt"/>
                </a:rPr>
                <a:t>KNN</a:t>
              </a:r>
              <a:r>
                <a:rPr lang="zh-TW" altLang="en-US" b="1" kern="0" dirty="0">
                  <a:solidFill>
                    <a:srgbClr val="3B3837"/>
                  </a:solidFill>
                  <a:latin typeface="微軟正黑體" panose="020B0604030504040204" pitchFamily="34" charset="-120"/>
                  <a:ea typeface="微軟正黑體" panose="020B0604030504040204" pitchFamily="34" charset="-120"/>
                  <a:cs typeface="+mn-ea"/>
                  <a:sym typeface="+mn-lt"/>
                </a:rPr>
                <a:t>、羅吉斯</a:t>
              </a:r>
              <a:endParaRPr lang="zh-CN" altLang="en-US" b="1" kern="0" dirty="0">
                <a:solidFill>
                  <a:srgbClr val="3B3837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+mn-ea"/>
                <a:sym typeface="+mn-lt"/>
              </a:endParaRPr>
            </a:p>
          </p:txBody>
        </p:sp>
        <p:pic>
          <p:nvPicPr>
            <p:cNvPr id="9" name="圖片 8"/>
            <p:cNvPicPr>
              <a:picLocks noChangeAspect="1"/>
            </p:cNvPicPr>
            <p:nvPr/>
          </p:nvPicPr>
          <p:blipFill>
            <a:blip r:embed="rId6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3269452" y="1254185"/>
              <a:ext cx="2588886" cy="2592288"/>
            </a:xfrm>
            <a:prstGeom prst="rect">
              <a:avLst/>
            </a:prstGeom>
          </p:spPr>
        </p:pic>
        <p:sp>
          <p:nvSpPr>
            <p:cNvPr id="10" name="文字方塊 9"/>
            <p:cNvSpPr txBox="1"/>
            <p:nvPr/>
          </p:nvSpPr>
          <p:spPr>
            <a:xfrm>
              <a:off x="4271589" y="3841452"/>
              <a:ext cx="584612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TW" dirty="0" smtClean="0"/>
                <a:t>LDA</a:t>
              </a:r>
              <a:r>
                <a:rPr lang="zh-TW" altLang="en-US" dirty="0" smtClean="0"/>
                <a:t> </a:t>
              </a:r>
              <a:endParaRPr lang="zh-TW" altLang="en-US" dirty="0"/>
            </a:p>
          </p:txBody>
        </p:sp>
        <p:pic>
          <p:nvPicPr>
            <p:cNvPr id="11" name="圖片 10"/>
            <p:cNvPicPr>
              <a:picLocks noChangeAspect="1"/>
            </p:cNvPicPr>
            <p:nvPr/>
          </p:nvPicPr>
          <p:blipFill>
            <a:blip r:embed="rId7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228754" y="1249164"/>
              <a:ext cx="2364708" cy="2592000"/>
            </a:xfrm>
            <a:prstGeom prst="rect">
              <a:avLst/>
            </a:prstGeom>
          </p:spPr>
        </p:pic>
        <p:sp>
          <p:nvSpPr>
            <p:cNvPr id="12" name="文字方塊 11"/>
            <p:cNvSpPr txBox="1"/>
            <p:nvPr/>
          </p:nvSpPr>
          <p:spPr>
            <a:xfrm>
              <a:off x="6994173" y="3828331"/>
              <a:ext cx="833870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TW" altLang="en-US" dirty="0"/>
                <a:t>決策樹</a:t>
              </a:r>
              <a:r>
                <a:rPr lang="zh-TW" altLang="en-US" dirty="0" smtClean="0"/>
                <a:t> </a:t>
              </a:r>
              <a:endParaRPr lang="zh-TW" altLang="en-US" dirty="0"/>
            </a:p>
          </p:txBody>
        </p:sp>
      </p:grpSp>
    </p:spTree>
    <p:custDataLst>
      <p:tags r:id="rId1"/>
    </p:custDataLst>
    <p:extLst>
      <p:ext uri="{BB962C8B-B14F-4D97-AF65-F5344CB8AC3E}">
        <p14:creationId xmlns:p14="http://schemas.microsoft.com/office/powerpoint/2010/main" val="233831564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图片 6"/>
          <p:cNvPicPr>
            <a:picLocks noChangeAspect="1"/>
          </p:cNvPicPr>
          <p:nvPr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 rot="19459551">
            <a:off x="294107" y="130090"/>
            <a:ext cx="363036" cy="507865"/>
          </a:xfrm>
          <a:prstGeom prst="rect">
            <a:avLst/>
          </a:prstGeom>
        </p:spPr>
      </p:pic>
      <p:sp>
        <p:nvSpPr>
          <p:cNvPr id="8" name="Rectangle 36"/>
          <p:cNvSpPr/>
          <p:nvPr/>
        </p:nvSpPr>
        <p:spPr>
          <a:xfrm>
            <a:off x="540122" y="287908"/>
            <a:ext cx="3528392" cy="345049"/>
          </a:xfrm>
          <a:prstGeom prst="rect">
            <a:avLst/>
          </a:prstGeom>
          <a:noFill/>
        </p:spPr>
        <p:txBody>
          <a:bodyPr wrap="square" lIns="67391" tIns="33696" rIns="67391" bIns="33696">
            <a:spAutoFit/>
          </a:bodyPr>
          <a:lstStyle/>
          <a:p>
            <a:pPr algn="ctr">
              <a:defRPr/>
            </a:pPr>
            <a:r>
              <a:rPr lang="zh-TW" altLang="en-US" sz="1800" b="1" kern="0" dirty="0" smtClean="0">
                <a:solidFill>
                  <a:srgbClr val="3B3837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+mn-ea"/>
                <a:sym typeface="+mn-lt"/>
              </a:rPr>
              <a:t>資料預處理 </a:t>
            </a:r>
            <a:r>
              <a:rPr lang="en-US" altLang="zh-TW" sz="1800" b="1" kern="0" dirty="0" smtClean="0">
                <a:solidFill>
                  <a:srgbClr val="3B3837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+mn-ea"/>
                <a:sym typeface="+mn-lt"/>
              </a:rPr>
              <a:t>—</a:t>
            </a:r>
            <a:r>
              <a:rPr lang="zh-TW" altLang="en-US" sz="1800" b="1" kern="0" dirty="0" smtClean="0">
                <a:solidFill>
                  <a:srgbClr val="3B3837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+mn-ea"/>
                <a:sym typeface="+mn-lt"/>
              </a:rPr>
              <a:t> 空值補上平均數</a:t>
            </a:r>
            <a:endParaRPr lang="zh-CN" altLang="en-US" sz="1800" b="1" kern="0" dirty="0">
              <a:solidFill>
                <a:srgbClr val="3B3837"/>
              </a:solidFill>
              <a:latin typeface="微軟正黑體" panose="020B0604030504040204" pitchFamily="34" charset="-120"/>
              <a:ea typeface="微軟正黑體" panose="020B0604030504040204" pitchFamily="34" charset="-120"/>
              <a:cs typeface="+mn-ea"/>
              <a:sym typeface="+mn-lt"/>
            </a:endParaRPr>
          </a:p>
        </p:txBody>
      </p:sp>
      <p:pic>
        <p:nvPicPr>
          <p:cNvPr id="2" name="圖片 1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84137" y="935980"/>
            <a:ext cx="3311589" cy="3488113"/>
          </a:xfrm>
          <a:prstGeom prst="rect">
            <a:avLst/>
          </a:prstGeom>
        </p:spPr>
      </p:pic>
      <p:pic>
        <p:nvPicPr>
          <p:cNvPr id="3" name="圖片 2"/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25319" y="287908"/>
            <a:ext cx="4320480" cy="1987716"/>
          </a:xfrm>
          <a:prstGeom prst="rect">
            <a:avLst/>
          </a:prstGeom>
        </p:spPr>
      </p:pic>
      <p:pic>
        <p:nvPicPr>
          <p:cNvPr id="4" name="圖片 3"/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25319" y="2808188"/>
            <a:ext cx="4320480" cy="1627075"/>
          </a:xfrm>
          <a:prstGeom prst="rect">
            <a:avLst/>
          </a:prstGeom>
        </p:spPr>
      </p:pic>
      <p:sp>
        <p:nvSpPr>
          <p:cNvPr id="5" name="文字方塊 4"/>
          <p:cNvSpPr txBox="1"/>
          <p:nvPr/>
        </p:nvSpPr>
        <p:spPr>
          <a:xfrm>
            <a:off x="1836264" y="4424093"/>
            <a:ext cx="1007333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dirty="0" smtClean="0"/>
              <a:t>temp.py</a:t>
            </a:r>
          </a:p>
        </p:txBody>
      </p:sp>
      <p:sp>
        <p:nvSpPr>
          <p:cNvPr id="6" name="文字方塊 5"/>
          <p:cNvSpPr txBox="1"/>
          <p:nvPr/>
        </p:nvSpPr>
        <p:spPr>
          <a:xfrm>
            <a:off x="7233631" y="2285082"/>
            <a:ext cx="1512168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dirty="0" smtClean="0"/>
              <a:t>diamonds.csv</a:t>
            </a:r>
            <a:endParaRPr lang="zh-TW" altLang="en-US" dirty="0"/>
          </a:p>
        </p:txBody>
      </p:sp>
      <p:sp>
        <p:nvSpPr>
          <p:cNvPr id="9" name="文字方塊 8"/>
          <p:cNvSpPr txBox="1"/>
          <p:nvPr/>
        </p:nvSpPr>
        <p:spPr>
          <a:xfrm>
            <a:off x="7377647" y="4485858"/>
            <a:ext cx="1368152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dirty="0" smtClean="0"/>
              <a:t>newData.xls</a:t>
            </a:r>
            <a:endParaRPr lang="zh-TW" altLang="en-US" dirty="0"/>
          </a:p>
        </p:txBody>
      </p:sp>
      <p:sp>
        <p:nvSpPr>
          <p:cNvPr id="12" name="向下箭號 11"/>
          <p:cNvSpPr/>
          <p:nvPr/>
        </p:nvSpPr>
        <p:spPr>
          <a:xfrm>
            <a:off x="5940722" y="2432284"/>
            <a:ext cx="144016" cy="303896"/>
          </a:xfrm>
          <a:prstGeom prst="downArrow">
            <a:avLst/>
          </a:prstGeom>
          <a:solidFill>
            <a:schemeClr val="tx1">
              <a:lumMod val="65000"/>
              <a:lumOff val="35000"/>
            </a:schemeClr>
          </a:solidFill>
          <a:ln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147282970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图片 6"/>
          <p:cNvPicPr>
            <a:picLocks noChangeAspect="1"/>
          </p:cNvPicPr>
          <p:nvPr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 rot="19459551">
            <a:off x="294107" y="130090"/>
            <a:ext cx="363036" cy="507865"/>
          </a:xfrm>
          <a:prstGeom prst="rect">
            <a:avLst/>
          </a:prstGeom>
        </p:spPr>
      </p:pic>
      <p:sp>
        <p:nvSpPr>
          <p:cNvPr id="8" name="Rectangle 36"/>
          <p:cNvSpPr/>
          <p:nvPr/>
        </p:nvSpPr>
        <p:spPr>
          <a:xfrm>
            <a:off x="540122" y="287908"/>
            <a:ext cx="3744416" cy="345049"/>
          </a:xfrm>
          <a:prstGeom prst="rect">
            <a:avLst/>
          </a:prstGeom>
          <a:noFill/>
        </p:spPr>
        <p:txBody>
          <a:bodyPr wrap="square" lIns="67391" tIns="33696" rIns="67391" bIns="33696">
            <a:spAutoFit/>
          </a:bodyPr>
          <a:lstStyle/>
          <a:p>
            <a:pPr algn="ctr">
              <a:defRPr/>
            </a:pPr>
            <a:r>
              <a:rPr lang="zh-TW" altLang="en-US" sz="1800" b="1" kern="0" dirty="0" smtClean="0">
                <a:solidFill>
                  <a:srgbClr val="3B3837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+mn-ea"/>
                <a:sym typeface="+mn-lt"/>
              </a:rPr>
              <a:t>資料預處理 </a:t>
            </a:r>
            <a:r>
              <a:rPr lang="en-US" altLang="zh-TW" sz="1800" b="1" kern="0" dirty="0" smtClean="0">
                <a:solidFill>
                  <a:srgbClr val="3B3837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+mn-ea"/>
                <a:sym typeface="+mn-lt"/>
              </a:rPr>
              <a:t>—</a:t>
            </a:r>
            <a:r>
              <a:rPr lang="zh-TW" altLang="en-US" sz="1800" b="1" kern="0" dirty="0" smtClean="0">
                <a:solidFill>
                  <a:srgbClr val="3B3837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+mn-ea"/>
                <a:sym typeface="+mn-lt"/>
              </a:rPr>
              <a:t> 分割測試 </a:t>
            </a:r>
            <a:r>
              <a:rPr lang="en-US" altLang="zh-TW" sz="1800" b="1" kern="0" dirty="0" smtClean="0">
                <a:solidFill>
                  <a:srgbClr val="3B3837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+mn-ea"/>
                <a:sym typeface="+mn-lt"/>
              </a:rPr>
              <a:t>/</a:t>
            </a:r>
            <a:r>
              <a:rPr lang="zh-TW" altLang="en-US" sz="1800" b="1" kern="0" dirty="0" smtClean="0">
                <a:solidFill>
                  <a:srgbClr val="3B3837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+mn-ea"/>
                <a:sym typeface="+mn-lt"/>
              </a:rPr>
              <a:t> 訓練集</a:t>
            </a:r>
            <a:endParaRPr lang="zh-TW" altLang="en-US" sz="1800" b="1" kern="0" dirty="0">
              <a:solidFill>
                <a:srgbClr val="3B3837"/>
              </a:solidFill>
              <a:latin typeface="微軟正黑體" panose="020B0604030504040204" pitchFamily="34" charset="-120"/>
              <a:ea typeface="微軟正黑體" panose="020B0604030504040204" pitchFamily="34" charset="-120"/>
              <a:cs typeface="+mn-ea"/>
              <a:sym typeface="+mn-lt"/>
            </a:endParaRPr>
          </a:p>
        </p:txBody>
      </p:sp>
      <p:pic>
        <p:nvPicPr>
          <p:cNvPr id="10" name="圖片 9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716587" y="1440036"/>
            <a:ext cx="4104455" cy="2160240"/>
          </a:xfrm>
          <a:prstGeom prst="rect">
            <a:avLst/>
          </a:prstGeom>
        </p:spPr>
      </p:pic>
      <p:pic>
        <p:nvPicPr>
          <p:cNvPr id="11" name="圖片 10"/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1704" y="3024212"/>
            <a:ext cx="4420790" cy="1535963"/>
          </a:xfrm>
          <a:prstGeom prst="rect">
            <a:avLst/>
          </a:prstGeom>
        </p:spPr>
      </p:pic>
      <p:pic>
        <p:nvPicPr>
          <p:cNvPr id="13" name="圖片 12"/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0082" y="980135"/>
            <a:ext cx="4335169" cy="1512168"/>
          </a:xfrm>
          <a:prstGeom prst="rect">
            <a:avLst/>
          </a:prstGeom>
        </p:spPr>
      </p:pic>
      <p:sp>
        <p:nvSpPr>
          <p:cNvPr id="14" name="文字方塊 13"/>
          <p:cNvSpPr txBox="1"/>
          <p:nvPr/>
        </p:nvSpPr>
        <p:spPr>
          <a:xfrm>
            <a:off x="6156746" y="3600276"/>
            <a:ext cx="1224136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dirty="0" smtClean="0"/>
              <a:t>temp02.py</a:t>
            </a:r>
            <a:endParaRPr lang="zh-TW" altLang="en-US" dirty="0"/>
          </a:p>
        </p:txBody>
      </p:sp>
      <p:sp>
        <p:nvSpPr>
          <p:cNvPr id="15" name="文字方塊 14"/>
          <p:cNvSpPr txBox="1"/>
          <p:nvPr/>
        </p:nvSpPr>
        <p:spPr>
          <a:xfrm>
            <a:off x="1606015" y="2491135"/>
            <a:ext cx="1512168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dirty="0" smtClean="0"/>
              <a:t>train_data.xls</a:t>
            </a:r>
            <a:endParaRPr lang="zh-TW" altLang="en-US" dirty="0"/>
          </a:p>
        </p:txBody>
      </p:sp>
      <p:sp>
        <p:nvSpPr>
          <p:cNvPr id="16" name="文字方塊 15"/>
          <p:cNvSpPr txBox="1"/>
          <p:nvPr/>
        </p:nvSpPr>
        <p:spPr>
          <a:xfrm>
            <a:off x="1656246" y="4543570"/>
            <a:ext cx="1512168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dirty="0" smtClean="0"/>
              <a:t>test_data.xls</a:t>
            </a:r>
            <a:endParaRPr lang="zh-TW" altLang="en-US" dirty="0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113749987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矩形 23"/>
          <p:cNvSpPr/>
          <p:nvPr/>
        </p:nvSpPr>
        <p:spPr>
          <a:xfrm>
            <a:off x="-35942" y="4392364"/>
            <a:ext cx="9073008" cy="288032"/>
          </a:xfrm>
          <a:prstGeom prst="rect">
            <a:avLst/>
          </a:prstGeom>
          <a:solidFill>
            <a:schemeClr val="bg1">
              <a:lumMod val="75000"/>
            </a:schemeClr>
          </a:solidFill>
          <a:ln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pic>
        <p:nvPicPr>
          <p:cNvPr id="7" name="图片 6"/>
          <p:cNvPicPr>
            <a:picLocks noChangeAspect="1"/>
          </p:cNvPicPr>
          <p:nvPr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 rot="19459551">
            <a:off x="294107" y="130090"/>
            <a:ext cx="363036" cy="507865"/>
          </a:xfrm>
          <a:prstGeom prst="rect">
            <a:avLst/>
          </a:prstGeom>
        </p:spPr>
      </p:pic>
      <p:sp>
        <p:nvSpPr>
          <p:cNvPr id="8" name="Rectangle 36"/>
          <p:cNvSpPr/>
          <p:nvPr/>
        </p:nvSpPr>
        <p:spPr>
          <a:xfrm>
            <a:off x="540122" y="287908"/>
            <a:ext cx="3240360" cy="345049"/>
          </a:xfrm>
          <a:prstGeom prst="rect">
            <a:avLst/>
          </a:prstGeom>
          <a:noFill/>
        </p:spPr>
        <p:txBody>
          <a:bodyPr wrap="square" lIns="67391" tIns="33696" rIns="67391" bIns="33696">
            <a:spAutoFit/>
          </a:bodyPr>
          <a:lstStyle/>
          <a:p>
            <a:pPr algn="ctr">
              <a:defRPr/>
            </a:pPr>
            <a:r>
              <a:rPr lang="zh-TW" altLang="en-US" sz="1800" b="1" kern="0" dirty="0" smtClean="0">
                <a:solidFill>
                  <a:srgbClr val="3B3837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+mn-ea"/>
                <a:sym typeface="+mn-lt"/>
              </a:rPr>
              <a:t>資料預處理 </a:t>
            </a:r>
            <a:r>
              <a:rPr lang="en-US" altLang="zh-TW" sz="1800" b="1" kern="0" dirty="0" smtClean="0">
                <a:solidFill>
                  <a:srgbClr val="3B3837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+mn-ea"/>
                <a:sym typeface="+mn-lt"/>
              </a:rPr>
              <a:t>—</a:t>
            </a:r>
            <a:r>
              <a:rPr lang="zh-TW" altLang="en-US" sz="1800" b="1" kern="0" dirty="0" smtClean="0">
                <a:solidFill>
                  <a:srgbClr val="3B3837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+mn-ea"/>
                <a:sym typeface="+mn-lt"/>
              </a:rPr>
              <a:t> </a:t>
            </a:r>
            <a:r>
              <a:rPr lang="zh-TW" altLang="en-US" sz="1800" b="1" kern="0" dirty="0">
                <a:solidFill>
                  <a:srgbClr val="3B3837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+mn-ea"/>
                <a:sym typeface="+mn-lt"/>
              </a:rPr>
              <a:t>資料標準化</a:t>
            </a:r>
          </a:p>
        </p:txBody>
      </p:sp>
      <p:pic>
        <p:nvPicPr>
          <p:cNvPr id="2" name="圖片 1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4098" y="791964"/>
            <a:ext cx="3036482" cy="3600400"/>
          </a:xfrm>
          <a:prstGeom prst="rect">
            <a:avLst/>
          </a:prstGeom>
        </p:spPr>
      </p:pic>
      <p:pic>
        <p:nvPicPr>
          <p:cNvPr id="3" name="圖片 2"/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11778" y="2808188"/>
            <a:ext cx="2664296" cy="1988269"/>
          </a:xfrm>
          <a:prstGeom prst="rect">
            <a:avLst/>
          </a:prstGeom>
        </p:spPr>
      </p:pic>
      <p:sp>
        <p:nvSpPr>
          <p:cNvPr id="6" name="文字方塊 5"/>
          <p:cNvSpPr txBox="1"/>
          <p:nvPr/>
        </p:nvSpPr>
        <p:spPr>
          <a:xfrm>
            <a:off x="252090" y="4367103"/>
            <a:ext cx="1224136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dirty="0"/>
              <a:t>t</a:t>
            </a:r>
            <a:r>
              <a:rPr lang="en-US" altLang="zh-TW" dirty="0" smtClean="0"/>
              <a:t>emp03.py</a:t>
            </a:r>
            <a:endParaRPr lang="zh-TW" altLang="en-US" dirty="0"/>
          </a:p>
        </p:txBody>
      </p:sp>
      <p:grpSp>
        <p:nvGrpSpPr>
          <p:cNvPr id="17" name="群組 16"/>
          <p:cNvGrpSpPr/>
          <p:nvPr/>
        </p:nvGrpSpPr>
        <p:grpSpPr>
          <a:xfrm>
            <a:off x="3613128" y="791964"/>
            <a:ext cx="5263123" cy="950609"/>
            <a:chOff x="3585688" y="812329"/>
            <a:chExt cx="5263123" cy="950609"/>
          </a:xfrm>
        </p:grpSpPr>
        <p:pic>
          <p:nvPicPr>
            <p:cNvPr id="4" name="圖片 3"/>
            <p:cNvPicPr>
              <a:picLocks noChangeAspect="1"/>
            </p:cNvPicPr>
            <p:nvPr/>
          </p:nvPicPr>
          <p:blipFill>
            <a:blip r:embed="rId7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3585688" y="812329"/>
              <a:ext cx="5263123" cy="639128"/>
            </a:xfrm>
            <a:prstGeom prst="rect">
              <a:avLst/>
            </a:prstGeom>
          </p:spPr>
        </p:pic>
        <p:sp>
          <p:nvSpPr>
            <p:cNvPr id="9" name="文字方塊 8"/>
            <p:cNvSpPr txBox="1"/>
            <p:nvPr/>
          </p:nvSpPr>
          <p:spPr>
            <a:xfrm>
              <a:off x="5425161" y="1424384"/>
              <a:ext cx="1584176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TW" dirty="0"/>
                <a:t>standTest.xls</a:t>
              </a:r>
              <a:endParaRPr lang="zh-TW" altLang="en-US" dirty="0"/>
            </a:p>
          </p:txBody>
        </p:sp>
      </p:grpSp>
      <p:grpSp>
        <p:nvGrpSpPr>
          <p:cNvPr id="18" name="群組 17"/>
          <p:cNvGrpSpPr/>
          <p:nvPr/>
        </p:nvGrpSpPr>
        <p:grpSpPr>
          <a:xfrm>
            <a:off x="3613128" y="1872084"/>
            <a:ext cx="5235354" cy="935608"/>
            <a:chOff x="3585688" y="1779086"/>
            <a:chExt cx="5235354" cy="935608"/>
          </a:xfrm>
        </p:grpSpPr>
        <p:pic>
          <p:nvPicPr>
            <p:cNvPr id="5" name="圖片 4"/>
            <p:cNvPicPr>
              <a:picLocks noChangeAspect="1"/>
            </p:cNvPicPr>
            <p:nvPr/>
          </p:nvPicPr>
          <p:blipFill rotWithShape="1">
            <a:blip r:embed="rId8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b="24785"/>
            <a:stretch/>
          </p:blipFill>
          <p:spPr>
            <a:xfrm>
              <a:off x="3585688" y="1779086"/>
              <a:ext cx="5235354" cy="634661"/>
            </a:xfrm>
            <a:prstGeom prst="rect">
              <a:avLst/>
            </a:prstGeom>
          </p:spPr>
        </p:pic>
        <p:sp>
          <p:nvSpPr>
            <p:cNvPr id="12" name="文字方塊 11"/>
            <p:cNvSpPr txBox="1"/>
            <p:nvPr/>
          </p:nvSpPr>
          <p:spPr>
            <a:xfrm>
              <a:off x="5447281" y="2376140"/>
              <a:ext cx="1512168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TW" dirty="0"/>
                <a:t>standTrain.xls</a:t>
              </a:r>
              <a:endParaRPr lang="zh-TW" altLang="en-US" dirty="0"/>
            </a:p>
          </p:txBody>
        </p:sp>
      </p:grpSp>
      <p:sp>
        <p:nvSpPr>
          <p:cNvPr id="30" name="文字方塊 29"/>
          <p:cNvSpPr txBox="1"/>
          <p:nvPr/>
        </p:nvSpPr>
        <p:spPr>
          <a:xfrm>
            <a:off x="5220642" y="3261722"/>
            <a:ext cx="4016514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TW" altLang="en-US" dirty="0"/>
              <a:t>帶</a:t>
            </a:r>
            <a:r>
              <a:rPr lang="zh-TW" altLang="en-US" dirty="0" smtClean="0"/>
              <a:t>入 </a:t>
            </a:r>
            <a:r>
              <a:rPr lang="en-US" altLang="zh-TW" dirty="0" smtClean="0"/>
              <a:t>test_data.xls</a:t>
            </a:r>
            <a:r>
              <a:rPr lang="zh-TW" altLang="en-US" dirty="0" smtClean="0"/>
              <a:t> </a:t>
            </a:r>
            <a:r>
              <a:rPr lang="en-US" altLang="zh-TW" dirty="0" smtClean="0"/>
              <a:t>/</a:t>
            </a:r>
            <a:r>
              <a:rPr lang="zh-TW" altLang="en-US" dirty="0" smtClean="0"/>
              <a:t> </a:t>
            </a:r>
            <a:r>
              <a:rPr lang="en-US" altLang="zh-TW" dirty="0" smtClean="0"/>
              <a:t>train_data.xls</a:t>
            </a:r>
            <a:r>
              <a:rPr lang="zh-TW" altLang="en-US" dirty="0" smtClean="0"/>
              <a:t> 產生</a:t>
            </a:r>
            <a:endParaRPr lang="zh-TW" altLang="en-US" dirty="0"/>
          </a:p>
        </p:txBody>
      </p:sp>
      <p:sp>
        <p:nvSpPr>
          <p:cNvPr id="31" name="向下箭號 30"/>
          <p:cNvSpPr/>
          <p:nvPr/>
        </p:nvSpPr>
        <p:spPr>
          <a:xfrm rot="10800000">
            <a:off x="8499338" y="2675361"/>
            <a:ext cx="216024" cy="492867"/>
          </a:xfrm>
          <a:prstGeom prst="downArrow">
            <a:avLst/>
          </a:prstGeom>
          <a:solidFill>
            <a:schemeClr val="bg1">
              <a:lumMod val="75000"/>
            </a:schemeClr>
          </a:solidFill>
          <a:ln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pic>
        <p:nvPicPr>
          <p:cNvPr id="25" name="圖片 24"/>
          <p:cNvPicPr>
            <a:picLocks noChangeAspect="1"/>
          </p:cNvPicPr>
          <p:nvPr/>
        </p:nvPicPr>
        <p:blipFill rotWithShape="1">
          <a:blip r:embed="rId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4619" t="18004" r="14619" b="20315"/>
          <a:stretch/>
        </p:blipFill>
        <p:spPr>
          <a:xfrm rot="1046289">
            <a:off x="7602476" y="3893051"/>
            <a:ext cx="1145674" cy="998625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377554160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图片 6"/>
          <p:cNvPicPr>
            <a:picLocks noChangeAspect="1"/>
          </p:cNvPicPr>
          <p:nvPr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 rot="19459551">
            <a:off x="294107" y="130090"/>
            <a:ext cx="363036" cy="507865"/>
          </a:xfrm>
          <a:prstGeom prst="rect">
            <a:avLst/>
          </a:prstGeom>
        </p:spPr>
      </p:pic>
      <p:sp>
        <p:nvSpPr>
          <p:cNvPr id="8" name="Rectangle 36"/>
          <p:cNvSpPr/>
          <p:nvPr/>
        </p:nvSpPr>
        <p:spPr>
          <a:xfrm>
            <a:off x="540122" y="287908"/>
            <a:ext cx="1656184" cy="345049"/>
          </a:xfrm>
          <a:prstGeom prst="rect">
            <a:avLst/>
          </a:prstGeom>
          <a:noFill/>
        </p:spPr>
        <p:txBody>
          <a:bodyPr wrap="square" lIns="67391" tIns="33696" rIns="67391" bIns="33696">
            <a:spAutoFit/>
          </a:bodyPr>
          <a:lstStyle/>
          <a:p>
            <a:pPr algn="ctr">
              <a:defRPr/>
            </a:pPr>
            <a:r>
              <a:rPr lang="zh-TW" altLang="en-US" sz="1800" b="1" kern="0" dirty="0">
                <a:solidFill>
                  <a:srgbClr val="3B3837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+mn-ea"/>
                <a:sym typeface="+mn-lt"/>
              </a:rPr>
              <a:t>分析流程</a:t>
            </a:r>
            <a:endParaRPr lang="zh-CN" altLang="en-US" sz="1800" b="1" kern="0" dirty="0">
              <a:solidFill>
                <a:srgbClr val="3B3837"/>
              </a:solidFill>
              <a:latin typeface="微軟正黑體" panose="020B0604030504040204" pitchFamily="34" charset="-120"/>
              <a:ea typeface="微軟正黑體" panose="020B0604030504040204" pitchFamily="34" charset="-120"/>
              <a:cs typeface="+mn-ea"/>
              <a:sym typeface="+mn-lt"/>
            </a:endParaRPr>
          </a:p>
        </p:txBody>
      </p:sp>
      <p:pic>
        <p:nvPicPr>
          <p:cNvPr id="4" name="圖片 3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46738" y="1086164"/>
            <a:ext cx="7107648" cy="3378208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257719042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74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-38702" y="19047"/>
            <a:ext cx="9078530" cy="50006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矩形 1"/>
          <p:cNvSpPr/>
          <p:nvPr/>
        </p:nvSpPr>
        <p:spPr>
          <a:xfrm>
            <a:off x="1764258" y="1584052"/>
            <a:ext cx="5256584" cy="2448272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grpSp>
        <p:nvGrpSpPr>
          <p:cNvPr id="4" name="群組 3"/>
          <p:cNvGrpSpPr/>
          <p:nvPr/>
        </p:nvGrpSpPr>
        <p:grpSpPr>
          <a:xfrm>
            <a:off x="2262689" y="1709928"/>
            <a:ext cx="4475747" cy="1620456"/>
            <a:chOff x="2257063" y="1620456"/>
            <a:chExt cx="4475747" cy="1620456"/>
          </a:xfrm>
        </p:grpSpPr>
        <p:sp>
          <p:nvSpPr>
            <p:cNvPr id="3" name="椭圆 2"/>
            <p:cNvSpPr/>
            <p:nvPr/>
          </p:nvSpPr>
          <p:spPr>
            <a:xfrm>
              <a:off x="2257063" y="1620456"/>
              <a:ext cx="1620456" cy="1620456"/>
            </a:xfrm>
            <a:prstGeom prst="ellipse">
              <a:avLst/>
            </a:prstGeom>
            <a:noFill/>
            <a:ln>
              <a:solidFill>
                <a:srgbClr val="3B3837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6000" dirty="0" smtClean="0">
                  <a:solidFill>
                    <a:srgbClr val="3B3837"/>
                  </a:solidFill>
                  <a:cs typeface="+mn-ea"/>
                  <a:sym typeface="+mn-lt"/>
                </a:rPr>
                <a:t>0</a:t>
              </a:r>
              <a:r>
                <a:rPr lang="en-US" altLang="zh-TW" sz="6000" dirty="0" smtClean="0">
                  <a:solidFill>
                    <a:srgbClr val="3B3837"/>
                  </a:solidFill>
                  <a:cs typeface="+mn-ea"/>
                  <a:sym typeface="+mn-lt"/>
                </a:rPr>
                <a:t>4</a:t>
              </a:r>
              <a:endParaRPr lang="zh-CN" altLang="en-US" sz="6000" dirty="0">
                <a:solidFill>
                  <a:srgbClr val="3B3837"/>
                </a:solidFill>
                <a:cs typeface="+mn-ea"/>
                <a:sym typeface="+mn-lt"/>
              </a:endParaRPr>
            </a:p>
          </p:txBody>
        </p:sp>
        <p:sp>
          <p:nvSpPr>
            <p:cNvPr id="6" name="Rectangle 36"/>
            <p:cNvSpPr/>
            <p:nvPr/>
          </p:nvSpPr>
          <p:spPr>
            <a:xfrm>
              <a:off x="3924498" y="2232124"/>
              <a:ext cx="2808312" cy="622048"/>
            </a:xfrm>
            <a:prstGeom prst="rect">
              <a:avLst/>
            </a:prstGeom>
            <a:noFill/>
          </p:spPr>
          <p:txBody>
            <a:bodyPr wrap="square" lIns="67391" tIns="33696" rIns="67391" bIns="33696">
              <a:spAutoFit/>
            </a:bodyPr>
            <a:lstStyle/>
            <a:p>
              <a:pPr algn="ctr">
                <a:defRPr/>
              </a:pPr>
              <a:r>
                <a:rPr lang="zh-TW" altLang="en-US" sz="3600" b="1" kern="0" dirty="0">
                  <a:solidFill>
                    <a:srgbClr val="3B3837"/>
                  </a:solidFill>
                  <a:latin typeface="微軟正黑體" panose="020B0604030504040204" pitchFamily="34" charset="-120"/>
                  <a:ea typeface="微軟正黑體" panose="020B0604030504040204" pitchFamily="34" charset="-120"/>
                  <a:cs typeface="+mn-ea"/>
                  <a:sym typeface="+mn-lt"/>
                </a:rPr>
                <a:t>分析結果</a:t>
              </a:r>
              <a:endParaRPr lang="zh-CN" altLang="en-US" sz="3600" b="1" kern="0" dirty="0">
                <a:solidFill>
                  <a:srgbClr val="3B3837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+mn-ea"/>
                <a:sym typeface="+mn-lt"/>
              </a:endParaRPr>
            </a:p>
          </p:txBody>
        </p:sp>
      </p:grpSp>
      <p:pic>
        <p:nvPicPr>
          <p:cNvPr id="7" name="图片 18"/>
          <p:cNvPicPr>
            <a:picLocks noChangeAspect="1"/>
          </p:cNvPicPr>
          <p:nvPr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 rot="164082">
            <a:off x="5665924" y="587316"/>
            <a:ext cx="490446" cy="5663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8102953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图片 6"/>
          <p:cNvPicPr>
            <a:picLocks noChangeAspect="1"/>
          </p:cNvPicPr>
          <p:nvPr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 rot="19459551">
            <a:off x="294107" y="130090"/>
            <a:ext cx="363036" cy="507865"/>
          </a:xfrm>
          <a:prstGeom prst="rect">
            <a:avLst/>
          </a:prstGeom>
        </p:spPr>
      </p:pic>
      <p:sp>
        <p:nvSpPr>
          <p:cNvPr id="8" name="Rectangle 36"/>
          <p:cNvSpPr/>
          <p:nvPr/>
        </p:nvSpPr>
        <p:spPr>
          <a:xfrm>
            <a:off x="540122" y="287908"/>
            <a:ext cx="1296144" cy="345049"/>
          </a:xfrm>
          <a:prstGeom prst="rect">
            <a:avLst/>
          </a:prstGeom>
          <a:noFill/>
        </p:spPr>
        <p:txBody>
          <a:bodyPr wrap="square" lIns="67391" tIns="33696" rIns="67391" bIns="33696">
            <a:spAutoFit/>
          </a:bodyPr>
          <a:lstStyle/>
          <a:p>
            <a:pPr algn="ctr">
              <a:defRPr/>
            </a:pPr>
            <a:r>
              <a:rPr lang="en-US" altLang="zh-CN" sz="1800" b="1" kern="0" dirty="0" smtClean="0">
                <a:solidFill>
                  <a:srgbClr val="3B3837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+mn-ea"/>
                <a:sym typeface="+mn-lt"/>
              </a:rPr>
              <a:t>SVM</a:t>
            </a:r>
            <a:endParaRPr lang="zh-CN" altLang="en-US" sz="1800" b="1" kern="0" dirty="0">
              <a:solidFill>
                <a:srgbClr val="3B3837"/>
              </a:solidFill>
              <a:latin typeface="微軟正黑體" panose="020B0604030504040204" pitchFamily="34" charset="-120"/>
              <a:ea typeface="微軟正黑體" panose="020B0604030504040204" pitchFamily="34" charset="-120"/>
              <a:cs typeface="+mn-ea"/>
              <a:sym typeface="+mn-lt"/>
            </a:endParaRPr>
          </a:p>
        </p:txBody>
      </p:sp>
      <p:grpSp>
        <p:nvGrpSpPr>
          <p:cNvPr id="17" name="群組 16"/>
          <p:cNvGrpSpPr/>
          <p:nvPr/>
        </p:nvGrpSpPr>
        <p:grpSpPr>
          <a:xfrm>
            <a:off x="480154" y="287908"/>
            <a:ext cx="8040816" cy="4687650"/>
            <a:chOff x="480154" y="215900"/>
            <a:chExt cx="8040816" cy="4687650"/>
          </a:xfrm>
        </p:grpSpPr>
        <p:grpSp>
          <p:nvGrpSpPr>
            <p:cNvPr id="14" name="群組 13"/>
            <p:cNvGrpSpPr/>
            <p:nvPr/>
          </p:nvGrpSpPr>
          <p:grpSpPr>
            <a:xfrm>
              <a:off x="480154" y="2880195"/>
              <a:ext cx="8040816" cy="2023355"/>
              <a:chOff x="492428" y="2880195"/>
              <a:chExt cx="8040816" cy="2023355"/>
            </a:xfrm>
          </p:grpSpPr>
          <p:grpSp>
            <p:nvGrpSpPr>
              <p:cNvPr id="11" name="群組 10"/>
              <p:cNvGrpSpPr/>
              <p:nvPr/>
            </p:nvGrpSpPr>
            <p:grpSpPr>
              <a:xfrm>
                <a:off x="492428" y="2880195"/>
                <a:ext cx="2520280" cy="2023197"/>
                <a:chOff x="492428" y="2880195"/>
                <a:chExt cx="2520280" cy="2023197"/>
              </a:xfrm>
            </p:grpSpPr>
            <p:pic>
              <p:nvPicPr>
                <p:cNvPr id="2" name="圖片 1"/>
                <p:cNvPicPr>
                  <a:picLocks noChangeAspect="1"/>
                </p:cNvPicPr>
                <p:nvPr/>
              </p:nvPicPr>
              <p:blipFill>
                <a:blip r:embed="rId5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492428" y="2880195"/>
                  <a:ext cx="2520280" cy="1684643"/>
                </a:xfrm>
                <a:prstGeom prst="rect">
                  <a:avLst/>
                </a:prstGeom>
              </p:spPr>
            </p:pic>
            <p:sp>
              <p:nvSpPr>
                <p:cNvPr id="4" name="文字方塊 3"/>
                <p:cNvSpPr txBox="1"/>
                <p:nvPr/>
              </p:nvSpPr>
              <p:spPr>
                <a:xfrm>
                  <a:off x="1464536" y="4564838"/>
                  <a:ext cx="576064" cy="338554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altLang="zh-TW" dirty="0" smtClean="0"/>
                    <a:t>knn</a:t>
                  </a:r>
                  <a:endParaRPr lang="zh-TW" altLang="en-US" dirty="0"/>
                </a:p>
              </p:txBody>
            </p:sp>
          </p:grpSp>
          <p:grpSp>
            <p:nvGrpSpPr>
              <p:cNvPr id="12" name="群組 11"/>
              <p:cNvGrpSpPr/>
              <p:nvPr/>
            </p:nvGrpSpPr>
            <p:grpSpPr>
              <a:xfrm>
                <a:off x="3240305" y="2880196"/>
                <a:ext cx="2520514" cy="2023354"/>
                <a:chOff x="3240305" y="2880196"/>
                <a:chExt cx="2520514" cy="2023354"/>
              </a:xfrm>
            </p:grpSpPr>
            <p:pic>
              <p:nvPicPr>
                <p:cNvPr id="5" name="圖片 4"/>
                <p:cNvPicPr>
                  <a:picLocks noChangeAspect="1"/>
                </p:cNvPicPr>
                <p:nvPr/>
              </p:nvPicPr>
              <p:blipFill>
                <a:blip r:embed="rId5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3240305" y="2880196"/>
                  <a:ext cx="2520514" cy="1684800"/>
                </a:xfrm>
                <a:prstGeom prst="rect">
                  <a:avLst/>
                </a:prstGeom>
              </p:spPr>
            </p:pic>
            <p:sp>
              <p:nvSpPr>
                <p:cNvPr id="9" name="文字方塊 8"/>
                <p:cNvSpPr txBox="1"/>
                <p:nvPr/>
              </p:nvSpPr>
              <p:spPr>
                <a:xfrm>
                  <a:off x="4212530" y="4564996"/>
                  <a:ext cx="576064" cy="338554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altLang="zh-TW" dirty="0" smtClean="0"/>
                    <a:t>svm</a:t>
                  </a:r>
                  <a:endParaRPr lang="zh-TW" altLang="en-US" dirty="0"/>
                </a:p>
              </p:txBody>
            </p:sp>
          </p:grpSp>
          <p:grpSp>
            <p:nvGrpSpPr>
              <p:cNvPr id="13" name="群組 12"/>
              <p:cNvGrpSpPr/>
              <p:nvPr/>
            </p:nvGrpSpPr>
            <p:grpSpPr>
              <a:xfrm>
                <a:off x="6012730" y="2886832"/>
                <a:ext cx="2520514" cy="2007161"/>
                <a:chOff x="6084738" y="2886832"/>
                <a:chExt cx="2520514" cy="2007161"/>
              </a:xfrm>
            </p:grpSpPr>
            <p:pic>
              <p:nvPicPr>
                <p:cNvPr id="6" name="圖片 5"/>
                <p:cNvPicPr>
                  <a:picLocks noChangeAspect="1"/>
                </p:cNvPicPr>
                <p:nvPr/>
              </p:nvPicPr>
              <p:blipFill>
                <a:blip r:embed="rId5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6084738" y="2886832"/>
                  <a:ext cx="2520514" cy="1684800"/>
                </a:xfrm>
                <a:prstGeom prst="rect">
                  <a:avLst/>
                </a:prstGeom>
              </p:spPr>
            </p:pic>
            <p:sp>
              <p:nvSpPr>
                <p:cNvPr id="10" name="文字方塊 9"/>
                <p:cNvSpPr txBox="1"/>
                <p:nvPr/>
              </p:nvSpPr>
              <p:spPr>
                <a:xfrm>
                  <a:off x="6931007" y="4555439"/>
                  <a:ext cx="827975" cy="338554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zh-TW" altLang="en-US" dirty="0"/>
                    <a:t>羅吉斯</a:t>
                  </a:r>
                </a:p>
              </p:txBody>
            </p:sp>
          </p:grpSp>
        </p:grpSp>
        <p:grpSp>
          <p:nvGrpSpPr>
            <p:cNvPr id="16" name="群組 15"/>
            <p:cNvGrpSpPr/>
            <p:nvPr/>
          </p:nvGrpSpPr>
          <p:grpSpPr>
            <a:xfrm>
              <a:off x="2090815" y="215900"/>
              <a:ext cx="5722115" cy="2497375"/>
              <a:chOff x="2090815" y="215900"/>
              <a:chExt cx="5722115" cy="2497375"/>
            </a:xfrm>
          </p:grpSpPr>
          <p:pic>
            <p:nvPicPr>
              <p:cNvPr id="3" name="圖片 2"/>
              <p:cNvPicPr>
                <a:picLocks noChangeAspect="1"/>
              </p:cNvPicPr>
              <p:nvPr/>
            </p:nvPicPr>
            <p:blipFill>
              <a:blip r:embed="rId6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2090815" y="215900"/>
                <a:ext cx="4819495" cy="2497375"/>
              </a:xfrm>
              <a:prstGeom prst="rect">
                <a:avLst/>
              </a:prstGeom>
            </p:spPr>
          </p:pic>
          <p:sp>
            <p:nvSpPr>
              <p:cNvPr id="15" name="文字方塊 14"/>
              <p:cNvSpPr txBox="1"/>
              <p:nvPr/>
            </p:nvSpPr>
            <p:spPr>
              <a:xfrm>
                <a:off x="7020842" y="2374721"/>
                <a:ext cx="792088" cy="33855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zh-TW" dirty="0" smtClean="0"/>
                  <a:t>Score</a:t>
                </a:r>
                <a:endParaRPr lang="zh-TW" altLang="en-US" dirty="0"/>
              </a:p>
            </p:txBody>
          </p:sp>
        </p:grpSp>
      </p:grpSp>
    </p:spTree>
    <p:custDataLst>
      <p:tags r:id="rId1"/>
    </p:custDataLst>
    <p:extLst>
      <p:ext uri="{BB962C8B-B14F-4D97-AF65-F5344CB8AC3E}">
        <p14:creationId xmlns:p14="http://schemas.microsoft.com/office/powerpoint/2010/main" val="182715786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图片 6"/>
          <p:cNvPicPr>
            <a:picLocks noChangeAspect="1"/>
          </p:cNvPicPr>
          <p:nvPr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 rot="19459551">
            <a:off x="294107" y="130090"/>
            <a:ext cx="363036" cy="507865"/>
          </a:xfrm>
          <a:prstGeom prst="rect">
            <a:avLst/>
          </a:prstGeom>
        </p:spPr>
      </p:pic>
      <p:sp>
        <p:nvSpPr>
          <p:cNvPr id="8" name="Rectangle 36"/>
          <p:cNvSpPr/>
          <p:nvPr/>
        </p:nvSpPr>
        <p:spPr>
          <a:xfrm>
            <a:off x="540122" y="287908"/>
            <a:ext cx="1368152" cy="345049"/>
          </a:xfrm>
          <a:prstGeom prst="rect">
            <a:avLst/>
          </a:prstGeom>
          <a:noFill/>
        </p:spPr>
        <p:txBody>
          <a:bodyPr wrap="square" lIns="67391" tIns="33696" rIns="67391" bIns="33696">
            <a:spAutoFit/>
          </a:bodyPr>
          <a:lstStyle/>
          <a:p>
            <a:pPr algn="ctr">
              <a:defRPr/>
            </a:pPr>
            <a:r>
              <a:rPr lang="en-US" altLang="zh-CN" sz="1800" b="1" kern="0" dirty="0" smtClean="0">
                <a:solidFill>
                  <a:srgbClr val="3B3837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+mn-ea"/>
                <a:sym typeface="+mn-lt"/>
              </a:rPr>
              <a:t>LDA</a:t>
            </a:r>
            <a:endParaRPr lang="zh-CN" altLang="en-US" sz="1800" b="1" kern="0" dirty="0">
              <a:solidFill>
                <a:srgbClr val="3B3837"/>
              </a:solidFill>
              <a:latin typeface="微軟正黑體" panose="020B0604030504040204" pitchFamily="34" charset="-120"/>
              <a:ea typeface="微軟正黑體" panose="020B0604030504040204" pitchFamily="34" charset="-120"/>
              <a:cs typeface="+mn-ea"/>
              <a:sym typeface="+mn-lt"/>
            </a:endParaRPr>
          </a:p>
        </p:txBody>
      </p:sp>
      <p:pic>
        <p:nvPicPr>
          <p:cNvPr id="2" name="圖片 1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90136" y="863972"/>
            <a:ext cx="6820852" cy="1295581"/>
          </a:xfrm>
          <a:prstGeom prst="rect">
            <a:avLst/>
          </a:prstGeom>
        </p:spPr>
      </p:pic>
      <p:sp>
        <p:nvSpPr>
          <p:cNvPr id="4" name="文字方塊 3"/>
          <p:cNvSpPr txBox="1"/>
          <p:nvPr/>
        </p:nvSpPr>
        <p:spPr>
          <a:xfrm>
            <a:off x="4104518" y="2159553"/>
            <a:ext cx="792088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dirty="0" smtClean="0"/>
              <a:t>Score</a:t>
            </a:r>
            <a:endParaRPr lang="zh-TW" altLang="en-US" dirty="0"/>
          </a:p>
        </p:txBody>
      </p:sp>
      <p:grpSp>
        <p:nvGrpSpPr>
          <p:cNvPr id="12" name="群組 11"/>
          <p:cNvGrpSpPr/>
          <p:nvPr/>
        </p:nvGrpSpPr>
        <p:grpSpPr>
          <a:xfrm>
            <a:off x="180082" y="2613650"/>
            <a:ext cx="8618362" cy="2210762"/>
            <a:chOff x="180082" y="2482589"/>
            <a:chExt cx="8618362" cy="2210762"/>
          </a:xfrm>
        </p:grpSpPr>
        <p:pic>
          <p:nvPicPr>
            <p:cNvPr id="3" name="圖片 2"/>
            <p:cNvPicPr>
              <a:picLocks noChangeAspect="1"/>
            </p:cNvPicPr>
            <p:nvPr/>
          </p:nvPicPr>
          <p:blipFill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80082" y="2482589"/>
              <a:ext cx="2786024" cy="1872208"/>
            </a:xfrm>
            <a:prstGeom prst="rect">
              <a:avLst/>
            </a:prstGeom>
          </p:spPr>
        </p:pic>
        <p:sp>
          <p:nvSpPr>
            <p:cNvPr id="5" name="文字方塊 4"/>
            <p:cNvSpPr txBox="1"/>
            <p:nvPr/>
          </p:nvSpPr>
          <p:spPr>
            <a:xfrm>
              <a:off x="1310779" y="4324981"/>
              <a:ext cx="597495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TW" dirty="0" smtClean="0"/>
                <a:t>knn</a:t>
              </a:r>
              <a:endParaRPr lang="zh-TW" altLang="en-US" dirty="0"/>
            </a:p>
          </p:txBody>
        </p:sp>
        <p:pic>
          <p:nvPicPr>
            <p:cNvPr id="6" name="圖片 5"/>
            <p:cNvPicPr>
              <a:picLocks noChangeAspect="1"/>
            </p:cNvPicPr>
            <p:nvPr/>
          </p:nvPicPr>
          <p:blipFill>
            <a:blip r:embed="rId7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3132410" y="2482797"/>
              <a:ext cx="2785715" cy="1872000"/>
            </a:xfrm>
            <a:prstGeom prst="rect">
              <a:avLst/>
            </a:prstGeom>
          </p:spPr>
        </p:pic>
        <p:sp>
          <p:nvSpPr>
            <p:cNvPr id="9" name="文字方塊 8"/>
            <p:cNvSpPr txBox="1"/>
            <p:nvPr/>
          </p:nvSpPr>
          <p:spPr>
            <a:xfrm>
              <a:off x="4212530" y="4354797"/>
              <a:ext cx="576064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TW" dirty="0" smtClean="0"/>
                <a:t>svm</a:t>
              </a:r>
              <a:endParaRPr lang="zh-TW" altLang="en-US" dirty="0"/>
            </a:p>
          </p:txBody>
        </p:sp>
        <p:pic>
          <p:nvPicPr>
            <p:cNvPr id="10" name="圖片 9"/>
            <p:cNvPicPr>
              <a:picLocks noChangeAspect="1"/>
            </p:cNvPicPr>
            <p:nvPr/>
          </p:nvPicPr>
          <p:blipFill>
            <a:blip r:embed="rId8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012730" y="2520156"/>
              <a:ext cx="2785714" cy="1872000"/>
            </a:xfrm>
            <a:prstGeom prst="rect">
              <a:avLst/>
            </a:prstGeom>
          </p:spPr>
        </p:pic>
        <p:sp>
          <p:nvSpPr>
            <p:cNvPr id="11" name="文字方塊 10"/>
            <p:cNvSpPr txBox="1"/>
            <p:nvPr/>
          </p:nvSpPr>
          <p:spPr>
            <a:xfrm>
              <a:off x="7008870" y="4354797"/>
              <a:ext cx="793433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TW" altLang="en-US" dirty="0"/>
                <a:t>羅吉斯</a:t>
              </a:r>
            </a:p>
          </p:txBody>
        </p:sp>
      </p:grpSp>
    </p:spTree>
    <p:custDataLst>
      <p:tags r:id="rId1"/>
    </p:custDataLst>
    <p:extLst>
      <p:ext uri="{BB962C8B-B14F-4D97-AF65-F5344CB8AC3E}">
        <p14:creationId xmlns:p14="http://schemas.microsoft.com/office/powerpoint/2010/main" val="182715786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图片 6"/>
          <p:cNvPicPr>
            <a:picLocks noChangeAspect="1"/>
          </p:cNvPicPr>
          <p:nvPr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 rot="19459551">
            <a:off x="294107" y="130090"/>
            <a:ext cx="363036" cy="507865"/>
          </a:xfrm>
          <a:prstGeom prst="rect">
            <a:avLst/>
          </a:prstGeom>
        </p:spPr>
      </p:pic>
      <p:sp>
        <p:nvSpPr>
          <p:cNvPr id="8" name="Rectangle 36"/>
          <p:cNvSpPr/>
          <p:nvPr/>
        </p:nvSpPr>
        <p:spPr>
          <a:xfrm>
            <a:off x="540122" y="287908"/>
            <a:ext cx="1440160" cy="345049"/>
          </a:xfrm>
          <a:prstGeom prst="rect">
            <a:avLst/>
          </a:prstGeom>
          <a:noFill/>
        </p:spPr>
        <p:txBody>
          <a:bodyPr wrap="square" lIns="67391" tIns="33696" rIns="67391" bIns="33696">
            <a:spAutoFit/>
          </a:bodyPr>
          <a:lstStyle/>
          <a:p>
            <a:pPr algn="ctr">
              <a:defRPr/>
            </a:pPr>
            <a:r>
              <a:rPr lang="zh-TW" altLang="en-US" sz="1800" b="1" kern="0" dirty="0" smtClean="0">
                <a:solidFill>
                  <a:srgbClr val="3B3837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+mn-ea"/>
                <a:sym typeface="+mn-lt"/>
              </a:rPr>
              <a:t>決策樹</a:t>
            </a:r>
            <a:endParaRPr lang="zh-CN" altLang="en-US" sz="1800" b="1" kern="0" dirty="0">
              <a:solidFill>
                <a:srgbClr val="3B3837"/>
              </a:solidFill>
              <a:latin typeface="微軟正黑體" panose="020B0604030504040204" pitchFamily="34" charset="-120"/>
              <a:ea typeface="微軟正黑體" panose="020B0604030504040204" pitchFamily="34" charset="-120"/>
              <a:cs typeface="+mn-ea"/>
              <a:sym typeface="+mn-lt"/>
            </a:endParaRPr>
          </a:p>
        </p:txBody>
      </p:sp>
      <p:grpSp>
        <p:nvGrpSpPr>
          <p:cNvPr id="4" name="群組 3"/>
          <p:cNvGrpSpPr/>
          <p:nvPr/>
        </p:nvGrpSpPr>
        <p:grpSpPr>
          <a:xfrm>
            <a:off x="375219" y="1296020"/>
            <a:ext cx="8250686" cy="2664296"/>
            <a:chOff x="316166" y="1188008"/>
            <a:chExt cx="8250686" cy="2664296"/>
          </a:xfrm>
        </p:grpSpPr>
        <p:pic>
          <p:nvPicPr>
            <p:cNvPr id="2" name="圖片 1"/>
            <p:cNvPicPr>
              <a:picLocks noChangeAspect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316166" y="1260017"/>
              <a:ext cx="3927707" cy="2520279"/>
            </a:xfrm>
            <a:prstGeom prst="rect">
              <a:avLst/>
            </a:prstGeom>
          </p:spPr>
        </p:pic>
        <p:pic>
          <p:nvPicPr>
            <p:cNvPr id="3" name="圖片 2"/>
            <p:cNvPicPr>
              <a:picLocks noChangeAspect="1"/>
            </p:cNvPicPr>
            <p:nvPr/>
          </p:nvPicPr>
          <p:blipFill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4580980" y="1188008"/>
              <a:ext cx="3985872" cy="2664296"/>
            </a:xfrm>
            <a:prstGeom prst="rect">
              <a:avLst/>
            </a:prstGeom>
          </p:spPr>
        </p:pic>
      </p:grpSp>
    </p:spTree>
    <p:custDataLst>
      <p:tags r:id="rId1"/>
    </p:custDataLst>
    <p:extLst>
      <p:ext uri="{BB962C8B-B14F-4D97-AF65-F5344CB8AC3E}">
        <p14:creationId xmlns:p14="http://schemas.microsoft.com/office/powerpoint/2010/main" val="182715786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矩形 26"/>
          <p:cNvSpPr/>
          <p:nvPr/>
        </p:nvSpPr>
        <p:spPr>
          <a:xfrm>
            <a:off x="7452890" y="0"/>
            <a:ext cx="1008112" cy="5112444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pic>
        <p:nvPicPr>
          <p:cNvPr id="7" name="图片 6"/>
          <p:cNvPicPr>
            <a:picLocks noChangeAspect="1"/>
          </p:cNvPicPr>
          <p:nvPr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 rot="19459551">
            <a:off x="294107" y="130090"/>
            <a:ext cx="363036" cy="507865"/>
          </a:xfrm>
          <a:prstGeom prst="rect">
            <a:avLst/>
          </a:prstGeom>
        </p:spPr>
      </p:pic>
      <p:sp>
        <p:nvSpPr>
          <p:cNvPr id="8" name="Rectangle 36"/>
          <p:cNvSpPr/>
          <p:nvPr/>
        </p:nvSpPr>
        <p:spPr>
          <a:xfrm>
            <a:off x="540122" y="287908"/>
            <a:ext cx="1656184" cy="345049"/>
          </a:xfrm>
          <a:prstGeom prst="rect">
            <a:avLst/>
          </a:prstGeom>
          <a:noFill/>
        </p:spPr>
        <p:txBody>
          <a:bodyPr wrap="square" lIns="67391" tIns="33696" rIns="67391" bIns="33696">
            <a:spAutoFit/>
          </a:bodyPr>
          <a:lstStyle/>
          <a:p>
            <a:pPr algn="ctr">
              <a:defRPr/>
            </a:pPr>
            <a:r>
              <a:rPr lang="zh-TW" altLang="en-US" sz="1800" b="1" kern="0" dirty="0">
                <a:solidFill>
                  <a:srgbClr val="3B3837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+mn-ea"/>
                <a:sym typeface="+mn-lt"/>
              </a:rPr>
              <a:t>模型效能</a:t>
            </a:r>
            <a:endParaRPr lang="zh-CN" altLang="en-US" sz="1800" b="1" kern="0" dirty="0">
              <a:solidFill>
                <a:srgbClr val="3B3837"/>
              </a:solidFill>
              <a:latin typeface="微軟正黑體" panose="020B0604030504040204" pitchFamily="34" charset="-120"/>
              <a:ea typeface="微軟正黑體" panose="020B0604030504040204" pitchFamily="34" charset="-120"/>
              <a:cs typeface="+mn-ea"/>
              <a:sym typeface="+mn-lt"/>
            </a:endParaRPr>
          </a:p>
        </p:txBody>
      </p:sp>
      <p:pic>
        <p:nvPicPr>
          <p:cNvPr id="2" name="圖片 1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436665" y="361930"/>
            <a:ext cx="3397309" cy="2103632"/>
          </a:xfrm>
          <a:prstGeom prst="rect">
            <a:avLst/>
          </a:prstGeom>
        </p:spPr>
      </p:pic>
      <p:grpSp>
        <p:nvGrpSpPr>
          <p:cNvPr id="6" name="群組 5"/>
          <p:cNvGrpSpPr/>
          <p:nvPr/>
        </p:nvGrpSpPr>
        <p:grpSpPr>
          <a:xfrm>
            <a:off x="252090" y="901279"/>
            <a:ext cx="5651347" cy="3888431"/>
            <a:chOff x="972170" y="901279"/>
            <a:chExt cx="5651347" cy="3888431"/>
          </a:xfrm>
        </p:grpSpPr>
        <p:grpSp>
          <p:nvGrpSpPr>
            <p:cNvPr id="9" name="组合 1"/>
            <p:cNvGrpSpPr/>
            <p:nvPr/>
          </p:nvGrpSpPr>
          <p:grpSpPr>
            <a:xfrm>
              <a:off x="972170" y="901279"/>
              <a:ext cx="1800198" cy="3888431"/>
              <a:chOff x="1022759" y="1388376"/>
              <a:chExt cx="3471494" cy="3426433"/>
            </a:xfrm>
          </p:grpSpPr>
          <p:sp>
            <p:nvSpPr>
              <p:cNvPr id="10" name="平行四边形 10"/>
              <p:cNvSpPr/>
              <p:nvPr/>
            </p:nvSpPr>
            <p:spPr>
              <a:xfrm flipH="1">
                <a:off x="1022760" y="3576934"/>
                <a:ext cx="3337794" cy="346509"/>
              </a:xfrm>
              <a:custGeom>
                <a:avLst/>
                <a:gdLst>
                  <a:gd name="connsiteX0" fmla="*/ 0 w 2505075"/>
                  <a:gd name="connsiteY0" fmla="*/ 349250 h 349250"/>
                  <a:gd name="connsiteX1" fmla="*/ 658738 w 2505075"/>
                  <a:gd name="connsiteY1" fmla="*/ 0 h 349250"/>
                  <a:gd name="connsiteX2" fmla="*/ 2505075 w 2505075"/>
                  <a:gd name="connsiteY2" fmla="*/ 0 h 349250"/>
                  <a:gd name="connsiteX3" fmla="*/ 1846337 w 2505075"/>
                  <a:gd name="connsiteY3" fmla="*/ 349250 h 349250"/>
                  <a:gd name="connsiteX4" fmla="*/ 0 w 2505075"/>
                  <a:gd name="connsiteY4" fmla="*/ 349250 h 349250"/>
                  <a:gd name="connsiteX0" fmla="*/ 0 w 2495550"/>
                  <a:gd name="connsiteY0" fmla="*/ 177800 h 349250"/>
                  <a:gd name="connsiteX1" fmla="*/ 649213 w 2495550"/>
                  <a:gd name="connsiteY1" fmla="*/ 0 h 349250"/>
                  <a:gd name="connsiteX2" fmla="*/ 2495550 w 2495550"/>
                  <a:gd name="connsiteY2" fmla="*/ 0 h 349250"/>
                  <a:gd name="connsiteX3" fmla="*/ 1836812 w 2495550"/>
                  <a:gd name="connsiteY3" fmla="*/ 349250 h 349250"/>
                  <a:gd name="connsiteX4" fmla="*/ 0 w 2495550"/>
                  <a:gd name="connsiteY4" fmla="*/ 177800 h 349250"/>
                  <a:gd name="connsiteX0" fmla="*/ 0 w 2495550"/>
                  <a:gd name="connsiteY0" fmla="*/ 177800 h 177800"/>
                  <a:gd name="connsiteX1" fmla="*/ 649213 w 2495550"/>
                  <a:gd name="connsiteY1" fmla="*/ 0 h 177800"/>
                  <a:gd name="connsiteX2" fmla="*/ 2495550 w 2495550"/>
                  <a:gd name="connsiteY2" fmla="*/ 0 h 177800"/>
                  <a:gd name="connsiteX3" fmla="*/ 1798712 w 2495550"/>
                  <a:gd name="connsiteY3" fmla="*/ 174625 h 177800"/>
                  <a:gd name="connsiteX4" fmla="*/ 0 w 2495550"/>
                  <a:gd name="connsiteY4" fmla="*/ 177800 h 177800"/>
                  <a:gd name="connsiteX0" fmla="*/ 0 w 2495550"/>
                  <a:gd name="connsiteY0" fmla="*/ 177800 h 196850"/>
                  <a:gd name="connsiteX1" fmla="*/ 649213 w 2495550"/>
                  <a:gd name="connsiteY1" fmla="*/ 0 h 196850"/>
                  <a:gd name="connsiteX2" fmla="*/ 2495550 w 2495550"/>
                  <a:gd name="connsiteY2" fmla="*/ 0 h 196850"/>
                  <a:gd name="connsiteX3" fmla="*/ 1865387 w 2495550"/>
                  <a:gd name="connsiteY3" fmla="*/ 196850 h 196850"/>
                  <a:gd name="connsiteX4" fmla="*/ 0 w 2495550"/>
                  <a:gd name="connsiteY4" fmla="*/ 177800 h 196850"/>
                  <a:gd name="connsiteX0" fmla="*/ 0 w 2501900"/>
                  <a:gd name="connsiteY0" fmla="*/ 177800 h 196850"/>
                  <a:gd name="connsiteX1" fmla="*/ 649213 w 2501900"/>
                  <a:gd name="connsiteY1" fmla="*/ 0 h 196850"/>
                  <a:gd name="connsiteX2" fmla="*/ 2501900 w 2501900"/>
                  <a:gd name="connsiteY2" fmla="*/ 0 h 196850"/>
                  <a:gd name="connsiteX3" fmla="*/ 1865387 w 2501900"/>
                  <a:gd name="connsiteY3" fmla="*/ 196850 h 196850"/>
                  <a:gd name="connsiteX4" fmla="*/ 0 w 2501900"/>
                  <a:gd name="connsiteY4" fmla="*/ 177800 h 196850"/>
                  <a:gd name="connsiteX0" fmla="*/ 0 w 2501900"/>
                  <a:gd name="connsiteY0" fmla="*/ 196850 h 215900"/>
                  <a:gd name="connsiteX1" fmla="*/ 722238 w 2501900"/>
                  <a:gd name="connsiteY1" fmla="*/ 0 h 215900"/>
                  <a:gd name="connsiteX2" fmla="*/ 2501900 w 2501900"/>
                  <a:gd name="connsiteY2" fmla="*/ 19050 h 215900"/>
                  <a:gd name="connsiteX3" fmla="*/ 1865387 w 2501900"/>
                  <a:gd name="connsiteY3" fmla="*/ 215900 h 215900"/>
                  <a:gd name="connsiteX4" fmla="*/ 0 w 2501900"/>
                  <a:gd name="connsiteY4" fmla="*/ 196850 h 2159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2501900" h="215900">
                    <a:moveTo>
                      <a:pt x="0" y="196850"/>
                    </a:moveTo>
                    <a:lnTo>
                      <a:pt x="722238" y="0"/>
                    </a:lnTo>
                    <a:lnTo>
                      <a:pt x="2501900" y="19050"/>
                    </a:lnTo>
                    <a:lnTo>
                      <a:pt x="1865387" y="215900"/>
                    </a:lnTo>
                    <a:lnTo>
                      <a:pt x="0" y="196850"/>
                    </a:lnTo>
                    <a:close/>
                  </a:path>
                </a:pathLst>
              </a:custGeom>
              <a:solidFill>
                <a:schemeClr val="bg1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84648" tIns="42325" rIns="84648" bIns="42325" anchor="ctr"/>
              <a:lstStyle/>
              <a:p>
                <a:pPr algn="ctr">
                  <a:defRPr/>
                </a:pPr>
                <a:endParaRPr lang="zh-CN" altLang="en-US" sz="2351" dirty="0">
                  <a:cs typeface="+mn-ea"/>
                  <a:sym typeface="+mn-lt"/>
                </a:endParaRPr>
              </a:p>
            </p:txBody>
          </p:sp>
          <p:sp>
            <p:nvSpPr>
              <p:cNvPr id="11" name="平行四边形 10"/>
              <p:cNvSpPr/>
              <p:nvPr/>
            </p:nvSpPr>
            <p:spPr>
              <a:xfrm flipH="1">
                <a:off x="1022760" y="1904388"/>
                <a:ext cx="3337794" cy="346509"/>
              </a:xfrm>
              <a:custGeom>
                <a:avLst/>
                <a:gdLst>
                  <a:gd name="connsiteX0" fmla="*/ 0 w 2505075"/>
                  <a:gd name="connsiteY0" fmla="*/ 349250 h 349250"/>
                  <a:gd name="connsiteX1" fmla="*/ 658738 w 2505075"/>
                  <a:gd name="connsiteY1" fmla="*/ 0 h 349250"/>
                  <a:gd name="connsiteX2" fmla="*/ 2505075 w 2505075"/>
                  <a:gd name="connsiteY2" fmla="*/ 0 h 349250"/>
                  <a:gd name="connsiteX3" fmla="*/ 1846337 w 2505075"/>
                  <a:gd name="connsiteY3" fmla="*/ 349250 h 349250"/>
                  <a:gd name="connsiteX4" fmla="*/ 0 w 2505075"/>
                  <a:gd name="connsiteY4" fmla="*/ 349250 h 349250"/>
                  <a:gd name="connsiteX0" fmla="*/ 0 w 2495550"/>
                  <a:gd name="connsiteY0" fmla="*/ 177800 h 349250"/>
                  <a:gd name="connsiteX1" fmla="*/ 649213 w 2495550"/>
                  <a:gd name="connsiteY1" fmla="*/ 0 h 349250"/>
                  <a:gd name="connsiteX2" fmla="*/ 2495550 w 2495550"/>
                  <a:gd name="connsiteY2" fmla="*/ 0 h 349250"/>
                  <a:gd name="connsiteX3" fmla="*/ 1836812 w 2495550"/>
                  <a:gd name="connsiteY3" fmla="*/ 349250 h 349250"/>
                  <a:gd name="connsiteX4" fmla="*/ 0 w 2495550"/>
                  <a:gd name="connsiteY4" fmla="*/ 177800 h 349250"/>
                  <a:gd name="connsiteX0" fmla="*/ 0 w 2495550"/>
                  <a:gd name="connsiteY0" fmla="*/ 177800 h 177800"/>
                  <a:gd name="connsiteX1" fmla="*/ 649213 w 2495550"/>
                  <a:gd name="connsiteY1" fmla="*/ 0 h 177800"/>
                  <a:gd name="connsiteX2" fmla="*/ 2495550 w 2495550"/>
                  <a:gd name="connsiteY2" fmla="*/ 0 h 177800"/>
                  <a:gd name="connsiteX3" fmla="*/ 1798712 w 2495550"/>
                  <a:gd name="connsiteY3" fmla="*/ 174625 h 177800"/>
                  <a:gd name="connsiteX4" fmla="*/ 0 w 2495550"/>
                  <a:gd name="connsiteY4" fmla="*/ 177800 h 177800"/>
                  <a:gd name="connsiteX0" fmla="*/ 0 w 2495550"/>
                  <a:gd name="connsiteY0" fmla="*/ 177800 h 196850"/>
                  <a:gd name="connsiteX1" fmla="*/ 649213 w 2495550"/>
                  <a:gd name="connsiteY1" fmla="*/ 0 h 196850"/>
                  <a:gd name="connsiteX2" fmla="*/ 2495550 w 2495550"/>
                  <a:gd name="connsiteY2" fmla="*/ 0 h 196850"/>
                  <a:gd name="connsiteX3" fmla="*/ 1865387 w 2495550"/>
                  <a:gd name="connsiteY3" fmla="*/ 196850 h 196850"/>
                  <a:gd name="connsiteX4" fmla="*/ 0 w 2495550"/>
                  <a:gd name="connsiteY4" fmla="*/ 177800 h 196850"/>
                  <a:gd name="connsiteX0" fmla="*/ 0 w 2501900"/>
                  <a:gd name="connsiteY0" fmla="*/ 177800 h 196850"/>
                  <a:gd name="connsiteX1" fmla="*/ 649213 w 2501900"/>
                  <a:gd name="connsiteY1" fmla="*/ 0 h 196850"/>
                  <a:gd name="connsiteX2" fmla="*/ 2501900 w 2501900"/>
                  <a:gd name="connsiteY2" fmla="*/ 0 h 196850"/>
                  <a:gd name="connsiteX3" fmla="*/ 1865387 w 2501900"/>
                  <a:gd name="connsiteY3" fmla="*/ 196850 h 196850"/>
                  <a:gd name="connsiteX4" fmla="*/ 0 w 2501900"/>
                  <a:gd name="connsiteY4" fmla="*/ 177800 h 196850"/>
                  <a:gd name="connsiteX0" fmla="*/ 0 w 2501900"/>
                  <a:gd name="connsiteY0" fmla="*/ 196850 h 215900"/>
                  <a:gd name="connsiteX1" fmla="*/ 722238 w 2501900"/>
                  <a:gd name="connsiteY1" fmla="*/ 0 h 215900"/>
                  <a:gd name="connsiteX2" fmla="*/ 2501900 w 2501900"/>
                  <a:gd name="connsiteY2" fmla="*/ 19050 h 215900"/>
                  <a:gd name="connsiteX3" fmla="*/ 1865387 w 2501900"/>
                  <a:gd name="connsiteY3" fmla="*/ 215900 h 215900"/>
                  <a:gd name="connsiteX4" fmla="*/ 0 w 2501900"/>
                  <a:gd name="connsiteY4" fmla="*/ 196850 h 2159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2501900" h="215900">
                    <a:moveTo>
                      <a:pt x="0" y="196850"/>
                    </a:moveTo>
                    <a:lnTo>
                      <a:pt x="722238" y="0"/>
                    </a:lnTo>
                    <a:lnTo>
                      <a:pt x="2501900" y="19050"/>
                    </a:lnTo>
                    <a:lnTo>
                      <a:pt x="1865387" y="215900"/>
                    </a:lnTo>
                    <a:lnTo>
                      <a:pt x="0" y="196850"/>
                    </a:lnTo>
                    <a:close/>
                  </a:path>
                </a:pathLst>
              </a:custGeom>
              <a:solidFill>
                <a:schemeClr val="bg1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84648" tIns="42325" rIns="84648" bIns="42325" anchor="ctr"/>
              <a:lstStyle/>
              <a:p>
                <a:pPr algn="ctr">
                  <a:defRPr/>
                </a:pPr>
                <a:endParaRPr lang="zh-CN" altLang="en-US" sz="2351" dirty="0">
                  <a:cs typeface="+mn-ea"/>
                  <a:sym typeface="+mn-lt"/>
                </a:endParaRPr>
              </a:p>
            </p:txBody>
          </p:sp>
          <p:sp>
            <p:nvSpPr>
              <p:cNvPr id="12" name="平行四边形 10"/>
              <p:cNvSpPr/>
              <p:nvPr/>
            </p:nvSpPr>
            <p:spPr>
              <a:xfrm flipH="1">
                <a:off x="1022760" y="2739912"/>
                <a:ext cx="3337794" cy="346509"/>
              </a:xfrm>
              <a:custGeom>
                <a:avLst/>
                <a:gdLst>
                  <a:gd name="connsiteX0" fmla="*/ 0 w 2505075"/>
                  <a:gd name="connsiteY0" fmla="*/ 349250 h 349250"/>
                  <a:gd name="connsiteX1" fmla="*/ 658738 w 2505075"/>
                  <a:gd name="connsiteY1" fmla="*/ 0 h 349250"/>
                  <a:gd name="connsiteX2" fmla="*/ 2505075 w 2505075"/>
                  <a:gd name="connsiteY2" fmla="*/ 0 h 349250"/>
                  <a:gd name="connsiteX3" fmla="*/ 1846337 w 2505075"/>
                  <a:gd name="connsiteY3" fmla="*/ 349250 h 349250"/>
                  <a:gd name="connsiteX4" fmla="*/ 0 w 2505075"/>
                  <a:gd name="connsiteY4" fmla="*/ 349250 h 349250"/>
                  <a:gd name="connsiteX0" fmla="*/ 0 w 2495550"/>
                  <a:gd name="connsiteY0" fmla="*/ 177800 h 349250"/>
                  <a:gd name="connsiteX1" fmla="*/ 649213 w 2495550"/>
                  <a:gd name="connsiteY1" fmla="*/ 0 h 349250"/>
                  <a:gd name="connsiteX2" fmla="*/ 2495550 w 2495550"/>
                  <a:gd name="connsiteY2" fmla="*/ 0 h 349250"/>
                  <a:gd name="connsiteX3" fmla="*/ 1836812 w 2495550"/>
                  <a:gd name="connsiteY3" fmla="*/ 349250 h 349250"/>
                  <a:gd name="connsiteX4" fmla="*/ 0 w 2495550"/>
                  <a:gd name="connsiteY4" fmla="*/ 177800 h 349250"/>
                  <a:gd name="connsiteX0" fmla="*/ 0 w 2495550"/>
                  <a:gd name="connsiteY0" fmla="*/ 177800 h 177800"/>
                  <a:gd name="connsiteX1" fmla="*/ 649213 w 2495550"/>
                  <a:gd name="connsiteY1" fmla="*/ 0 h 177800"/>
                  <a:gd name="connsiteX2" fmla="*/ 2495550 w 2495550"/>
                  <a:gd name="connsiteY2" fmla="*/ 0 h 177800"/>
                  <a:gd name="connsiteX3" fmla="*/ 1798712 w 2495550"/>
                  <a:gd name="connsiteY3" fmla="*/ 174625 h 177800"/>
                  <a:gd name="connsiteX4" fmla="*/ 0 w 2495550"/>
                  <a:gd name="connsiteY4" fmla="*/ 177800 h 177800"/>
                  <a:gd name="connsiteX0" fmla="*/ 0 w 2495550"/>
                  <a:gd name="connsiteY0" fmla="*/ 177800 h 196850"/>
                  <a:gd name="connsiteX1" fmla="*/ 649213 w 2495550"/>
                  <a:gd name="connsiteY1" fmla="*/ 0 h 196850"/>
                  <a:gd name="connsiteX2" fmla="*/ 2495550 w 2495550"/>
                  <a:gd name="connsiteY2" fmla="*/ 0 h 196850"/>
                  <a:gd name="connsiteX3" fmla="*/ 1865387 w 2495550"/>
                  <a:gd name="connsiteY3" fmla="*/ 196850 h 196850"/>
                  <a:gd name="connsiteX4" fmla="*/ 0 w 2495550"/>
                  <a:gd name="connsiteY4" fmla="*/ 177800 h 196850"/>
                  <a:gd name="connsiteX0" fmla="*/ 0 w 2501900"/>
                  <a:gd name="connsiteY0" fmla="*/ 177800 h 196850"/>
                  <a:gd name="connsiteX1" fmla="*/ 649213 w 2501900"/>
                  <a:gd name="connsiteY1" fmla="*/ 0 h 196850"/>
                  <a:gd name="connsiteX2" fmla="*/ 2501900 w 2501900"/>
                  <a:gd name="connsiteY2" fmla="*/ 0 h 196850"/>
                  <a:gd name="connsiteX3" fmla="*/ 1865387 w 2501900"/>
                  <a:gd name="connsiteY3" fmla="*/ 196850 h 196850"/>
                  <a:gd name="connsiteX4" fmla="*/ 0 w 2501900"/>
                  <a:gd name="connsiteY4" fmla="*/ 177800 h 196850"/>
                  <a:gd name="connsiteX0" fmla="*/ 0 w 2501900"/>
                  <a:gd name="connsiteY0" fmla="*/ 196850 h 215900"/>
                  <a:gd name="connsiteX1" fmla="*/ 722238 w 2501900"/>
                  <a:gd name="connsiteY1" fmla="*/ 0 h 215900"/>
                  <a:gd name="connsiteX2" fmla="*/ 2501900 w 2501900"/>
                  <a:gd name="connsiteY2" fmla="*/ 19050 h 215900"/>
                  <a:gd name="connsiteX3" fmla="*/ 1865387 w 2501900"/>
                  <a:gd name="connsiteY3" fmla="*/ 215900 h 215900"/>
                  <a:gd name="connsiteX4" fmla="*/ 0 w 2501900"/>
                  <a:gd name="connsiteY4" fmla="*/ 196850 h 2159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2501900" h="215900">
                    <a:moveTo>
                      <a:pt x="0" y="196850"/>
                    </a:moveTo>
                    <a:lnTo>
                      <a:pt x="722238" y="0"/>
                    </a:lnTo>
                    <a:lnTo>
                      <a:pt x="2501900" y="19050"/>
                    </a:lnTo>
                    <a:lnTo>
                      <a:pt x="1865387" y="215900"/>
                    </a:lnTo>
                    <a:lnTo>
                      <a:pt x="0" y="196850"/>
                    </a:lnTo>
                    <a:close/>
                  </a:path>
                </a:pathLst>
              </a:custGeom>
              <a:solidFill>
                <a:schemeClr val="bg1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84648" tIns="42325" rIns="84648" bIns="42325" anchor="ctr"/>
              <a:lstStyle/>
              <a:p>
                <a:pPr algn="ctr">
                  <a:defRPr/>
                </a:pPr>
                <a:endParaRPr lang="zh-CN" altLang="en-US" sz="2351" dirty="0">
                  <a:cs typeface="+mn-ea"/>
                  <a:sym typeface="+mn-lt"/>
                </a:endParaRPr>
              </a:p>
            </p:txBody>
          </p:sp>
          <p:sp>
            <p:nvSpPr>
              <p:cNvPr id="13" name="矩形 12"/>
              <p:cNvSpPr/>
              <p:nvPr/>
            </p:nvSpPr>
            <p:spPr>
              <a:xfrm>
                <a:off x="1022762" y="3056421"/>
                <a:ext cx="3471490" cy="550514"/>
              </a:xfrm>
              <a:prstGeom prst="rect">
                <a:avLst/>
              </a:prstGeom>
              <a:solidFill>
                <a:schemeClr val="tx1">
                  <a:lumMod val="65000"/>
                  <a:lumOff val="3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84648" tIns="42325" rIns="84648" bIns="42325" anchor="ctr"/>
              <a:lstStyle/>
              <a:p>
                <a:pPr algn="ctr">
                  <a:defRPr/>
                </a:pPr>
                <a:r>
                  <a:rPr lang="zh-CN" altLang="en-US" sz="1500" dirty="0">
                    <a:cs typeface="+mn-ea"/>
                    <a:sym typeface="+mn-lt"/>
                  </a:rPr>
                  <a:t>召回率（</a:t>
                </a:r>
                <a:r>
                  <a:rPr lang="en-US" altLang="zh-CN" sz="1500" dirty="0">
                    <a:cs typeface="+mn-ea"/>
                    <a:sym typeface="+mn-lt"/>
                  </a:rPr>
                  <a:t>Recall</a:t>
                </a:r>
                <a:r>
                  <a:rPr lang="zh-CN" altLang="en-US" sz="1500" dirty="0">
                    <a:cs typeface="+mn-ea"/>
                    <a:sym typeface="+mn-lt"/>
                  </a:rPr>
                  <a:t>）</a:t>
                </a:r>
                <a:endParaRPr lang="zh-CN" altLang="en-US" sz="1500" dirty="0">
                  <a:cs typeface="+mn-ea"/>
                  <a:sym typeface="+mn-lt"/>
                </a:endParaRPr>
              </a:p>
            </p:txBody>
          </p:sp>
          <p:sp>
            <p:nvSpPr>
              <p:cNvPr id="14" name="矩形 13"/>
              <p:cNvSpPr/>
              <p:nvPr/>
            </p:nvSpPr>
            <p:spPr>
              <a:xfrm>
                <a:off x="1022762" y="2219397"/>
                <a:ext cx="3471491" cy="552016"/>
              </a:xfrm>
              <a:prstGeom prst="rect">
                <a:avLst/>
              </a:prstGeom>
              <a:solidFill>
                <a:schemeClr val="tx1">
                  <a:lumMod val="65000"/>
                  <a:lumOff val="3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84648" tIns="42325" rIns="84648" bIns="42325" anchor="ctr"/>
              <a:lstStyle/>
              <a:p>
                <a:pPr>
                  <a:defRPr/>
                </a:pPr>
                <a:r>
                  <a:rPr lang="zh-CN" altLang="en-US" sz="1500" dirty="0">
                    <a:cs typeface="+mn-ea"/>
                    <a:sym typeface="+mn-lt"/>
                  </a:rPr>
                  <a:t>精確率（</a:t>
                </a:r>
                <a:r>
                  <a:rPr lang="en-US" altLang="zh-CN" sz="1500" dirty="0" smtClean="0">
                    <a:cs typeface="+mn-ea"/>
                    <a:sym typeface="+mn-lt"/>
                  </a:rPr>
                  <a:t>Precision</a:t>
                </a:r>
                <a:r>
                  <a:rPr lang="zh-TW" altLang="en-US" sz="1500" dirty="0">
                    <a:cs typeface="+mn-ea"/>
                    <a:sym typeface="+mn-lt"/>
                  </a:rPr>
                  <a:t>）</a:t>
                </a:r>
                <a:endParaRPr lang="zh-CN" altLang="en-US" sz="1500" dirty="0">
                  <a:cs typeface="+mn-ea"/>
                  <a:sym typeface="+mn-lt"/>
                </a:endParaRPr>
              </a:p>
            </p:txBody>
          </p:sp>
          <p:sp>
            <p:nvSpPr>
              <p:cNvPr id="15" name="任意多边形 7"/>
              <p:cNvSpPr/>
              <p:nvPr/>
            </p:nvSpPr>
            <p:spPr>
              <a:xfrm>
                <a:off x="1022759" y="1740884"/>
                <a:ext cx="3366298" cy="499513"/>
              </a:xfrm>
              <a:custGeom>
                <a:avLst/>
                <a:gdLst>
                  <a:gd name="connsiteX0" fmla="*/ 1587500 w 2540000"/>
                  <a:gd name="connsiteY0" fmla="*/ 0 h 355600"/>
                  <a:gd name="connsiteX1" fmla="*/ 2540000 w 2540000"/>
                  <a:gd name="connsiteY1" fmla="*/ 355600 h 355600"/>
                  <a:gd name="connsiteX2" fmla="*/ 609600 w 2540000"/>
                  <a:gd name="connsiteY2" fmla="*/ 342900 h 355600"/>
                  <a:gd name="connsiteX3" fmla="*/ 0 w 2540000"/>
                  <a:gd name="connsiteY3" fmla="*/ 152400 h 355600"/>
                  <a:gd name="connsiteX4" fmla="*/ 1701800 w 2540000"/>
                  <a:gd name="connsiteY4" fmla="*/ 25400 h 355600"/>
                  <a:gd name="connsiteX5" fmla="*/ 1701800 w 2540000"/>
                  <a:gd name="connsiteY5" fmla="*/ 25400 h 355600"/>
                  <a:gd name="connsiteX6" fmla="*/ 1701800 w 2540000"/>
                  <a:gd name="connsiteY6" fmla="*/ 25400 h 355600"/>
                  <a:gd name="connsiteX0" fmla="*/ 1492250 w 2540000"/>
                  <a:gd name="connsiteY0" fmla="*/ 19050 h 330200"/>
                  <a:gd name="connsiteX1" fmla="*/ 2540000 w 2540000"/>
                  <a:gd name="connsiteY1" fmla="*/ 330200 h 330200"/>
                  <a:gd name="connsiteX2" fmla="*/ 609600 w 2540000"/>
                  <a:gd name="connsiteY2" fmla="*/ 317500 h 330200"/>
                  <a:gd name="connsiteX3" fmla="*/ 0 w 2540000"/>
                  <a:gd name="connsiteY3" fmla="*/ 127000 h 330200"/>
                  <a:gd name="connsiteX4" fmla="*/ 1701800 w 2540000"/>
                  <a:gd name="connsiteY4" fmla="*/ 0 h 330200"/>
                  <a:gd name="connsiteX5" fmla="*/ 1701800 w 2540000"/>
                  <a:gd name="connsiteY5" fmla="*/ 0 h 330200"/>
                  <a:gd name="connsiteX6" fmla="*/ 1701800 w 2540000"/>
                  <a:gd name="connsiteY6" fmla="*/ 0 h 330200"/>
                  <a:gd name="connsiteX0" fmla="*/ 1492250 w 2540000"/>
                  <a:gd name="connsiteY0" fmla="*/ 19050 h 330200"/>
                  <a:gd name="connsiteX1" fmla="*/ 2540000 w 2540000"/>
                  <a:gd name="connsiteY1" fmla="*/ 330200 h 330200"/>
                  <a:gd name="connsiteX2" fmla="*/ 609600 w 2540000"/>
                  <a:gd name="connsiteY2" fmla="*/ 317500 h 330200"/>
                  <a:gd name="connsiteX3" fmla="*/ 0 w 2540000"/>
                  <a:gd name="connsiteY3" fmla="*/ 127000 h 330200"/>
                  <a:gd name="connsiteX4" fmla="*/ 1701800 w 2540000"/>
                  <a:gd name="connsiteY4" fmla="*/ 0 h 330200"/>
                  <a:gd name="connsiteX5" fmla="*/ 1701800 w 2540000"/>
                  <a:gd name="connsiteY5" fmla="*/ 0 h 330200"/>
                  <a:gd name="connsiteX6" fmla="*/ 1504950 w 2540000"/>
                  <a:gd name="connsiteY6" fmla="*/ 25400 h 330200"/>
                  <a:gd name="connsiteX0" fmla="*/ 1492250 w 2540000"/>
                  <a:gd name="connsiteY0" fmla="*/ 19050 h 330200"/>
                  <a:gd name="connsiteX1" fmla="*/ 2540000 w 2540000"/>
                  <a:gd name="connsiteY1" fmla="*/ 330200 h 330200"/>
                  <a:gd name="connsiteX2" fmla="*/ 609600 w 2540000"/>
                  <a:gd name="connsiteY2" fmla="*/ 317500 h 330200"/>
                  <a:gd name="connsiteX3" fmla="*/ 0 w 2540000"/>
                  <a:gd name="connsiteY3" fmla="*/ 127000 h 330200"/>
                  <a:gd name="connsiteX4" fmla="*/ 1701800 w 2540000"/>
                  <a:gd name="connsiteY4" fmla="*/ 0 h 330200"/>
                  <a:gd name="connsiteX5" fmla="*/ 1504950 w 2540000"/>
                  <a:gd name="connsiteY5" fmla="*/ 25400 h 330200"/>
                  <a:gd name="connsiteX0" fmla="*/ 1492250 w 2540000"/>
                  <a:gd name="connsiteY0" fmla="*/ 0 h 311150"/>
                  <a:gd name="connsiteX1" fmla="*/ 2540000 w 2540000"/>
                  <a:gd name="connsiteY1" fmla="*/ 311150 h 311150"/>
                  <a:gd name="connsiteX2" fmla="*/ 609600 w 2540000"/>
                  <a:gd name="connsiteY2" fmla="*/ 298450 h 311150"/>
                  <a:gd name="connsiteX3" fmla="*/ 0 w 2540000"/>
                  <a:gd name="connsiteY3" fmla="*/ 107950 h 311150"/>
                  <a:gd name="connsiteX4" fmla="*/ 1504950 w 2540000"/>
                  <a:gd name="connsiteY4" fmla="*/ 6350 h 311150"/>
                  <a:gd name="connsiteX0" fmla="*/ 1479550 w 2527300"/>
                  <a:gd name="connsiteY0" fmla="*/ 0 h 311150"/>
                  <a:gd name="connsiteX1" fmla="*/ 2527300 w 2527300"/>
                  <a:gd name="connsiteY1" fmla="*/ 311150 h 311150"/>
                  <a:gd name="connsiteX2" fmla="*/ 596900 w 2527300"/>
                  <a:gd name="connsiteY2" fmla="*/ 298450 h 311150"/>
                  <a:gd name="connsiteX3" fmla="*/ 0 w 2527300"/>
                  <a:gd name="connsiteY3" fmla="*/ 114300 h 311150"/>
                  <a:gd name="connsiteX4" fmla="*/ 1492250 w 2527300"/>
                  <a:gd name="connsiteY4" fmla="*/ 6350 h 311150"/>
                  <a:gd name="connsiteX0" fmla="*/ 1479550 w 2527300"/>
                  <a:gd name="connsiteY0" fmla="*/ 0 h 311150"/>
                  <a:gd name="connsiteX1" fmla="*/ 2527300 w 2527300"/>
                  <a:gd name="connsiteY1" fmla="*/ 311150 h 311150"/>
                  <a:gd name="connsiteX2" fmla="*/ 596900 w 2527300"/>
                  <a:gd name="connsiteY2" fmla="*/ 298450 h 311150"/>
                  <a:gd name="connsiteX3" fmla="*/ 0 w 2527300"/>
                  <a:gd name="connsiteY3" fmla="*/ 114300 h 311150"/>
                  <a:gd name="connsiteX4" fmla="*/ 1492250 w 2527300"/>
                  <a:gd name="connsiteY4" fmla="*/ 6350 h 311150"/>
                  <a:gd name="connsiteX5" fmla="*/ 1479550 w 2527300"/>
                  <a:gd name="connsiteY5" fmla="*/ 0 h 311150"/>
                  <a:gd name="connsiteX0" fmla="*/ 0 w 2527300"/>
                  <a:gd name="connsiteY0" fmla="*/ 114300 h 311150"/>
                  <a:gd name="connsiteX1" fmla="*/ 1492250 w 2527300"/>
                  <a:gd name="connsiteY1" fmla="*/ 6350 h 311150"/>
                  <a:gd name="connsiteX2" fmla="*/ 1479550 w 2527300"/>
                  <a:gd name="connsiteY2" fmla="*/ 0 h 311150"/>
                  <a:gd name="connsiteX3" fmla="*/ 2527300 w 2527300"/>
                  <a:gd name="connsiteY3" fmla="*/ 311150 h 311150"/>
                  <a:gd name="connsiteX4" fmla="*/ 596900 w 2527300"/>
                  <a:gd name="connsiteY4" fmla="*/ 298450 h 311150"/>
                  <a:gd name="connsiteX5" fmla="*/ 91440 w 2527300"/>
                  <a:gd name="connsiteY5" fmla="*/ 205740 h 311150"/>
                  <a:gd name="connsiteX0" fmla="*/ 0 w 2527300"/>
                  <a:gd name="connsiteY0" fmla="*/ 114300 h 311150"/>
                  <a:gd name="connsiteX1" fmla="*/ 1492250 w 2527300"/>
                  <a:gd name="connsiteY1" fmla="*/ 6350 h 311150"/>
                  <a:gd name="connsiteX2" fmla="*/ 1479550 w 2527300"/>
                  <a:gd name="connsiteY2" fmla="*/ 0 h 311150"/>
                  <a:gd name="connsiteX3" fmla="*/ 2527300 w 2527300"/>
                  <a:gd name="connsiteY3" fmla="*/ 311150 h 311150"/>
                  <a:gd name="connsiteX4" fmla="*/ 596900 w 2527300"/>
                  <a:gd name="connsiteY4" fmla="*/ 298450 h 311150"/>
                  <a:gd name="connsiteX5" fmla="*/ 21590 w 2527300"/>
                  <a:gd name="connsiteY5" fmla="*/ 135890 h 311150"/>
                  <a:gd name="connsiteX0" fmla="*/ 0 w 2517775"/>
                  <a:gd name="connsiteY0" fmla="*/ 114300 h 311150"/>
                  <a:gd name="connsiteX1" fmla="*/ 1482725 w 2517775"/>
                  <a:gd name="connsiteY1" fmla="*/ 6350 h 311150"/>
                  <a:gd name="connsiteX2" fmla="*/ 1470025 w 2517775"/>
                  <a:gd name="connsiteY2" fmla="*/ 0 h 311150"/>
                  <a:gd name="connsiteX3" fmla="*/ 2517775 w 2517775"/>
                  <a:gd name="connsiteY3" fmla="*/ 311150 h 311150"/>
                  <a:gd name="connsiteX4" fmla="*/ 587375 w 2517775"/>
                  <a:gd name="connsiteY4" fmla="*/ 298450 h 311150"/>
                  <a:gd name="connsiteX5" fmla="*/ 12065 w 2517775"/>
                  <a:gd name="connsiteY5" fmla="*/ 135890 h 311150"/>
                  <a:gd name="connsiteX0" fmla="*/ 0 w 2517775"/>
                  <a:gd name="connsiteY0" fmla="*/ 114300 h 311150"/>
                  <a:gd name="connsiteX1" fmla="*/ 1482725 w 2517775"/>
                  <a:gd name="connsiteY1" fmla="*/ 6350 h 311150"/>
                  <a:gd name="connsiteX2" fmla="*/ 1470025 w 2517775"/>
                  <a:gd name="connsiteY2" fmla="*/ 0 h 311150"/>
                  <a:gd name="connsiteX3" fmla="*/ 2517775 w 2517775"/>
                  <a:gd name="connsiteY3" fmla="*/ 311150 h 311150"/>
                  <a:gd name="connsiteX4" fmla="*/ 587375 w 2517775"/>
                  <a:gd name="connsiteY4" fmla="*/ 298450 h 311150"/>
                  <a:gd name="connsiteX5" fmla="*/ 2540 w 2517775"/>
                  <a:gd name="connsiteY5" fmla="*/ 119221 h 31115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</a:cxnLst>
                <a:rect l="l" t="t" r="r" b="b"/>
                <a:pathLst>
                  <a:path w="2517775" h="311150">
                    <a:moveTo>
                      <a:pt x="0" y="114300"/>
                    </a:moveTo>
                    <a:lnTo>
                      <a:pt x="1482725" y="6350"/>
                    </a:lnTo>
                    <a:lnTo>
                      <a:pt x="1470025" y="0"/>
                    </a:lnTo>
                    <a:lnTo>
                      <a:pt x="2517775" y="311150"/>
                    </a:lnTo>
                    <a:lnTo>
                      <a:pt x="587375" y="298450"/>
                    </a:lnTo>
                    <a:lnTo>
                      <a:pt x="2540" y="119221"/>
                    </a:lnTo>
                  </a:path>
                </a:pathLst>
              </a:custGeom>
              <a:no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84648" tIns="42325" rIns="84648" bIns="42325" anchor="ctr"/>
              <a:lstStyle/>
              <a:p>
                <a:pPr algn="ctr">
                  <a:defRPr/>
                </a:pPr>
                <a:endParaRPr lang="zh-CN" altLang="en-US" sz="2351" dirty="0">
                  <a:cs typeface="+mn-ea"/>
                  <a:sym typeface="+mn-lt"/>
                </a:endParaRPr>
              </a:p>
            </p:txBody>
          </p:sp>
          <p:sp>
            <p:nvSpPr>
              <p:cNvPr id="16" name="矩形 15"/>
              <p:cNvSpPr/>
              <p:nvPr/>
            </p:nvSpPr>
            <p:spPr>
              <a:xfrm>
                <a:off x="1022760" y="1388376"/>
                <a:ext cx="3471493" cy="550514"/>
              </a:xfrm>
              <a:prstGeom prst="rect">
                <a:avLst/>
              </a:prstGeom>
              <a:solidFill>
                <a:schemeClr val="tx1">
                  <a:lumMod val="65000"/>
                  <a:lumOff val="3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84648" tIns="42325" rIns="84648" bIns="42325" anchor="ctr"/>
              <a:lstStyle/>
              <a:p>
                <a:pPr>
                  <a:defRPr/>
                </a:pPr>
                <a:r>
                  <a:rPr lang="zh-CN" altLang="en-US" sz="1500" dirty="0" smtClean="0">
                    <a:cs typeface="+mn-ea"/>
                    <a:sym typeface="+mn-lt"/>
                  </a:rPr>
                  <a:t>準確</a:t>
                </a:r>
                <a:r>
                  <a:rPr lang="zh-TW" altLang="en-US" sz="1500" dirty="0" smtClean="0">
                    <a:cs typeface="+mn-ea"/>
                    <a:sym typeface="+mn-lt"/>
                  </a:rPr>
                  <a:t>率</a:t>
                </a:r>
                <a:r>
                  <a:rPr lang="zh-CN" altLang="en-US" sz="1500" dirty="0" smtClean="0">
                    <a:cs typeface="+mn-ea"/>
                    <a:sym typeface="+mn-lt"/>
                  </a:rPr>
                  <a:t>（</a:t>
                </a:r>
                <a:r>
                  <a:rPr lang="en-US" altLang="zh-CN" sz="1500" dirty="0">
                    <a:cs typeface="+mn-ea"/>
                    <a:sym typeface="+mn-lt"/>
                  </a:rPr>
                  <a:t>Accuracy</a:t>
                </a:r>
                <a:r>
                  <a:rPr lang="zh-CN" altLang="en-US" sz="1500" dirty="0">
                    <a:cs typeface="+mn-ea"/>
                    <a:sym typeface="+mn-lt"/>
                  </a:rPr>
                  <a:t>）</a:t>
                </a:r>
                <a:endParaRPr lang="zh-CN" altLang="en-US" sz="1500" dirty="0">
                  <a:cs typeface="+mn-ea"/>
                  <a:sym typeface="+mn-lt"/>
                </a:endParaRPr>
              </a:p>
            </p:txBody>
          </p:sp>
          <p:sp>
            <p:nvSpPr>
              <p:cNvPr id="17" name="矩形 16"/>
              <p:cNvSpPr/>
              <p:nvPr/>
            </p:nvSpPr>
            <p:spPr>
              <a:xfrm>
                <a:off x="1022762" y="3891941"/>
                <a:ext cx="3471490" cy="922868"/>
              </a:xfrm>
              <a:prstGeom prst="rect">
                <a:avLst/>
              </a:prstGeom>
              <a:solidFill>
                <a:schemeClr val="tx1">
                  <a:lumMod val="65000"/>
                  <a:lumOff val="3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84648" tIns="42325" rIns="84648" bIns="42325" anchor="ctr"/>
              <a:lstStyle/>
              <a:p>
                <a:pPr algn="ctr">
                  <a:defRPr/>
                </a:pPr>
                <a:r>
                  <a:rPr lang="en-US" altLang="zh-CN" sz="1500" dirty="0" smtClean="0">
                    <a:cs typeface="+mn-ea"/>
                    <a:sym typeface="+mn-lt"/>
                  </a:rPr>
                  <a:t>F1</a:t>
                </a:r>
                <a:endParaRPr lang="zh-CN" altLang="en-US" sz="1500" dirty="0">
                  <a:cs typeface="+mn-ea"/>
                  <a:sym typeface="+mn-lt"/>
                </a:endParaRPr>
              </a:p>
            </p:txBody>
          </p:sp>
        </p:grpSp>
        <p:sp>
          <p:nvSpPr>
            <p:cNvPr id="22" name="文本框 3"/>
            <p:cNvSpPr txBox="1"/>
            <p:nvPr/>
          </p:nvSpPr>
          <p:spPr>
            <a:xfrm>
              <a:off x="2830497" y="919048"/>
              <a:ext cx="3707131" cy="539330"/>
            </a:xfrm>
            <a:prstGeom prst="rect">
              <a:avLst/>
            </a:prstGeom>
            <a:noFill/>
          </p:spPr>
          <p:txBody>
            <a:bodyPr lIns="84648" tIns="0" rIns="84648" bIns="0" anchor="ctr"/>
            <a:lstStyle/>
            <a:p>
              <a:pPr lvl="0">
                <a:lnSpc>
                  <a:spcPct val="150000"/>
                </a:lnSpc>
                <a:defRPr/>
              </a:pPr>
              <a:r>
                <a:rPr lang="zh-TW" altLang="en-US" sz="1372" dirty="0">
                  <a:solidFill>
                    <a:schemeClr val="tx1">
                      <a:lumMod val="65000"/>
                      <a:lumOff val="35000"/>
                    </a:schemeClr>
                  </a:solidFill>
                  <a:cs typeface="+mn-ea"/>
                  <a:sym typeface="+mn-lt"/>
                </a:rPr>
                <a:t> </a:t>
              </a:r>
              <a:r>
                <a:rPr lang="en-US" altLang="zh-TW" sz="1372" dirty="0">
                  <a:solidFill>
                    <a:schemeClr val="tx1">
                      <a:lumMod val="65000"/>
                      <a:lumOff val="35000"/>
                    </a:schemeClr>
                  </a:solidFill>
                  <a:cs typeface="+mn-ea"/>
                  <a:sym typeface="+mn-lt"/>
                </a:rPr>
                <a:t>(tp+tn)/(tp+fp+fn+tn) </a:t>
              </a:r>
              <a:endParaRPr lang="en-US" altLang="zh-TW" sz="1372" dirty="0" smtClean="0">
                <a:solidFill>
                  <a:schemeClr val="tx1">
                    <a:lumMod val="65000"/>
                    <a:lumOff val="35000"/>
                  </a:schemeClr>
                </a:solidFill>
                <a:cs typeface="+mn-ea"/>
                <a:sym typeface="+mn-lt"/>
              </a:endParaRPr>
            </a:p>
            <a:p>
              <a:pPr lvl="0">
                <a:lnSpc>
                  <a:spcPct val="150000"/>
                </a:lnSpc>
                <a:defRPr/>
              </a:pPr>
              <a:r>
                <a:rPr lang="en-US" altLang="zh-TW" sz="1372" dirty="0" smtClean="0">
                  <a:solidFill>
                    <a:schemeClr val="tx1">
                      <a:lumMod val="65000"/>
                      <a:lumOff val="35000"/>
                    </a:schemeClr>
                  </a:solidFill>
                  <a:cs typeface="+mn-ea"/>
                  <a:sym typeface="+mn-lt"/>
                </a:rPr>
                <a:t>= </a:t>
              </a:r>
              <a:r>
                <a:rPr lang="zh-TW" altLang="en-US" sz="1372" dirty="0">
                  <a:solidFill>
                    <a:schemeClr val="tx1">
                      <a:lumMod val="65000"/>
                      <a:lumOff val="35000"/>
                    </a:schemeClr>
                  </a:solidFill>
                  <a:cs typeface="+mn-ea"/>
                  <a:sym typeface="+mn-lt"/>
                </a:rPr>
                <a:t>正確預測數除以預測總數 。</a:t>
              </a:r>
              <a:endParaRPr lang="zh-CN" altLang="en-US" sz="1372" dirty="0">
                <a:solidFill>
                  <a:schemeClr val="tx1">
                    <a:lumMod val="65000"/>
                    <a:lumOff val="35000"/>
                  </a:schemeClr>
                </a:solidFill>
                <a:cs typeface="+mn-ea"/>
                <a:sym typeface="+mn-lt"/>
              </a:endParaRPr>
            </a:p>
          </p:txBody>
        </p:sp>
        <p:sp>
          <p:nvSpPr>
            <p:cNvPr id="23" name="文本框 22"/>
            <p:cNvSpPr txBox="1"/>
            <p:nvPr/>
          </p:nvSpPr>
          <p:spPr>
            <a:xfrm>
              <a:off x="2881663" y="1874117"/>
              <a:ext cx="3707131" cy="539330"/>
            </a:xfrm>
            <a:prstGeom prst="rect">
              <a:avLst/>
            </a:prstGeom>
            <a:noFill/>
          </p:spPr>
          <p:txBody>
            <a:bodyPr lIns="84648" tIns="0" rIns="84648" bIns="0" anchor="ctr"/>
            <a:lstStyle/>
            <a:p>
              <a:pPr lvl="0">
                <a:lnSpc>
                  <a:spcPct val="150000"/>
                </a:lnSpc>
                <a:defRPr/>
              </a:pPr>
              <a:r>
                <a:rPr lang="en-US" altLang="zh-TW" sz="1372" dirty="0">
                  <a:solidFill>
                    <a:schemeClr val="tx1">
                      <a:lumMod val="65000"/>
                      <a:lumOff val="35000"/>
                    </a:schemeClr>
                  </a:solidFill>
                  <a:cs typeface="+mn-ea"/>
                  <a:sym typeface="+mn-lt"/>
                </a:rPr>
                <a:t>tp/(tp+fp) </a:t>
              </a:r>
              <a:r>
                <a:rPr lang="en-US" altLang="zh-TW" sz="1372" dirty="0" smtClean="0">
                  <a:solidFill>
                    <a:schemeClr val="tx1">
                      <a:lumMod val="65000"/>
                      <a:lumOff val="35000"/>
                    </a:schemeClr>
                  </a:solidFill>
                  <a:cs typeface="+mn-ea"/>
                  <a:sym typeface="+mn-lt"/>
                </a:rPr>
                <a:t>= </a:t>
              </a:r>
              <a:r>
                <a:rPr lang="zh-TW" altLang="en-US" sz="1372" dirty="0">
                  <a:solidFill>
                    <a:schemeClr val="tx1">
                      <a:lumMod val="65000"/>
                      <a:lumOff val="35000"/>
                    </a:schemeClr>
                  </a:solidFill>
                  <a:cs typeface="+mn-ea"/>
                  <a:sym typeface="+mn-lt"/>
                </a:rPr>
                <a:t>錯誤預測數除以預測總數</a:t>
              </a:r>
              <a:r>
                <a:rPr lang="zh-TW" altLang="en-US" sz="1372" dirty="0" smtClean="0">
                  <a:solidFill>
                    <a:schemeClr val="tx1">
                      <a:lumMod val="65000"/>
                      <a:lumOff val="35000"/>
                    </a:schemeClr>
                  </a:solidFill>
                  <a:cs typeface="+mn-ea"/>
                  <a:sym typeface="+mn-lt"/>
                </a:rPr>
                <a:t>，</a:t>
              </a:r>
              <a:endParaRPr lang="en-US" altLang="zh-TW" sz="1372" dirty="0" smtClean="0">
                <a:solidFill>
                  <a:schemeClr val="tx1">
                    <a:lumMod val="65000"/>
                    <a:lumOff val="35000"/>
                  </a:schemeClr>
                </a:solidFill>
                <a:cs typeface="+mn-ea"/>
                <a:sym typeface="+mn-lt"/>
              </a:endParaRPr>
            </a:p>
            <a:p>
              <a:pPr lvl="0">
                <a:lnSpc>
                  <a:spcPct val="150000"/>
                </a:lnSpc>
                <a:defRPr/>
              </a:pPr>
              <a:r>
                <a:rPr lang="zh-TW" altLang="en-US" sz="1372" dirty="0" smtClean="0">
                  <a:solidFill>
                    <a:schemeClr val="tx1">
                      <a:lumMod val="65000"/>
                      <a:lumOff val="35000"/>
                    </a:schemeClr>
                  </a:solidFill>
                  <a:cs typeface="+mn-ea"/>
                  <a:sym typeface="+mn-lt"/>
                </a:rPr>
                <a:t>即</a:t>
              </a:r>
              <a:r>
                <a:rPr lang="zh-TW" altLang="en-US" sz="1372" dirty="0">
                  <a:solidFill>
                    <a:schemeClr val="tx1">
                      <a:lumMod val="65000"/>
                      <a:lumOff val="35000"/>
                    </a:schemeClr>
                  </a:solidFill>
                  <a:cs typeface="+mn-ea"/>
                  <a:sym typeface="+mn-lt"/>
                </a:rPr>
                <a:t>陽性的樣本中有幾個是預測正確的。</a:t>
              </a:r>
              <a:endParaRPr lang="zh-CN" altLang="en-US" sz="1372" dirty="0">
                <a:solidFill>
                  <a:schemeClr val="tx1">
                    <a:lumMod val="65000"/>
                    <a:lumOff val="35000"/>
                  </a:schemeClr>
                </a:solidFill>
                <a:cs typeface="+mn-ea"/>
                <a:sym typeface="+mn-lt"/>
              </a:endParaRPr>
            </a:p>
          </p:txBody>
        </p:sp>
        <p:sp>
          <p:nvSpPr>
            <p:cNvPr id="24" name="文本框 23"/>
            <p:cNvSpPr txBox="1"/>
            <p:nvPr/>
          </p:nvSpPr>
          <p:spPr>
            <a:xfrm>
              <a:off x="2916386" y="2808188"/>
              <a:ext cx="3707131" cy="539331"/>
            </a:xfrm>
            <a:prstGeom prst="rect">
              <a:avLst/>
            </a:prstGeom>
            <a:noFill/>
          </p:spPr>
          <p:txBody>
            <a:bodyPr lIns="84648" tIns="0" rIns="84648" bIns="0" anchor="ctr"/>
            <a:lstStyle/>
            <a:p>
              <a:pPr lvl="0" algn="just" hangingPunct="0">
                <a:lnSpc>
                  <a:spcPct val="150000"/>
                </a:lnSpc>
                <a:defRPr/>
              </a:pPr>
              <a:r>
                <a:rPr lang="en-US" altLang="zh-TW" sz="1372" dirty="0" smtClean="0">
                  <a:solidFill>
                    <a:schemeClr val="tx1">
                      <a:lumMod val="65000"/>
                      <a:lumOff val="35000"/>
                    </a:schemeClr>
                  </a:solidFill>
                  <a:cs typeface="+mn-ea"/>
                  <a:sym typeface="+mn-lt"/>
                </a:rPr>
                <a:t>tp</a:t>
              </a:r>
              <a:r>
                <a:rPr lang="en-US" altLang="zh-TW" sz="1372" dirty="0">
                  <a:solidFill>
                    <a:schemeClr val="tx1">
                      <a:lumMod val="65000"/>
                      <a:lumOff val="35000"/>
                    </a:schemeClr>
                  </a:solidFill>
                  <a:cs typeface="+mn-ea"/>
                  <a:sym typeface="+mn-lt"/>
                </a:rPr>
                <a:t>/(tp+fn) = </a:t>
              </a:r>
              <a:r>
                <a:rPr lang="zh-TW" altLang="en-US" sz="1372" dirty="0">
                  <a:solidFill>
                    <a:schemeClr val="tx1">
                      <a:lumMod val="65000"/>
                      <a:lumOff val="35000"/>
                    </a:schemeClr>
                  </a:solidFill>
                  <a:cs typeface="+mn-ea"/>
                  <a:sym typeface="+mn-lt"/>
                </a:rPr>
                <a:t>正確預測為正類的樣本數除以實際正類的數目，即事實為真的樣本中有幾個是預測正確的。</a:t>
              </a:r>
              <a:endParaRPr lang="zh-CN" altLang="en-US" sz="1372" dirty="0">
                <a:solidFill>
                  <a:schemeClr val="tx1">
                    <a:lumMod val="65000"/>
                    <a:lumOff val="35000"/>
                  </a:schemeClr>
                </a:solidFill>
                <a:cs typeface="+mn-ea"/>
                <a:sym typeface="+mn-lt"/>
              </a:endParaRPr>
            </a:p>
          </p:txBody>
        </p:sp>
        <p:sp>
          <p:nvSpPr>
            <p:cNvPr id="25" name="文本框 24"/>
            <p:cNvSpPr txBox="1"/>
            <p:nvPr/>
          </p:nvSpPr>
          <p:spPr>
            <a:xfrm>
              <a:off x="2916387" y="3816300"/>
              <a:ext cx="3621242" cy="901402"/>
            </a:xfrm>
            <a:prstGeom prst="rect">
              <a:avLst/>
            </a:prstGeom>
            <a:noFill/>
          </p:spPr>
          <p:txBody>
            <a:bodyPr lIns="84648" tIns="0" rIns="84648" bIns="0" anchor="ctr"/>
            <a:lstStyle/>
            <a:p>
              <a:pPr lvl="0" algn="just" hangingPunct="0">
                <a:lnSpc>
                  <a:spcPct val="150000"/>
                </a:lnSpc>
                <a:defRPr/>
              </a:pPr>
              <a:r>
                <a:rPr lang="en-US" altLang="zh-TW" sz="1372" dirty="0">
                  <a:solidFill>
                    <a:schemeClr val="tx1">
                      <a:lumMod val="65000"/>
                      <a:lumOff val="35000"/>
                    </a:schemeClr>
                  </a:solidFill>
                  <a:cs typeface="+mn-ea"/>
                  <a:sym typeface="+mn-lt"/>
                </a:rPr>
                <a:t>2/((1/Precision)+(1/Recall)) = </a:t>
              </a:r>
              <a:r>
                <a:rPr lang="zh-TW" altLang="en-US" sz="1372" dirty="0">
                  <a:solidFill>
                    <a:schemeClr val="tx1">
                      <a:lumMod val="65000"/>
                      <a:lumOff val="35000"/>
                    </a:schemeClr>
                  </a:solidFill>
                  <a:cs typeface="+mn-ea"/>
                  <a:sym typeface="+mn-lt"/>
                </a:rPr>
                <a:t>正確預測為正類的樣本數除以預測正類的數目，即精確率與與召回率的調和平均數，最佳值為</a:t>
              </a:r>
              <a:r>
                <a:rPr lang="en-US" altLang="zh-TW" sz="1372" dirty="0">
                  <a:solidFill>
                    <a:schemeClr val="tx1">
                      <a:lumMod val="65000"/>
                      <a:lumOff val="35000"/>
                    </a:schemeClr>
                  </a:solidFill>
                  <a:cs typeface="+mn-ea"/>
                  <a:sym typeface="+mn-lt"/>
                </a:rPr>
                <a:t>1</a:t>
              </a:r>
              <a:r>
                <a:rPr lang="zh-TW" altLang="en-US" sz="1372" dirty="0">
                  <a:solidFill>
                    <a:schemeClr val="tx1">
                      <a:lumMod val="65000"/>
                      <a:lumOff val="35000"/>
                    </a:schemeClr>
                  </a:solidFill>
                  <a:cs typeface="+mn-ea"/>
                  <a:sym typeface="+mn-lt"/>
                </a:rPr>
                <a:t>、最差值為</a:t>
              </a:r>
              <a:r>
                <a:rPr lang="en-US" altLang="zh-TW" sz="1372" dirty="0">
                  <a:solidFill>
                    <a:schemeClr val="tx1">
                      <a:lumMod val="65000"/>
                      <a:lumOff val="35000"/>
                    </a:schemeClr>
                  </a:solidFill>
                  <a:cs typeface="+mn-ea"/>
                  <a:sym typeface="+mn-lt"/>
                </a:rPr>
                <a:t>0</a:t>
              </a:r>
              <a:r>
                <a:rPr lang="zh-TW" altLang="en-US" sz="1372" dirty="0">
                  <a:solidFill>
                    <a:schemeClr val="tx1">
                      <a:lumMod val="65000"/>
                      <a:lumOff val="35000"/>
                    </a:schemeClr>
                  </a:solidFill>
                  <a:cs typeface="+mn-ea"/>
                  <a:sym typeface="+mn-lt"/>
                </a:rPr>
                <a:t>。</a:t>
              </a:r>
              <a:endParaRPr lang="zh-CN" altLang="en-US" sz="1372" dirty="0">
                <a:solidFill>
                  <a:schemeClr val="tx1">
                    <a:lumMod val="65000"/>
                    <a:lumOff val="35000"/>
                  </a:schemeClr>
                </a:solidFill>
                <a:cs typeface="+mn-ea"/>
                <a:sym typeface="+mn-lt"/>
              </a:endParaRPr>
            </a:p>
          </p:txBody>
        </p:sp>
      </p:grpSp>
      <p:pic>
        <p:nvPicPr>
          <p:cNvPr id="26" name="圖片 25"/>
          <p:cNvPicPr>
            <a:picLocks noChangeAspect="1"/>
          </p:cNvPicPr>
          <p:nvPr/>
        </p:nvPicPr>
        <p:blipFill rotWithShape="1"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4619" t="18004" r="14619" b="20315"/>
          <a:stretch/>
        </p:blipFill>
        <p:spPr>
          <a:xfrm>
            <a:off x="7099304" y="3222713"/>
            <a:ext cx="1703192" cy="1484584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182715786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74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-38702" y="19047"/>
            <a:ext cx="9078530" cy="50006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矩形 1"/>
          <p:cNvSpPr/>
          <p:nvPr/>
        </p:nvSpPr>
        <p:spPr>
          <a:xfrm>
            <a:off x="1764258" y="1512044"/>
            <a:ext cx="5256584" cy="2448272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grpSp>
        <p:nvGrpSpPr>
          <p:cNvPr id="4" name="群組 3"/>
          <p:cNvGrpSpPr/>
          <p:nvPr/>
        </p:nvGrpSpPr>
        <p:grpSpPr>
          <a:xfrm>
            <a:off x="2262689" y="1709928"/>
            <a:ext cx="4475747" cy="1620456"/>
            <a:chOff x="2257063" y="1620456"/>
            <a:chExt cx="4475747" cy="1620456"/>
          </a:xfrm>
        </p:grpSpPr>
        <p:sp>
          <p:nvSpPr>
            <p:cNvPr id="3" name="椭圆 2"/>
            <p:cNvSpPr/>
            <p:nvPr/>
          </p:nvSpPr>
          <p:spPr>
            <a:xfrm>
              <a:off x="2257063" y="1620456"/>
              <a:ext cx="1620456" cy="1620456"/>
            </a:xfrm>
            <a:prstGeom prst="ellipse">
              <a:avLst/>
            </a:prstGeom>
            <a:noFill/>
            <a:ln>
              <a:solidFill>
                <a:srgbClr val="3B3837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6000" dirty="0" smtClean="0">
                  <a:solidFill>
                    <a:srgbClr val="3B3837"/>
                  </a:solidFill>
                  <a:cs typeface="+mn-ea"/>
                  <a:sym typeface="+mn-lt"/>
                </a:rPr>
                <a:t>0</a:t>
              </a:r>
              <a:r>
                <a:rPr lang="en-US" altLang="zh-TW" sz="6000" dirty="0" smtClean="0">
                  <a:solidFill>
                    <a:srgbClr val="3B3837"/>
                  </a:solidFill>
                  <a:cs typeface="+mn-ea"/>
                  <a:sym typeface="+mn-lt"/>
                </a:rPr>
                <a:t>5</a:t>
              </a:r>
              <a:endParaRPr lang="zh-CN" altLang="en-US" sz="6000" dirty="0">
                <a:solidFill>
                  <a:srgbClr val="3B3837"/>
                </a:solidFill>
                <a:cs typeface="+mn-ea"/>
                <a:sym typeface="+mn-lt"/>
              </a:endParaRPr>
            </a:p>
          </p:txBody>
        </p:sp>
        <p:sp>
          <p:nvSpPr>
            <p:cNvPr id="6" name="Rectangle 36"/>
            <p:cNvSpPr/>
            <p:nvPr/>
          </p:nvSpPr>
          <p:spPr>
            <a:xfrm>
              <a:off x="3924498" y="2232124"/>
              <a:ext cx="2808312" cy="622048"/>
            </a:xfrm>
            <a:prstGeom prst="rect">
              <a:avLst/>
            </a:prstGeom>
            <a:noFill/>
          </p:spPr>
          <p:txBody>
            <a:bodyPr wrap="square" lIns="67391" tIns="33696" rIns="67391" bIns="33696">
              <a:spAutoFit/>
            </a:bodyPr>
            <a:lstStyle/>
            <a:p>
              <a:pPr algn="ctr">
                <a:defRPr/>
              </a:pPr>
              <a:r>
                <a:rPr lang="zh-TW" altLang="en-US" sz="3600" b="1" kern="0" dirty="0" smtClean="0">
                  <a:solidFill>
                    <a:srgbClr val="3B3837"/>
                  </a:solidFill>
                  <a:latin typeface="微軟正黑體" panose="020B0604030504040204" pitchFamily="34" charset="-120"/>
                  <a:ea typeface="微軟正黑體" panose="020B0604030504040204" pitchFamily="34" charset="-120"/>
                  <a:cs typeface="+mn-ea"/>
                  <a:sym typeface="+mn-lt"/>
                </a:rPr>
                <a:t>結論</a:t>
              </a:r>
              <a:endParaRPr lang="zh-CN" altLang="en-US" sz="3600" b="1" kern="0" dirty="0">
                <a:solidFill>
                  <a:srgbClr val="3B3837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+mn-ea"/>
                <a:sym typeface="+mn-lt"/>
              </a:endParaRPr>
            </a:p>
          </p:txBody>
        </p:sp>
      </p:grpSp>
      <p:pic>
        <p:nvPicPr>
          <p:cNvPr id="7" name="图片 18"/>
          <p:cNvPicPr>
            <a:picLocks noChangeAspect="1"/>
          </p:cNvPicPr>
          <p:nvPr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 rot="164082">
            <a:off x="5665924" y="587316"/>
            <a:ext cx="490446" cy="5663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8102953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矩形 5"/>
          <p:cNvSpPr/>
          <p:nvPr/>
        </p:nvSpPr>
        <p:spPr>
          <a:xfrm>
            <a:off x="468114" y="1656060"/>
            <a:ext cx="4752528" cy="212090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zh-TW" altLang="en-US" sz="1800" dirty="0">
                <a:cs typeface="+mn-ea"/>
                <a:sym typeface="+mn-lt"/>
              </a:rPr>
              <a:t>人工智慧和機器學習已經變成現在的趨勢，從這次研究的結果我們可以知道，就算是鑽石這麼昂貴的物品，也是能透過機器學習分析出它的市場價格，想必這項技術也可以融入日常生活，並持續地帶給人類幫助。</a:t>
            </a:r>
            <a:endParaRPr lang="zh-CN" altLang="en-US" sz="1800" dirty="0">
              <a:cs typeface="+mn-ea"/>
              <a:sym typeface="+mn-lt"/>
            </a:endParaRPr>
          </a:p>
        </p:txBody>
      </p:sp>
      <p:pic>
        <p:nvPicPr>
          <p:cNvPr id="7" name="图片 6"/>
          <p:cNvPicPr>
            <a:picLocks noChangeAspect="1"/>
          </p:cNvPicPr>
          <p:nvPr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 rot="19459551">
            <a:off x="294107" y="130090"/>
            <a:ext cx="363036" cy="507865"/>
          </a:xfrm>
          <a:prstGeom prst="rect">
            <a:avLst/>
          </a:prstGeom>
        </p:spPr>
      </p:pic>
      <p:sp>
        <p:nvSpPr>
          <p:cNvPr id="8" name="Rectangle 36"/>
          <p:cNvSpPr/>
          <p:nvPr/>
        </p:nvSpPr>
        <p:spPr>
          <a:xfrm>
            <a:off x="540122" y="287908"/>
            <a:ext cx="1296144" cy="345049"/>
          </a:xfrm>
          <a:prstGeom prst="rect">
            <a:avLst/>
          </a:prstGeom>
          <a:noFill/>
        </p:spPr>
        <p:txBody>
          <a:bodyPr wrap="square" lIns="67391" tIns="33696" rIns="67391" bIns="33696">
            <a:spAutoFit/>
          </a:bodyPr>
          <a:lstStyle/>
          <a:p>
            <a:pPr algn="ctr">
              <a:defRPr/>
            </a:pPr>
            <a:r>
              <a:rPr lang="zh-TW" altLang="en-US" sz="1800" b="1" kern="0" dirty="0">
                <a:solidFill>
                  <a:srgbClr val="3B3837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+mn-ea"/>
                <a:sym typeface="+mn-lt"/>
              </a:rPr>
              <a:t>結論</a:t>
            </a:r>
            <a:endParaRPr lang="zh-CN" altLang="en-US" sz="1800" b="1" kern="0" dirty="0">
              <a:solidFill>
                <a:srgbClr val="3B3837"/>
              </a:solidFill>
              <a:latin typeface="微軟正黑體" panose="020B0604030504040204" pitchFamily="34" charset="-120"/>
              <a:ea typeface="微軟正黑體" panose="020B0604030504040204" pitchFamily="34" charset="-120"/>
              <a:cs typeface="+mn-ea"/>
              <a:sym typeface="+mn-lt"/>
            </a:endParaRPr>
          </a:p>
        </p:txBody>
      </p:sp>
      <p:pic>
        <p:nvPicPr>
          <p:cNvPr id="3" name="圖片 2"/>
          <p:cNvPicPr>
            <a:picLocks noChangeAspect="1"/>
          </p:cNvPicPr>
          <p:nvPr/>
        </p:nvPicPr>
        <p:blipFill rotWithShape="1"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387" b="3812"/>
          <a:stretch/>
        </p:blipFill>
        <p:spPr>
          <a:xfrm>
            <a:off x="5603256" y="1043000"/>
            <a:ext cx="3200171" cy="3186100"/>
          </a:xfrm>
          <a:prstGeom prst="rect">
            <a:avLst/>
          </a:prstGeom>
        </p:spPr>
      </p:pic>
      <p:pic>
        <p:nvPicPr>
          <p:cNvPr id="4" name="圖片 3"/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28754" y="1512044"/>
            <a:ext cx="1872208" cy="1872208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60974950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图片 6"/>
          <p:cNvPicPr>
            <a:picLocks noChangeAspect="1"/>
          </p:cNvPicPr>
          <p:nvPr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 rot="19459551">
            <a:off x="294107" y="130090"/>
            <a:ext cx="363036" cy="507865"/>
          </a:xfrm>
          <a:prstGeom prst="rect">
            <a:avLst/>
          </a:prstGeom>
        </p:spPr>
      </p:pic>
      <p:sp>
        <p:nvSpPr>
          <p:cNvPr id="8" name="Rectangle 36"/>
          <p:cNvSpPr/>
          <p:nvPr/>
        </p:nvSpPr>
        <p:spPr>
          <a:xfrm>
            <a:off x="540122" y="287908"/>
            <a:ext cx="1296144" cy="345049"/>
          </a:xfrm>
          <a:prstGeom prst="rect">
            <a:avLst/>
          </a:prstGeom>
          <a:noFill/>
        </p:spPr>
        <p:txBody>
          <a:bodyPr wrap="square" lIns="67391" tIns="33696" rIns="67391" bIns="33696">
            <a:spAutoFit/>
          </a:bodyPr>
          <a:lstStyle/>
          <a:p>
            <a:pPr algn="ctr">
              <a:defRPr/>
            </a:pPr>
            <a:r>
              <a:rPr lang="zh-TW" altLang="en-US" sz="1800" b="1" kern="0" dirty="0">
                <a:solidFill>
                  <a:srgbClr val="3B3837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+mn-ea"/>
                <a:sym typeface="+mn-lt"/>
              </a:rPr>
              <a:t>優點</a:t>
            </a:r>
            <a:endParaRPr lang="zh-CN" altLang="en-US" sz="1800" b="1" kern="0" dirty="0">
              <a:solidFill>
                <a:srgbClr val="3B3837"/>
              </a:solidFill>
              <a:latin typeface="微軟正黑體" panose="020B0604030504040204" pitchFamily="34" charset="-120"/>
              <a:ea typeface="微軟正黑體" panose="020B0604030504040204" pitchFamily="34" charset="-120"/>
              <a:cs typeface="+mn-ea"/>
              <a:sym typeface="+mn-lt"/>
            </a:endParaRPr>
          </a:p>
        </p:txBody>
      </p:sp>
      <p:sp>
        <p:nvSpPr>
          <p:cNvPr id="12" name="文本框 7"/>
          <p:cNvSpPr txBox="1">
            <a:spLocks noChangeArrowheads="1"/>
          </p:cNvSpPr>
          <p:nvPr/>
        </p:nvSpPr>
        <p:spPr bwMode="auto">
          <a:xfrm>
            <a:off x="396105" y="935980"/>
            <a:ext cx="5760641" cy="187220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67391" tIns="33696" rIns="67391" bIns="33696"/>
          <a:lstStyle>
            <a:lvl1pPr>
              <a:defRPr sz="3200">
                <a:solidFill>
                  <a:schemeClr val="tx1"/>
                </a:solidFill>
                <a:latin typeface="Arial Narrow" pitchFamily="34" charset="0"/>
                <a:ea typeface="微软雅黑" pitchFamily="34" charset="-122"/>
              </a:defRPr>
            </a:lvl1pPr>
            <a:lvl2pPr>
              <a:defRPr sz="2800">
                <a:solidFill>
                  <a:schemeClr val="tx1"/>
                </a:solidFill>
                <a:latin typeface="Arial Narrow" pitchFamily="34" charset="0"/>
                <a:ea typeface="微软雅黑" pitchFamily="34" charset="-122"/>
              </a:defRPr>
            </a:lvl2pPr>
            <a:lvl3pPr>
              <a:defRPr sz="2400">
                <a:solidFill>
                  <a:schemeClr val="tx1"/>
                </a:solidFill>
                <a:latin typeface="Arial Narrow" pitchFamily="34" charset="0"/>
                <a:ea typeface="微软雅黑" pitchFamily="34" charset="-122"/>
              </a:defRPr>
            </a:lvl3pPr>
            <a:lvl4pPr>
              <a:defRPr sz="2000">
                <a:solidFill>
                  <a:schemeClr val="tx1"/>
                </a:solidFill>
                <a:latin typeface="Arial Narrow" pitchFamily="34" charset="0"/>
                <a:ea typeface="微软雅黑" pitchFamily="34" charset="-122"/>
              </a:defRPr>
            </a:lvl4pPr>
            <a:lvl5pPr>
              <a:defRPr sz="2000">
                <a:solidFill>
                  <a:schemeClr val="tx1"/>
                </a:solidFill>
                <a:latin typeface="Arial Narrow" pitchFamily="34" charset="0"/>
                <a:ea typeface="微软雅黑" pitchFamily="34" charset="-122"/>
              </a:defRPr>
            </a:lvl5pPr>
            <a:lvl6pPr eaLnBrk="0" fontAlgn="base" hangingPunct="0"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Arial Narrow" pitchFamily="34" charset="0"/>
                <a:ea typeface="微软雅黑" pitchFamily="34" charset="-122"/>
              </a:defRPr>
            </a:lvl6pPr>
            <a:lvl7pPr eaLnBrk="0" fontAlgn="base" hangingPunct="0"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Arial Narrow" pitchFamily="34" charset="0"/>
                <a:ea typeface="微软雅黑" pitchFamily="34" charset="-122"/>
              </a:defRPr>
            </a:lvl7pPr>
            <a:lvl8pPr eaLnBrk="0" fontAlgn="base" hangingPunct="0"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Arial Narrow" pitchFamily="34" charset="0"/>
                <a:ea typeface="微软雅黑" pitchFamily="34" charset="-122"/>
              </a:defRPr>
            </a:lvl8pPr>
            <a:lvl9pPr eaLnBrk="0" fontAlgn="base" hangingPunct="0"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Arial Narrow" pitchFamily="34" charset="0"/>
                <a:ea typeface="微软雅黑" pitchFamily="34" charset="-122"/>
              </a:defRPr>
            </a:lvl9pPr>
          </a:lstStyle>
          <a:p>
            <a:pPr marL="285750" indent="-285750">
              <a:lnSpc>
                <a:spcPct val="150000"/>
              </a:lnSpc>
              <a:spcBef>
                <a:spcPts val="295"/>
              </a:spcBef>
              <a:buFont typeface="Wingdings" panose="05000000000000000000" pitchFamily="2" charset="2"/>
              <a:buChar char="n"/>
            </a:pPr>
            <a:r>
              <a:rPr lang="zh-TW" altLang="en-US" sz="1600" b="1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+mn-ea"/>
                <a:sym typeface="+mn-lt"/>
              </a:rPr>
              <a:t>使用</a:t>
            </a:r>
            <a:r>
              <a:rPr lang="en-US" altLang="zh-TW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+mn-ea"/>
                <a:sym typeface="+mn-lt"/>
              </a:rPr>
              <a:t>Bagging</a:t>
            </a:r>
            <a:r>
              <a:rPr lang="zh-TW" altLang="en-US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+mn-ea"/>
                <a:sym typeface="+mn-lt"/>
              </a:rPr>
              <a:t>來提高</a:t>
            </a:r>
            <a:r>
              <a:rPr lang="en-US" altLang="zh-TW" sz="1600" b="1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+mn-ea"/>
                <a:sym typeface="+mn-lt"/>
              </a:rPr>
              <a:t>Score</a:t>
            </a:r>
            <a:r>
              <a:rPr lang="zh-TW" altLang="en-US" sz="1600" b="1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+mn-ea"/>
                <a:sym typeface="+mn-lt"/>
              </a:rPr>
              <a:t>。</a:t>
            </a:r>
            <a:endParaRPr lang="en-US" altLang="zh-TW" sz="1600" b="1" dirty="0">
              <a:solidFill>
                <a:schemeClr val="tx1">
                  <a:lumMod val="75000"/>
                  <a:lumOff val="25000"/>
                </a:schemeClr>
              </a:solidFill>
              <a:latin typeface="微軟正黑體" panose="020B0604030504040204" pitchFamily="34" charset="-120"/>
              <a:ea typeface="微軟正黑體" panose="020B0604030504040204" pitchFamily="34" charset="-120"/>
              <a:cs typeface="+mn-ea"/>
              <a:sym typeface="+mn-lt"/>
            </a:endParaRPr>
          </a:p>
          <a:p>
            <a:pPr marL="285750" indent="-285750">
              <a:lnSpc>
                <a:spcPct val="150000"/>
              </a:lnSpc>
              <a:spcBef>
                <a:spcPts val="295"/>
              </a:spcBef>
              <a:buFont typeface="Wingdings" panose="05000000000000000000" pitchFamily="2" charset="2"/>
              <a:buChar char="n"/>
            </a:pPr>
            <a:r>
              <a:rPr lang="zh-TW" altLang="en-US" sz="1600" b="1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+mn-ea"/>
                <a:sym typeface="+mn-lt"/>
              </a:rPr>
              <a:t>因</a:t>
            </a:r>
            <a:r>
              <a:rPr lang="zh-TW" altLang="en-US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+mn-ea"/>
                <a:sym typeface="+mn-lt"/>
              </a:rPr>
              <a:t>特徵值有大小之分，使用</a:t>
            </a:r>
            <a:r>
              <a:rPr lang="en-US" altLang="zh-TW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+mn-ea"/>
                <a:sym typeface="+mn-lt"/>
              </a:rPr>
              <a:t>Mapping</a:t>
            </a:r>
            <a:r>
              <a:rPr lang="zh-TW" altLang="en-US" sz="1600" b="1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+mn-ea"/>
                <a:sym typeface="+mn-lt"/>
              </a:rPr>
              <a:t>處理。</a:t>
            </a:r>
            <a:endParaRPr lang="zh-TW" altLang="en-US" sz="1600" b="1" dirty="0">
              <a:solidFill>
                <a:schemeClr val="tx1">
                  <a:lumMod val="75000"/>
                  <a:lumOff val="25000"/>
                </a:schemeClr>
              </a:solidFill>
              <a:latin typeface="微軟正黑體" panose="020B0604030504040204" pitchFamily="34" charset="-120"/>
              <a:ea typeface="微軟正黑體" panose="020B0604030504040204" pitchFamily="34" charset="-120"/>
              <a:cs typeface="+mn-ea"/>
              <a:sym typeface="+mn-lt"/>
            </a:endParaRPr>
          </a:p>
          <a:p>
            <a:pPr marL="285750" indent="-285750">
              <a:lnSpc>
                <a:spcPct val="150000"/>
              </a:lnSpc>
              <a:spcBef>
                <a:spcPts val="295"/>
              </a:spcBef>
              <a:buFont typeface="Wingdings" panose="05000000000000000000" pitchFamily="2" charset="2"/>
              <a:buChar char="n"/>
            </a:pPr>
            <a:r>
              <a:rPr lang="zh-TW" altLang="en-US" sz="1600" b="1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+mn-ea"/>
                <a:sym typeface="+mn-lt"/>
              </a:rPr>
              <a:t>著重</a:t>
            </a:r>
            <a:r>
              <a:rPr lang="zh-TW" altLang="en-US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+mn-ea"/>
                <a:sym typeface="+mn-lt"/>
              </a:rPr>
              <a:t>在</a:t>
            </a:r>
            <a:r>
              <a:rPr lang="en-US" altLang="zh-TW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+mn-ea"/>
                <a:sym typeface="+mn-lt"/>
              </a:rPr>
              <a:t>F1</a:t>
            </a:r>
            <a:r>
              <a:rPr lang="zh-TW" altLang="en-US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+mn-ea"/>
                <a:sym typeface="+mn-lt"/>
              </a:rPr>
              <a:t>指標，因為鑽石的價值取決於鑑定是否判斷正確（事實為真的樣本中有幾個是預測正確</a:t>
            </a:r>
            <a:r>
              <a:rPr lang="zh-TW" altLang="en-US" sz="1600" b="1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+mn-ea"/>
                <a:sym typeface="+mn-lt"/>
              </a:rPr>
              <a:t>）。</a:t>
            </a:r>
            <a:endParaRPr lang="zh-CN" altLang="en-US" sz="1600" b="1" dirty="0">
              <a:solidFill>
                <a:schemeClr val="tx1">
                  <a:lumMod val="75000"/>
                  <a:lumOff val="25000"/>
                </a:schemeClr>
              </a:solidFill>
              <a:latin typeface="微軟正黑體" panose="020B0604030504040204" pitchFamily="34" charset="-120"/>
              <a:ea typeface="微軟正黑體" panose="020B0604030504040204" pitchFamily="34" charset="-120"/>
              <a:cs typeface="+mn-ea"/>
              <a:sym typeface="+mn-lt"/>
            </a:endParaRPr>
          </a:p>
        </p:txBody>
      </p:sp>
      <p:grpSp>
        <p:nvGrpSpPr>
          <p:cNvPr id="19" name="群組 18"/>
          <p:cNvGrpSpPr/>
          <p:nvPr/>
        </p:nvGrpSpPr>
        <p:grpSpPr>
          <a:xfrm>
            <a:off x="6156746" y="719956"/>
            <a:ext cx="2558413" cy="4032448"/>
            <a:chOff x="6156746" y="575940"/>
            <a:chExt cx="2558413" cy="4032448"/>
          </a:xfrm>
        </p:grpSpPr>
        <p:pic>
          <p:nvPicPr>
            <p:cNvPr id="17" name="圖片 16"/>
            <p:cNvPicPr>
              <a:picLocks noChangeAspect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156746" y="575940"/>
              <a:ext cx="2558413" cy="3669041"/>
            </a:xfrm>
            <a:prstGeom prst="rect">
              <a:avLst/>
            </a:prstGeom>
          </p:spPr>
        </p:pic>
        <p:sp>
          <p:nvSpPr>
            <p:cNvPr id="18" name="文字方塊 17"/>
            <p:cNvSpPr txBox="1"/>
            <p:nvPr/>
          </p:nvSpPr>
          <p:spPr>
            <a:xfrm>
              <a:off x="6568153" y="4300611"/>
              <a:ext cx="1735597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TW" altLang="en-US" sz="1400" dirty="0" smtClean="0">
                  <a:solidFill>
                    <a:schemeClr val="tx1">
                      <a:lumMod val="65000"/>
                      <a:lumOff val="35000"/>
                    </a:schemeClr>
                  </a:solidFill>
                </a:rPr>
                <a:t>使用</a:t>
              </a:r>
              <a:r>
                <a:rPr lang="en-US" altLang="zh-TW" sz="1400" dirty="0" smtClean="0">
                  <a:solidFill>
                    <a:schemeClr val="tx1">
                      <a:lumMod val="65000"/>
                      <a:lumOff val="35000"/>
                    </a:schemeClr>
                  </a:solidFill>
                </a:rPr>
                <a:t>Mapping</a:t>
              </a:r>
              <a:r>
                <a:rPr lang="zh-TW" altLang="en-US" sz="1400" dirty="0" smtClean="0">
                  <a:solidFill>
                    <a:schemeClr val="tx1">
                      <a:lumMod val="65000"/>
                      <a:lumOff val="35000"/>
                    </a:schemeClr>
                  </a:solidFill>
                </a:rPr>
                <a:t>處理</a:t>
              </a:r>
              <a:endParaRPr lang="zh-TW" altLang="en-US" sz="1400" dirty="0">
                <a:solidFill>
                  <a:schemeClr val="tx1">
                    <a:lumMod val="65000"/>
                    <a:lumOff val="35000"/>
                  </a:schemeClr>
                </a:solidFill>
              </a:endParaRPr>
            </a:p>
          </p:txBody>
        </p:sp>
      </p:grpSp>
      <p:grpSp>
        <p:nvGrpSpPr>
          <p:cNvPr id="22" name="群組 21"/>
          <p:cNvGrpSpPr/>
          <p:nvPr/>
        </p:nvGrpSpPr>
        <p:grpSpPr>
          <a:xfrm>
            <a:off x="684138" y="2808188"/>
            <a:ext cx="4541341" cy="1930153"/>
            <a:chOff x="764143" y="2769987"/>
            <a:chExt cx="4541341" cy="1930153"/>
          </a:xfrm>
        </p:grpSpPr>
        <p:pic>
          <p:nvPicPr>
            <p:cNvPr id="20" name="圖片 19"/>
            <p:cNvPicPr>
              <a:picLocks noChangeAspect="1"/>
            </p:cNvPicPr>
            <p:nvPr/>
          </p:nvPicPr>
          <p:blipFill>
            <a:blip r:embed="rId6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764143" y="2769987"/>
              <a:ext cx="4541341" cy="1634883"/>
            </a:xfrm>
            <a:prstGeom prst="rect">
              <a:avLst/>
            </a:prstGeom>
          </p:spPr>
        </p:pic>
        <p:sp>
          <p:nvSpPr>
            <p:cNvPr id="21" name="文字方塊 20"/>
            <p:cNvSpPr txBox="1"/>
            <p:nvPr/>
          </p:nvSpPr>
          <p:spPr>
            <a:xfrm>
              <a:off x="2052290" y="4392363"/>
              <a:ext cx="2088232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TW" altLang="en-US" sz="1400" dirty="0" smtClean="0">
                  <a:solidFill>
                    <a:schemeClr val="tx1">
                      <a:lumMod val="65000"/>
                      <a:lumOff val="35000"/>
                    </a:schemeClr>
                  </a:solidFill>
                </a:rPr>
                <a:t>使用</a:t>
              </a:r>
              <a:r>
                <a:rPr lang="en-US" altLang="zh-TW" sz="1400" dirty="0" smtClean="0">
                  <a:solidFill>
                    <a:schemeClr val="tx1">
                      <a:lumMod val="65000"/>
                      <a:lumOff val="35000"/>
                    </a:schemeClr>
                  </a:solidFill>
                </a:rPr>
                <a:t>Bagging</a:t>
              </a:r>
              <a:r>
                <a:rPr lang="zh-TW" altLang="en-US" sz="1400" dirty="0" smtClean="0">
                  <a:solidFill>
                    <a:schemeClr val="tx1">
                      <a:lumMod val="65000"/>
                      <a:lumOff val="35000"/>
                    </a:schemeClr>
                  </a:solidFill>
                </a:rPr>
                <a:t>提高</a:t>
              </a:r>
              <a:r>
                <a:rPr lang="en-US" altLang="zh-TW" sz="1400" dirty="0" smtClean="0">
                  <a:solidFill>
                    <a:schemeClr val="tx1">
                      <a:lumMod val="65000"/>
                      <a:lumOff val="35000"/>
                    </a:schemeClr>
                  </a:solidFill>
                </a:rPr>
                <a:t>Score</a:t>
              </a:r>
              <a:endParaRPr lang="zh-TW" altLang="en-US" sz="1400" dirty="0">
                <a:solidFill>
                  <a:schemeClr val="tx1">
                    <a:lumMod val="65000"/>
                    <a:lumOff val="35000"/>
                  </a:schemeClr>
                </a:solidFill>
              </a:endParaRPr>
            </a:p>
          </p:txBody>
        </p:sp>
      </p:grpSp>
    </p:spTree>
    <p:custDataLst>
      <p:tags r:id="rId1"/>
    </p:custDataLst>
    <p:extLst>
      <p:ext uri="{BB962C8B-B14F-4D97-AF65-F5344CB8AC3E}">
        <p14:creationId xmlns:p14="http://schemas.microsoft.com/office/powerpoint/2010/main" val="251292590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C:\Documents and Settings\Administrator\桌面\新建文件夹 (2)\5.15封面参考\复件 (35) 复件 4\cb961778f4b1fbd61.jp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9001125" cy="506313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Rectangle 36"/>
          <p:cNvSpPr/>
          <p:nvPr/>
        </p:nvSpPr>
        <p:spPr>
          <a:xfrm>
            <a:off x="3770472" y="2116799"/>
            <a:ext cx="1460180" cy="806714"/>
          </a:xfrm>
          <a:prstGeom prst="rect">
            <a:avLst/>
          </a:prstGeom>
        </p:spPr>
        <p:txBody>
          <a:bodyPr wrap="none" lIns="67391" tIns="33696" rIns="67391" bIns="33696">
            <a:spAutoFit/>
          </a:bodyPr>
          <a:lstStyle/>
          <a:p>
            <a:pPr algn="ctr">
              <a:defRPr/>
            </a:pPr>
            <a:r>
              <a:rPr lang="en-US" altLang="zh-CN" sz="4800" b="1" kern="0" dirty="0" smtClean="0">
                <a:solidFill>
                  <a:srgbClr val="3B3837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+mn-ea"/>
                <a:sym typeface="+mn-lt"/>
              </a:rPr>
              <a:t>END</a:t>
            </a:r>
            <a:endParaRPr lang="zh-CN" altLang="en-US" sz="4800" b="1" kern="0" dirty="0">
              <a:solidFill>
                <a:srgbClr val="3B3837"/>
              </a:solidFill>
              <a:latin typeface="微軟正黑體" panose="020B0604030504040204" pitchFamily="34" charset="-120"/>
              <a:ea typeface="微軟正黑體" panose="020B0604030504040204" pitchFamily="34" charset="-120"/>
              <a:cs typeface="+mn-ea"/>
              <a:sym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302285549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SPRING_PRESENTATION_TITLE" val="ok8"/>
  <p:tag name="ISPRING_SCORM_RATE_SLIDES" val="0"/>
  <p:tag name="ISPRING_SCORM_RATE_QUIZZES" val="0"/>
  <p:tag name="ISPRING_SCORM_PASSING_SCORE" val="0.000000"/>
  <p:tag name="ISPRING_ULTRA_SCORM_COURSE_ID" val="ED86F270-A48B-4946-950F-F83453B226CA"/>
  <p:tag name="ISPRING_SCORM_ENDPOINT" val="&lt;endpoint&gt;&lt;enable&gt;0&lt;/enable&gt;&lt;lrs&gt;http://&lt;/lrs&gt;&lt;auth&gt;0&lt;/auth&gt;&lt;login&gt;&lt;/login&gt;&lt;password&gt;&lt;/password&gt;&lt;key&gt;&lt;/key&gt;&lt;name&gt;&lt;/name&gt;&lt;email&gt;&lt;/email&gt;&lt;/endpoint&gt;&#10;"/>
  <p:tag name="ISPRINGONLINEFOLDERID" val="0"/>
  <p:tag name="ISPRINGONLINEFOLDERPATH" val="内容列表"/>
  <p:tag name="ISPRINGCLOUDFOLDERID" val="0"/>
  <p:tag name="ISPRINGCLOUDFOLDERPATH" val="资源库"/>
  <p:tag name="ISPRING_OUTPUT_FOLDER" val="G:\第七批已完成作品\150195"/>
  <p:tag name="ISPRING_FIRST_PUBLISH" val="1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0.7|1.9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0.7|1.9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0.7|1.9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0.7|1.9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0.7|1.9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0.7|1.9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0.7|1.9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0.7|1.9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0.7|1.9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0.7|1.9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0.7|1.9"/>
</p:tagLst>
</file>

<file path=ppt/tags/tag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0.7|1.9"/>
</p:tagLst>
</file>

<file path=ppt/tags/tag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0.7|1.9"/>
</p:tagLst>
</file>

<file path=ppt/theme/theme1.xml><?xml version="1.0" encoding="utf-8"?>
<a:theme xmlns:a="http://schemas.openxmlformats.org/drawingml/2006/main" name="第一PPT，www.1ppt.com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pjjadkgc">
      <a:majorFont>
        <a:latin typeface="微软雅黑"/>
        <a:ea typeface="微软雅黑"/>
        <a:cs typeface=""/>
      </a:majorFont>
      <a:minorFont>
        <a:latin typeface="微软雅黑"/>
        <a:ea typeface="微软雅黑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自定义设计方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=""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672</TotalTime>
  <Words>481</Words>
  <Application>Microsoft Office PowerPoint</Application>
  <PresentationFormat>自訂</PresentationFormat>
  <Paragraphs>103</Paragraphs>
  <Slides>21</Slides>
  <Notes>21</Notes>
  <HiddenSlides>0</HiddenSlides>
  <MMClips>0</MMClips>
  <ScaleCrop>false</ScaleCrop>
  <HeadingPairs>
    <vt:vector size="4" baseType="variant">
      <vt:variant>
        <vt:lpstr>佈景主題</vt:lpstr>
      </vt:variant>
      <vt:variant>
        <vt:i4>2</vt:i4>
      </vt:variant>
      <vt:variant>
        <vt:lpstr>投影片標題</vt:lpstr>
      </vt:variant>
      <vt:variant>
        <vt:i4>21</vt:i4>
      </vt:variant>
    </vt:vector>
  </HeadingPairs>
  <TitlesOfParts>
    <vt:vector size="23" baseType="lpstr">
      <vt:lpstr>第一PPT，www.1ppt.com</vt:lpstr>
      <vt:lpstr>自定义设计方案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</vt:vector>
  </TitlesOfParts>
  <Manager>第一PPT</Manager>
  <Company>第一PPT，www.1ppt.com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几何体</dc:title>
  <dc:creator>第一PPT</dc:creator>
  <cp:keywords>www.1ppt.com</cp:keywords>
  <dc:description>www.1ppt.com</dc:description>
  <cp:lastModifiedBy>USER</cp:lastModifiedBy>
  <cp:revision>75</cp:revision>
  <dcterms:modified xsi:type="dcterms:W3CDTF">2021-06-21T19:55:27Z</dcterms:modified>
</cp:coreProperties>
</file>