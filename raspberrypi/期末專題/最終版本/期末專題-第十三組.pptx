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7624" r:id="rId3"/>
    <p:sldId id="7625" r:id="rId4"/>
    <p:sldId id="7635" r:id="rId5"/>
    <p:sldId id="7630" r:id="rId6"/>
    <p:sldId id="7634" r:id="rId7"/>
    <p:sldId id="7631" r:id="rId8"/>
    <p:sldId id="7637" r:id="rId9"/>
    <p:sldId id="7641" r:id="rId10"/>
    <p:sldId id="7642" r:id="rId11"/>
    <p:sldId id="7643" r:id="rId12"/>
    <p:sldId id="7632" r:id="rId13"/>
    <p:sldId id="7638" r:id="rId14"/>
    <p:sldId id="7633" r:id="rId15"/>
    <p:sldId id="7639" r:id="rId16"/>
    <p:sldId id="764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8" autoAdjust="0"/>
    <p:restoredTop sz="95317" autoAdjust="0"/>
  </p:normalViewPr>
  <p:slideViewPr>
    <p:cSldViewPr snapToGrid="0">
      <p:cViewPr>
        <p:scale>
          <a:sx n="75" d="100"/>
          <a:sy n="75" d="100"/>
        </p:scale>
        <p:origin x="-1099" y="-25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51325-44B5-4B15-A551-A61A79A305DE}" type="datetimeFigureOut">
              <a:rPr lang="zh-CN" altLang="en-US" smtClean="0"/>
              <a:t>2021/6/1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793FC-B9DE-4853-870F-B5DB9A952A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80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313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73882FB3-418F-49F1-A1A6-86E3E52198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99"/>
          <a:stretch/>
        </p:blipFill>
        <p:spPr>
          <a:xfrm>
            <a:off x="0" y="0"/>
            <a:ext cx="4595964" cy="46604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4124955D-E53E-4330-81C9-6DE22EF1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56206" y="1432211"/>
            <a:ext cx="4935794" cy="542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90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48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A75435F8-A470-4185-91DA-FD983119D8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565"/>
          <a:stretch/>
        </p:blipFill>
        <p:spPr>
          <a:xfrm>
            <a:off x="5372100" y="6019799"/>
            <a:ext cx="6819900" cy="83820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B3CD0BC-D18B-4A9C-ADD3-6443622D574A}"/>
              </a:ext>
            </a:extLst>
          </p:cNvPr>
          <p:cNvSpPr/>
          <p:nvPr userDrawn="1"/>
        </p:nvSpPr>
        <p:spPr>
          <a:xfrm>
            <a:off x="0" y="6429375"/>
            <a:ext cx="5372100" cy="428625"/>
          </a:xfrm>
          <a:prstGeom prst="rect">
            <a:avLst/>
          </a:prstGeom>
          <a:gradFill flip="none" rotWithShape="1">
            <a:gsLst>
              <a:gs pos="58000">
                <a:schemeClr val="accent2"/>
              </a:gs>
              <a:gs pos="58000">
                <a:schemeClr val="accent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9615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15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9576048-F325-4109-B3DC-908E27D42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172F86F7-8C22-416D-8ED2-28A9CCCCD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4626F985-B676-46F2-8396-DE55C9926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F3B27FC5-F888-4450-B5B2-31CA552A9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3324CD6E-3017-423C-9FEB-45AD5A6A8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0D9D5B3F-3421-4862-8038-8C52E7B0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2021/6/1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24DA99E4-034B-4F0B-A37F-91C209AA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30EA7115-51DC-4959-AE88-9363208F2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766676" y="6419297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</a:rPr>
              <a:t>    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zh-CN" altLang="en-US" sz="100" dirty="0" smtClean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25259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06BF6A5-75AF-4AAA-A2FC-0B4833C36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4BB443D1-B101-45CF-AF6E-4A5C9BAA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2021/6/1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AAD409E1-B06A-4660-AEDD-883782A8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A50E05B6-F68E-45E6-8AE5-AA8B1BAF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03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8C5D386F-A7A2-4C8C-881A-10DE51149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2021/6/1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B25E45F0-DE0C-49E1-B56B-A5B61AAF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CFD14DD5-6AB3-458C-9FC8-1D681D23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763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B21EDC8-5C36-473E-BA25-8C0F31F6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C965DAE-DE8C-48E2-9A98-B686C1A06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ECB3F87D-5DFA-4021-AC4A-4D1CDB925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24156E89-33EA-4CF6-B3BB-125F1F86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2021/6/1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51A5B6A3-F839-4538-AC3B-7BFC72BE9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A0A69C61-816A-4B15-8A55-01F27080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26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89085D0-A353-4302-A999-47B4F1C2D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4B89D3A3-4803-4DB1-9CD2-CA0F71AC7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0938EB02-9C23-489A-9CB0-C0854BC7E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BCFD32C0-D7D6-4A3B-9A8C-F389F4F01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2021/6/1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8976B48F-3D04-4AA4-B0C4-70A6987C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C38A54A2-3717-465A-A914-F15D86A0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787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5EABE67-DE70-4442-B239-FAB3EC6D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24475379-9BE3-4613-8E41-91EED7DAD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5D5AC6B-E067-4E14-A4B4-2193510C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2021/6/1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027D95C3-E1B0-402B-BDFE-36C55138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97D4AEB-D65F-4B0C-A9F3-DDCF1A17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70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2FAE0F40-BB64-45F7-8C75-F6533E22C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C665C725-2061-4FA9-A95A-F1E183356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5444969-89A6-408D-88F5-87FD8E2B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2021/6/1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1754AEB-A398-4CE7-9732-58CE84EF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60661CE-2423-4CB7-8BB0-6D318269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992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60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E39EC036-0F40-404A-91CD-6654716DA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4B5B88E-BE68-45BB-8E2F-2271F472F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BD271B3-C3A3-4135-B184-7C6C6D4B9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6CA48-3B93-4A69-AC48-BAC756A5E75A}" type="datetimeFigureOut">
              <a:rPr lang="zh-CN" altLang="en-US" smtClean="0"/>
              <a:t>2021/6/1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32B9E24-DF6F-4F8F-8EA3-1854AC350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34954C07-D390-4ACB-AE75-7902AEF99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s://youtu.be/TQt7-AhTf0U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2640750" y="908494"/>
            <a:ext cx="6910500" cy="5041012"/>
            <a:chOff x="2640750" y="1274063"/>
            <a:chExt cx="6910500" cy="5041012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xmlns="" id="{808EFFE6-24F3-422D-BAEF-879F975CC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53012" y="1274063"/>
              <a:ext cx="2085975" cy="2391918"/>
            </a:xfrm>
            <a:prstGeom prst="rect">
              <a:avLst/>
            </a:prstGeom>
          </p:spPr>
        </p:pic>
        <p:sp>
          <p:nvSpPr>
            <p:cNvPr id="28" name="文本框 27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  <a:extLst>
                <a:ext uri="{FF2B5EF4-FFF2-40B4-BE49-F238E27FC236}">
                  <a16:creationId xmlns:a16="http://schemas.microsoft.com/office/drawing/2014/main" xmlns="" id="{C4575056-F84E-4A45-8200-A3C96F6288AE}"/>
                </a:ext>
              </a:extLst>
            </p:cNvPr>
            <p:cNvSpPr txBox="1"/>
            <p:nvPr/>
          </p:nvSpPr>
          <p:spPr>
            <a:xfrm>
              <a:off x="2640750" y="3789056"/>
              <a:ext cx="69105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 defTabSz="914400"/>
              <a:r>
                <a:rPr lang="zh-TW" altLang="en-US" sz="4800" b="1" spc="-15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人臉辨識門禁系統</a:t>
              </a:r>
              <a:endParaRPr lang="zh-CN" altLang="en-US" sz="4800" b="1" spc="-15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Open Sans" panose="020B0606030504020204" pitchFamily="34" charset="0"/>
                <a:sym typeface="微软雅黑 Light" panose="020B0502040204020203" pitchFamily="34" charset="-122"/>
              </a:endParaRPr>
            </a:p>
          </p:txBody>
        </p:sp>
        <p:sp>
          <p:nvSpPr>
            <p:cNvPr id="29" name="椭圆 28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  <a:extLst>
                <a:ext uri="{FF2B5EF4-FFF2-40B4-BE49-F238E27FC236}">
                  <a16:creationId xmlns:a16="http://schemas.microsoft.com/office/drawing/2014/main" xmlns="" id="{232B88C8-B4F8-4684-9BA3-CA98BBF6C531}"/>
                </a:ext>
              </a:extLst>
            </p:cNvPr>
            <p:cNvSpPr/>
            <p:nvPr/>
          </p:nvSpPr>
          <p:spPr>
            <a:xfrm>
              <a:off x="6070795" y="4620053"/>
              <a:ext cx="163773" cy="16377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0" name="任意多边形 12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  <a:extLst>
                <a:ext uri="{FF2B5EF4-FFF2-40B4-BE49-F238E27FC236}">
                  <a16:creationId xmlns:a16="http://schemas.microsoft.com/office/drawing/2014/main" xmlns="" id="{8F346459-E2CC-4C09-A0A5-EF05A6A742F2}"/>
                </a:ext>
              </a:extLst>
            </p:cNvPr>
            <p:cNvSpPr/>
            <p:nvPr/>
          </p:nvSpPr>
          <p:spPr>
            <a:xfrm>
              <a:off x="6334655" y="4701835"/>
              <a:ext cx="3125338" cy="0"/>
            </a:xfrm>
            <a:custGeom>
              <a:avLst/>
              <a:gdLst>
                <a:gd name="connsiteX0" fmla="*/ 0 w 3125338"/>
                <a:gd name="connsiteY0" fmla="*/ 0 h 0"/>
                <a:gd name="connsiteX1" fmla="*/ 3125338 w 3125338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25338">
                  <a:moveTo>
                    <a:pt x="0" y="0"/>
                  </a:moveTo>
                  <a:lnTo>
                    <a:pt x="3125338" y="0"/>
                  </a:lnTo>
                </a:path>
              </a:pathLst>
            </a:custGeom>
            <a:noFill/>
            <a:ln w="12700" cap="flat" cmpd="sng" algn="ctr">
              <a:gradFill>
                <a:gsLst>
                  <a:gs pos="100000">
                    <a:srgbClr val="232324"/>
                  </a:gs>
                  <a:gs pos="0">
                    <a:schemeClr val="bg1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1" name="任意多边形 13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  <a:extLst>
                <a:ext uri="{FF2B5EF4-FFF2-40B4-BE49-F238E27FC236}">
                  <a16:creationId xmlns:a16="http://schemas.microsoft.com/office/drawing/2014/main" xmlns="" id="{7F054519-C7F0-4EF3-B6DE-D807C6CB753B}"/>
                </a:ext>
              </a:extLst>
            </p:cNvPr>
            <p:cNvSpPr/>
            <p:nvPr/>
          </p:nvSpPr>
          <p:spPr>
            <a:xfrm flipH="1">
              <a:off x="2804143" y="4701835"/>
              <a:ext cx="3125338" cy="0"/>
            </a:xfrm>
            <a:custGeom>
              <a:avLst/>
              <a:gdLst>
                <a:gd name="connsiteX0" fmla="*/ 0 w 3125338"/>
                <a:gd name="connsiteY0" fmla="*/ 0 h 0"/>
                <a:gd name="connsiteX1" fmla="*/ 3125338 w 3125338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25338">
                  <a:moveTo>
                    <a:pt x="0" y="0"/>
                  </a:moveTo>
                  <a:lnTo>
                    <a:pt x="3125338" y="0"/>
                  </a:lnTo>
                </a:path>
              </a:pathLst>
            </a:custGeom>
            <a:noFill/>
            <a:ln w="12700" cap="flat" cmpd="sng" algn="ctr">
              <a:gradFill>
                <a:gsLst>
                  <a:gs pos="100000">
                    <a:srgbClr val="232324"/>
                  </a:gs>
                  <a:gs pos="0">
                    <a:schemeClr val="bg1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2" name="TextBox 62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  <a:extLst>
                <a:ext uri="{FF2B5EF4-FFF2-40B4-BE49-F238E27FC236}">
                  <a16:creationId xmlns:a16="http://schemas.microsoft.com/office/drawing/2014/main" xmlns="" id="{0DD8D3AD-C642-467E-96EF-2ADE3A0ECB45}"/>
                </a:ext>
              </a:extLst>
            </p:cNvPr>
            <p:cNvSpPr txBox="1"/>
            <p:nvPr/>
          </p:nvSpPr>
          <p:spPr>
            <a:xfrm>
              <a:off x="2939748" y="4837747"/>
              <a:ext cx="6112523" cy="14773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C108156208</a:t>
              </a:r>
              <a:r>
                <a:rPr lang="zh-TW" altLang="en-US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 陳榮佑</a:t>
              </a:r>
              <a:endPara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Open Sans" panose="020B0606030504020204" pitchFamily="34" charset="0"/>
                <a:sym typeface="微软雅黑 Light" panose="020B0502040204020203" pitchFamily="34" charset="-122"/>
              </a:endParaRPr>
            </a:p>
            <a:p>
              <a:pPr algn="ctr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C108156232</a:t>
              </a:r>
              <a:r>
                <a:rPr lang="zh-TW" altLang="en-US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 蔡昀</a:t>
              </a:r>
              <a:r>
                <a:rPr lang="zh-TW" altLang="en-US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廷</a:t>
              </a:r>
              <a:endParaRPr lang="en-US" altLang="zh-CN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Open Sans" panose="020B0606030504020204" pitchFamily="34" charset="0"/>
                <a:sym typeface="微软雅黑 Light" panose="020B0502040204020203" pitchFamily="34" charset="-122"/>
              </a:endParaRPr>
            </a:p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C108156</a:t>
              </a:r>
              <a:r>
                <a:rPr lang="en-US" altLang="zh-TW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107</a:t>
              </a:r>
              <a:r>
                <a:rPr lang="zh-TW" altLang="en-US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 洪啟哲</a:t>
              </a:r>
              <a:endParaRPr lang="en-US" altLang="zh-TW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Open Sans" panose="020B0606030504020204" pitchFamily="34" charset="0"/>
                <a:sym typeface="微软雅黑 Light" panose="020B0502040204020203" pitchFamily="34" charset="-122"/>
              </a:endParaRPr>
            </a:p>
            <a:p>
              <a:pPr algn="ctr"/>
              <a:r>
                <a:rPr lang="en-US" altLang="zh-TW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C108156114</a:t>
              </a:r>
              <a:r>
                <a:rPr lang="zh-TW" altLang="en-US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 郭</a:t>
              </a:r>
              <a:r>
                <a:rPr lang="zh-TW" altLang="en-US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語</a:t>
              </a:r>
              <a:r>
                <a:rPr lang="zh-TW" altLang="en-US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傑</a:t>
              </a:r>
              <a:endParaRPr lang="en-US" altLang="zh-TW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Open Sans" panose="020B0606030504020204" pitchFamily="34" charset="0"/>
                <a:sym typeface="微软雅黑 Light" panose="020B0502040204020203" pitchFamily="34" charset="-122"/>
              </a:endParaRPr>
            </a:p>
            <a:p>
              <a:pPr algn="ctr"/>
              <a:r>
                <a:rPr lang="en-US" altLang="zh-TW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C108156117</a:t>
              </a:r>
              <a:r>
                <a:rPr lang="zh-TW" altLang="en-US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 陳</a:t>
              </a:r>
              <a:r>
                <a:rPr lang="zh-TW" altLang="en-US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楷</a:t>
              </a:r>
              <a:r>
                <a:rPr lang="zh-TW" altLang="en-US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  <a:sym typeface="微软雅黑 Light" panose="020B0502040204020203" pitchFamily="34" charset="-122"/>
                </a:rPr>
                <a:t>翔</a:t>
              </a:r>
              <a:endParaRPr lang="en-US" altLang="zh-TW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Open Sans" panose="020B0606030504020204" pitchFamily="34" charset="0"/>
                <a:sym typeface="微软雅黑 Light" panose="020B0502040204020203" pitchFamily="34" charset="-122"/>
              </a:endParaRPr>
            </a:p>
          </p:txBody>
        </p:sp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4054" y="1639892"/>
              <a:ext cx="1901497" cy="1901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704655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 27"/>
          <p:cNvSpPr/>
          <p:nvPr/>
        </p:nvSpPr>
        <p:spPr>
          <a:xfrm>
            <a:off x="-118233" y="0"/>
            <a:ext cx="2837789" cy="6858000"/>
          </a:xfrm>
          <a:custGeom>
            <a:avLst/>
            <a:gdLst>
              <a:gd name="connsiteX0" fmla="*/ 0 w 2837789"/>
              <a:gd name="connsiteY0" fmla="*/ 0 h 6858000"/>
              <a:gd name="connsiteX1" fmla="*/ 537934 w 2837789"/>
              <a:gd name="connsiteY1" fmla="*/ 0 h 6858000"/>
              <a:gd name="connsiteX2" fmla="*/ 704850 w 2837789"/>
              <a:gd name="connsiteY2" fmla="*/ 0 h 6858000"/>
              <a:gd name="connsiteX3" fmla="*/ 2837789 w 2837789"/>
              <a:gd name="connsiteY3" fmla="*/ 0 h 6858000"/>
              <a:gd name="connsiteX4" fmla="*/ 2837789 w 2837789"/>
              <a:gd name="connsiteY4" fmla="*/ 395378 h 6858000"/>
              <a:gd name="connsiteX5" fmla="*/ 2618085 w 2837789"/>
              <a:gd name="connsiteY5" fmla="*/ 417526 h 6858000"/>
              <a:gd name="connsiteX6" fmla="*/ 1747634 w 2837789"/>
              <a:gd name="connsiteY6" fmla="*/ 1485534 h 6858000"/>
              <a:gd name="connsiteX7" fmla="*/ 2618085 w 2837789"/>
              <a:gd name="connsiteY7" fmla="*/ 2553542 h 6858000"/>
              <a:gd name="connsiteX8" fmla="*/ 2837789 w 2837789"/>
              <a:gd name="connsiteY8" fmla="*/ 2575690 h 6858000"/>
              <a:gd name="connsiteX9" fmla="*/ 2837789 w 2837789"/>
              <a:gd name="connsiteY9" fmla="*/ 6858000 h 6858000"/>
              <a:gd name="connsiteX10" fmla="*/ 704850 w 2837789"/>
              <a:gd name="connsiteY10" fmla="*/ 6858000 h 6858000"/>
              <a:gd name="connsiteX11" fmla="*/ 537934 w 2837789"/>
              <a:gd name="connsiteY11" fmla="*/ 6858000 h 6858000"/>
              <a:gd name="connsiteX12" fmla="*/ 0 w 2837789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37789" h="6858000">
                <a:moveTo>
                  <a:pt x="0" y="0"/>
                </a:moveTo>
                <a:lnTo>
                  <a:pt x="537934" y="0"/>
                </a:lnTo>
                <a:lnTo>
                  <a:pt x="704850" y="0"/>
                </a:lnTo>
                <a:lnTo>
                  <a:pt x="2837789" y="0"/>
                </a:lnTo>
                <a:lnTo>
                  <a:pt x="2837789" y="395378"/>
                </a:lnTo>
                <a:lnTo>
                  <a:pt x="2618085" y="417526"/>
                </a:lnTo>
                <a:cubicBezTo>
                  <a:pt x="2121320" y="519179"/>
                  <a:pt x="1747634" y="958717"/>
                  <a:pt x="1747634" y="1485534"/>
                </a:cubicBezTo>
                <a:cubicBezTo>
                  <a:pt x="1747634" y="2012352"/>
                  <a:pt x="2121320" y="2451889"/>
                  <a:pt x="2618085" y="2553542"/>
                </a:cubicBezTo>
                <a:lnTo>
                  <a:pt x="2837789" y="2575690"/>
                </a:lnTo>
                <a:lnTo>
                  <a:pt x="2837789" y="6858000"/>
                </a:lnTo>
                <a:lnTo>
                  <a:pt x="704850" y="6858000"/>
                </a:lnTo>
                <a:lnTo>
                  <a:pt x="53793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1865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27270" y="293248"/>
            <a:ext cx="2384573" cy="2384573"/>
            <a:chOff x="4240335" y="3008435"/>
            <a:chExt cx="3711332" cy="3711332"/>
          </a:xfrm>
        </p:grpSpPr>
        <p:sp>
          <p:nvSpPr>
            <p:cNvPr id="5" name="椭圆 4"/>
            <p:cNvSpPr/>
            <p:nvPr/>
          </p:nvSpPr>
          <p:spPr>
            <a:xfrm>
              <a:off x="4240335" y="3008435"/>
              <a:ext cx="3711332" cy="3711332"/>
            </a:xfrm>
            <a:prstGeom prst="ellipse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9525"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865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710169" y="3478269"/>
              <a:ext cx="2771663" cy="2771663"/>
              <a:chOff x="2193191" y="1899415"/>
              <a:chExt cx="2421376" cy="2421376"/>
            </a:xfrm>
            <a:effectLst/>
          </p:grpSpPr>
          <p:sp>
            <p:nvSpPr>
              <p:cNvPr id="7" name="椭圆 6"/>
              <p:cNvSpPr/>
              <p:nvPr/>
            </p:nvSpPr>
            <p:spPr>
              <a:xfrm>
                <a:off x="2193191" y="1899415"/>
                <a:ext cx="2421376" cy="2421376"/>
              </a:xfrm>
              <a:prstGeom prst="ellipse">
                <a:avLst/>
              </a:prstGeom>
              <a:solidFill>
                <a:schemeClr val="accent3"/>
              </a:solidFill>
              <a:ln w="31750"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127000" dist="63500" dir="13500000">
                  <a:schemeClr val="accent3">
                    <a:lumMod val="50000"/>
                    <a:alpha val="8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altLang="en-US" sz="18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2345502" y="2051726"/>
                <a:ext cx="2116756" cy="21167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50800">
                <a:noFill/>
              </a:ln>
              <a:effectLst>
                <a:outerShdw blurRad="152400" dist="76200" dir="2700000" algn="tl" rotWithShape="0">
                  <a:schemeClr val="accent3">
                    <a:lumMod val="50000"/>
                    <a:alpha val="64000"/>
                  </a:scheme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82550" h="254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altLang="en-US" sz="1865" dirty="0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15" name="文本框 14"/>
          <p:cNvSpPr txBox="1"/>
          <p:nvPr/>
        </p:nvSpPr>
        <p:spPr>
          <a:xfrm>
            <a:off x="3770700" y="334633"/>
            <a:ext cx="4239532" cy="70104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 Light" panose="020B0502040204020203" pitchFamily="34" charset="-122"/>
              </a:rPr>
              <a:t>CONTENTS </a:t>
            </a:r>
            <a:endParaRPr lang="zh-CN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微软雅黑 Light" panose="020B0502040204020203" pitchFamily="34" charset="-122"/>
            </a:endParaRPr>
          </a:p>
        </p:txBody>
      </p:sp>
      <p:sp>
        <p:nvSpPr>
          <p:cNvPr id="27" name="文本框 14"/>
          <p:cNvSpPr txBox="1"/>
          <p:nvPr/>
        </p:nvSpPr>
        <p:spPr>
          <a:xfrm>
            <a:off x="1870332" y="1116741"/>
            <a:ext cx="1692445" cy="70788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 Light" panose="020B0502040204020203" pitchFamily="34" charset="-122"/>
              </a:rPr>
              <a:t>目錄</a:t>
            </a:r>
            <a:endParaRPr lang="zh-CN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微软雅黑 Light" panose="020B0502040204020203" pitchFamily="3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3875927" y="1103836"/>
            <a:ext cx="4856297" cy="6095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1865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7C743CEC-3D67-41C4-8447-E8B0E4A714E7}"/>
              </a:ext>
            </a:extLst>
          </p:cNvPr>
          <p:cNvGrpSpPr/>
          <p:nvPr/>
        </p:nvGrpSpPr>
        <p:grpSpPr>
          <a:xfrm>
            <a:off x="4321733" y="1302138"/>
            <a:ext cx="3957049" cy="4097554"/>
            <a:chOff x="4321733" y="2353698"/>
            <a:chExt cx="3957049" cy="4097554"/>
          </a:xfrm>
        </p:grpSpPr>
        <p:grpSp>
          <p:nvGrpSpPr>
            <p:cNvPr id="23" name="组合 15"/>
            <p:cNvGrpSpPr/>
            <p:nvPr/>
          </p:nvGrpSpPr>
          <p:grpSpPr bwMode="auto">
            <a:xfrm>
              <a:off x="4338668" y="2353698"/>
              <a:ext cx="3923176" cy="824261"/>
              <a:chOff x="4247964" y="2133922"/>
              <a:chExt cx="3080577" cy="647441"/>
            </a:xfrm>
          </p:grpSpPr>
          <p:sp>
            <p:nvSpPr>
              <p:cNvPr id="24" name="TextBox 6"/>
              <p:cNvSpPr txBox="1"/>
              <p:nvPr/>
            </p:nvSpPr>
            <p:spPr>
              <a:xfrm>
                <a:off x="5008859" y="2250633"/>
                <a:ext cx="2319682" cy="410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>
                  <a:defRPr/>
                </a:pPr>
                <a:r>
                  <a:rPr lang="zh-TW" altLang="en-US" sz="2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" panose="020B0604020202020204" pitchFamily="34" charset="0"/>
                    <a:sym typeface="微软雅黑 Light" panose="020B0502040204020203" pitchFamily="34" charset="-122"/>
                  </a:rPr>
                  <a:t>開發動機及目的</a:t>
                </a:r>
                <a:endPara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25" name="圆角矩形​​ 10"/>
              <p:cNvSpPr>
                <a:spLocks noChangeArrowheads="1"/>
              </p:cNvSpPr>
              <p:nvPr/>
            </p:nvSpPr>
            <p:spPr bwMode="auto">
              <a:xfrm>
                <a:off x="4247964" y="2133922"/>
                <a:ext cx="647740" cy="647441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25400" algn="ctr">
                <a:solidFill>
                  <a:srgbClr val="BFBFBF"/>
                </a:solidFill>
                <a:round/>
              </a:ln>
            </p:spPr>
            <p:txBody>
              <a:bodyPr anchor="ctr"/>
              <a:lstStyle/>
              <a:p>
                <a:pPr algn="ctr" defTabSz="91376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4265">
                    <a:solidFill>
                      <a:srgbClr val="FFFFFF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" panose="020B0604020202020204" pitchFamily="34" charset="0"/>
                    <a:sym typeface="微软雅黑 Light" panose="020B0502040204020203" pitchFamily="34" charset="-122"/>
                  </a:rPr>
                  <a:t>1</a:t>
                </a:r>
                <a:endParaRPr lang="zh-CN" altLang="en-US" sz="42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  <a:sym typeface="微软雅黑 Light" panose="020B0502040204020203" pitchFamily="34" charset="-122"/>
                </a:endParaRPr>
              </a:p>
            </p:txBody>
          </p:sp>
        </p:grpSp>
        <p:grpSp>
          <p:nvGrpSpPr>
            <p:cNvPr id="42" name="组合 16"/>
            <p:cNvGrpSpPr/>
            <p:nvPr/>
          </p:nvGrpSpPr>
          <p:grpSpPr bwMode="auto">
            <a:xfrm>
              <a:off x="4333032" y="3445578"/>
              <a:ext cx="3940113" cy="824263"/>
              <a:chOff x="4247964" y="2133922"/>
              <a:chExt cx="3093876" cy="647441"/>
            </a:xfrm>
          </p:grpSpPr>
          <p:sp>
            <p:nvSpPr>
              <p:cNvPr id="43" name="TextBox 17"/>
              <p:cNvSpPr txBox="1"/>
              <p:nvPr/>
            </p:nvSpPr>
            <p:spPr>
              <a:xfrm>
                <a:off x="5022158" y="2250026"/>
                <a:ext cx="2319682" cy="410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>
                  <a:defRPr/>
                </a:pPr>
                <a:r>
                  <a:rPr lang="zh-TW" altLang="en-US" sz="2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" panose="020B0604020202020204" pitchFamily="34" charset="0"/>
                    <a:sym typeface="微软雅黑 Light" panose="020B0502040204020203" pitchFamily="34" charset="-122"/>
                  </a:rPr>
                  <a:t>開發內容</a:t>
                </a:r>
                <a:endPara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44" name="圆角矩形​​ 18"/>
              <p:cNvSpPr>
                <a:spLocks noChangeArrowheads="1"/>
              </p:cNvSpPr>
              <p:nvPr/>
            </p:nvSpPr>
            <p:spPr bwMode="auto">
              <a:xfrm>
                <a:off x="4247964" y="2133922"/>
                <a:ext cx="647740" cy="647441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 w="25400" algn="ctr">
                <a:solidFill>
                  <a:srgbClr val="BFBFBF"/>
                </a:solidFill>
                <a:round/>
              </a:ln>
            </p:spPr>
            <p:txBody>
              <a:bodyPr anchor="ctr"/>
              <a:lstStyle/>
              <a:p>
                <a:pPr algn="ctr" defTabSz="91376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4265">
                    <a:solidFill>
                      <a:srgbClr val="FFFFFF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" panose="020B0604020202020204" pitchFamily="34" charset="0"/>
                    <a:sym typeface="微软雅黑 Light" panose="020B0502040204020203" pitchFamily="34" charset="-122"/>
                  </a:rPr>
                  <a:t>2</a:t>
                </a:r>
                <a:endParaRPr lang="zh-CN" altLang="en-US" sz="42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  <a:sym typeface="微软雅黑 Light" panose="020B0502040204020203" pitchFamily="34" charset="-122"/>
                </a:endParaRPr>
              </a:p>
            </p:txBody>
          </p:sp>
        </p:grpSp>
        <p:grpSp>
          <p:nvGrpSpPr>
            <p:cNvPr id="46" name="组合 20"/>
            <p:cNvGrpSpPr/>
            <p:nvPr/>
          </p:nvGrpSpPr>
          <p:grpSpPr bwMode="auto">
            <a:xfrm>
              <a:off x="4338669" y="4537450"/>
              <a:ext cx="3940113" cy="824263"/>
              <a:chOff x="4247964" y="2133922"/>
              <a:chExt cx="3093876" cy="647441"/>
            </a:xfrm>
          </p:grpSpPr>
          <p:sp>
            <p:nvSpPr>
              <p:cNvPr id="47" name="TextBox 21"/>
              <p:cNvSpPr txBox="1"/>
              <p:nvPr/>
            </p:nvSpPr>
            <p:spPr>
              <a:xfrm>
                <a:off x="5022158" y="2257208"/>
                <a:ext cx="2319682" cy="410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>
                  <a:defRPr/>
                </a:pPr>
                <a:r>
                  <a:rPr lang="zh-TW" altLang="en-US" sz="2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" panose="020B0604020202020204" pitchFamily="34" charset="0"/>
                    <a:sym typeface="微软雅黑 Light" panose="020B0502040204020203" pitchFamily="34" charset="-122"/>
                  </a:rPr>
                  <a:t>系統設計</a:t>
                </a:r>
                <a:endPara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48" name="圆角矩形​​ 22"/>
              <p:cNvSpPr>
                <a:spLocks noChangeArrowheads="1"/>
              </p:cNvSpPr>
              <p:nvPr/>
            </p:nvSpPr>
            <p:spPr bwMode="auto">
              <a:xfrm>
                <a:off x="4247964" y="2133922"/>
                <a:ext cx="647740" cy="647441"/>
              </a:xfrm>
              <a:prstGeom prst="roundRect">
                <a:avLst>
                  <a:gd name="adj" fmla="val 16667"/>
                </a:avLst>
              </a:prstGeom>
              <a:solidFill>
                <a:schemeClr val="accent3"/>
              </a:solidFill>
              <a:ln w="25400" algn="ctr">
                <a:solidFill>
                  <a:srgbClr val="BFBFBF"/>
                </a:solidFill>
                <a:round/>
              </a:ln>
            </p:spPr>
            <p:txBody>
              <a:bodyPr anchor="ctr"/>
              <a:lstStyle/>
              <a:p>
                <a:pPr algn="ctr" defTabSz="91376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4265" dirty="0">
                    <a:solidFill>
                      <a:srgbClr val="FFFFFF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" panose="020B0604020202020204" pitchFamily="34" charset="0"/>
                    <a:sym typeface="微软雅黑 Light" panose="020B0502040204020203" pitchFamily="34" charset="-122"/>
                  </a:rPr>
                  <a:t>3</a:t>
                </a:r>
                <a:endParaRPr lang="zh-CN" altLang="en-US" sz="4265" dirty="0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  <a:sym typeface="微软雅黑 Light" panose="020B0502040204020203" pitchFamily="34" charset="-122"/>
                </a:endParaRPr>
              </a:p>
            </p:txBody>
          </p:sp>
        </p:grpSp>
        <p:grpSp>
          <p:nvGrpSpPr>
            <p:cNvPr id="50" name="组合 24"/>
            <p:cNvGrpSpPr/>
            <p:nvPr/>
          </p:nvGrpSpPr>
          <p:grpSpPr bwMode="auto">
            <a:xfrm>
              <a:off x="4321733" y="5627268"/>
              <a:ext cx="3940113" cy="823984"/>
              <a:chOff x="4247964" y="2132499"/>
              <a:chExt cx="3093876" cy="648864"/>
            </a:xfrm>
          </p:grpSpPr>
          <p:sp>
            <p:nvSpPr>
              <p:cNvPr id="51" name="TextBox 25"/>
              <p:cNvSpPr txBox="1"/>
              <p:nvPr/>
            </p:nvSpPr>
            <p:spPr>
              <a:xfrm>
                <a:off x="5022158" y="2264921"/>
                <a:ext cx="2319682" cy="412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>
                  <a:defRPr/>
                </a:pPr>
                <a:r>
                  <a:rPr lang="zh-TW" altLang="en-US" sz="2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" panose="020B0604020202020204" pitchFamily="34" charset="0"/>
                    <a:sym typeface="微软雅黑 Light" panose="020B0502040204020203" pitchFamily="34" charset="-122"/>
                  </a:rPr>
                  <a:t>成果展示</a:t>
                </a:r>
                <a:endPara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52" name="圆角矩形​​ 26"/>
              <p:cNvSpPr>
                <a:spLocks noChangeArrowheads="1"/>
              </p:cNvSpPr>
              <p:nvPr/>
            </p:nvSpPr>
            <p:spPr bwMode="auto">
              <a:xfrm>
                <a:off x="4247964" y="2132499"/>
                <a:ext cx="647740" cy="648864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 w="25400" algn="ctr">
                <a:solidFill>
                  <a:srgbClr val="BFBFBF"/>
                </a:solidFill>
                <a:round/>
              </a:ln>
            </p:spPr>
            <p:txBody>
              <a:bodyPr anchor="ctr"/>
              <a:lstStyle/>
              <a:p>
                <a:pPr algn="ctr" defTabSz="91376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4265">
                    <a:solidFill>
                      <a:srgbClr val="FFFFFF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" panose="020B0604020202020204" pitchFamily="34" charset="0"/>
                    <a:sym typeface="微软雅黑 Light" panose="020B0502040204020203" pitchFamily="34" charset="-122"/>
                  </a:rPr>
                  <a:t>4</a:t>
                </a:r>
                <a:endParaRPr lang="zh-CN" altLang="en-US" sz="42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  <a:sym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29" name="TextBox 21"/>
          <p:cNvSpPr txBox="1"/>
          <p:nvPr/>
        </p:nvSpPr>
        <p:spPr bwMode="auto">
          <a:xfrm>
            <a:off x="5318983" y="5804707"/>
            <a:ext cx="2954161" cy="523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結論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0" name="圆角矩形​​ 22"/>
          <p:cNvSpPr>
            <a:spLocks noChangeArrowheads="1"/>
          </p:cNvSpPr>
          <p:nvPr/>
        </p:nvSpPr>
        <p:spPr bwMode="auto">
          <a:xfrm>
            <a:off x="4333031" y="5647750"/>
            <a:ext cx="824910" cy="824263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algn="ctr">
            <a:solidFill>
              <a:srgbClr val="BFBFBF"/>
            </a:solidFill>
            <a:round/>
          </a:ln>
        </p:spPr>
        <p:txBody>
          <a:bodyPr anchor="ctr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4265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  <a:sym typeface="微软雅黑 Light" panose="020B0502040204020203" pitchFamily="34" charset="-122"/>
              </a:rPr>
              <a:t>5</a:t>
            </a:r>
            <a:endParaRPr lang="zh-CN" altLang="en-US" sz="4265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  <a:sym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871969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27270" y="1666124"/>
            <a:ext cx="2384573" cy="2384573"/>
            <a:chOff x="4240335" y="3008435"/>
            <a:chExt cx="3711332" cy="3711332"/>
          </a:xfrm>
        </p:grpSpPr>
        <p:sp>
          <p:nvSpPr>
            <p:cNvPr id="3" name="椭圆 2"/>
            <p:cNvSpPr/>
            <p:nvPr/>
          </p:nvSpPr>
          <p:spPr>
            <a:xfrm>
              <a:off x="4240335" y="3008435"/>
              <a:ext cx="3711332" cy="3711332"/>
            </a:xfrm>
            <a:prstGeom prst="ellipse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9525"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865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710169" y="3478269"/>
              <a:ext cx="2771663" cy="2771663"/>
              <a:chOff x="2193191" y="1899415"/>
              <a:chExt cx="2421376" cy="2421376"/>
            </a:xfrm>
            <a:effectLst/>
          </p:grpSpPr>
          <p:sp>
            <p:nvSpPr>
              <p:cNvPr id="5" name="椭圆 4"/>
              <p:cNvSpPr/>
              <p:nvPr/>
            </p:nvSpPr>
            <p:spPr>
              <a:xfrm>
                <a:off x="2193191" y="1899415"/>
                <a:ext cx="2421376" cy="2421376"/>
              </a:xfrm>
              <a:prstGeom prst="ellipse">
                <a:avLst/>
              </a:prstGeom>
              <a:solidFill>
                <a:schemeClr val="accent3"/>
              </a:solidFill>
              <a:ln w="31750"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127000" dist="63500" dir="13500000">
                  <a:schemeClr val="accent3">
                    <a:lumMod val="50000"/>
                    <a:alpha val="8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altLang="en-US" sz="18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345502" y="2051726"/>
                <a:ext cx="2116756" cy="21167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50800">
                <a:noFill/>
              </a:ln>
              <a:effectLst>
                <a:outerShdw blurRad="152400" dist="63500" dir="2700000" algn="tl" rotWithShape="0">
                  <a:schemeClr val="accent3">
                    <a:lumMod val="50000"/>
                    <a:alpha val="64000"/>
                  </a:scheme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82550" h="254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altLang="en-US" sz="18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24" name="任意多边形 23"/>
          <p:cNvSpPr/>
          <p:nvPr/>
        </p:nvSpPr>
        <p:spPr>
          <a:xfrm>
            <a:off x="600" y="-348344"/>
            <a:ext cx="2718956" cy="7417183"/>
          </a:xfrm>
          <a:custGeom>
            <a:avLst/>
            <a:gdLst>
              <a:gd name="connsiteX0" fmla="*/ 0 w 2837789"/>
              <a:gd name="connsiteY0" fmla="*/ 0 h 8001905"/>
              <a:gd name="connsiteX1" fmla="*/ 2837788 w 2837789"/>
              <a:gd name="connsiteY1" fmla="*/ 0 h 8001905"/>
              <a:gd name="connsiteX2" fmla="*/ 2837788 w 2837789"/>
              <a:gd name="connsiteY2" fmla="*/ 1968500 h 8001905"/>
              <a:gd name="connsiteX3" fmla="*/ 2837789 w 2837789"/>
              <a:gd name="connsiteY3" fmla="*/ 1968500 h 8001905"/>
              <a:gd name="connsiteX4" fmla="*/ 2837789 w 2837789"/>
              <a:gd name="connsiteY4" fmla="*/ 2363879 h 8001905"/>
              <a:gd name="connsiteX5" fmla="*/ 2618085 w 2837789"/>
              <a:gd name="connsiteY5" fmla="*/ 2386026 h 8001905"/>
              <a:gd name="connsiteX6" fmla="*/ 1747634 w 2837789"/>
              <a:gd name="connsiteY6" fmla="*/ 3454034 h 8001905"/>
              <a:gd name="connsiteX7" fmla="*/ 2618085 w 2837789"/>
              <a:gd name="connsiteY7" fmla="*/ 4522042 h 8001905"/>
              <a:gd name="connsiteX8" fmla="*/ 2837789 w 2837789"/>
              <a:gd name="connsiteY8" fmla="*/ 4544190 h 8001905"/>
              <a:gd name="connsiteX9" fmla="*/ 2837789 w 2837789"/>
              <a:gd name="connsiteY9" fmla="*/ 6858000 h 8001905"/>
              <a:gd name="connsiteX10" fmla="*/ 2837788 w 2837789"/>
              <a:gd name="connsiteY10" fmla="*/ 6858000 h 8001905"/>
              <a:gd name="connsiteX11" fmla="*/ 2837788 w 2837789"/>
              <a:gd name="connsiteY11" fmla="*/ 8001905 h 8001905"/>
              <a:gd name="connsiteX12" fmla="*/ 0 w 2837789"/>
              <a:gd name="connsiteY12" fmla="*/ 8001905 h 8001905"/>
              <a:gd name="connsiteX13" fmla="*/ 0 w 2837789"/>
              <a:gd name="connsiteY13" fmla="*/ 6858000 h 8001905"/>
              <a:gd name="connsiteX14" fmla="*/ 0 w 2837789"/>
              <a:gd name="connsiteY14" fmla="*/ 6376305 h 8001905"/>
              <a:gd name="connsiteX15" fmla="*/ 0 w 2837789"/>
              <a:gd name="connsiteY15" fmla="*/ 2133600 h 8001905"/>
              <a:gd name="connsiteX16" fmla="*/ 0 w 2837789"/>
              <a:gd name="connsiteY16" fmla="*/ 1968500 h 800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37789" h="8001905">
                <a:moveTo>
                  <a:pt x="0" y="0"/>
                </a:moveTo>
                <a:lnTo>
                  <a:pt x="2837788" y="0"/>
                </a:lnTo>
                <a:lnTo>
                  <a:pt x="2837788" y="1968500"/>
                </a:lnTo>
                <a:lnTo>
                  <a:pt x="2837789" y="1968500"/>
                </a:lnTo>
                <a:lnTo>
                  <a:pt x="2837789" y="2363879"/>
                </a:lnTo>
                <a:lnTo>
                  <a:pt x="2618085" y="2386026"/>
                </a:lnTo>
                <a:cubicBezTo>
                  <a:pt x="2121320" y="2487680"/>
                  <a:pt x="1747634" y="2927218"/>
                  <a:pt x="1747634" y="3454034"/>
                </a:cubicBezTo>
                <a:cubicBezTo>
                  <a:pt x="1747634" y="3980852"/>
                  <a:pt x="2121320" y="4420389"/>
                  <a:pt x="2618085" y="4522042"/>
                </a:cubicBezTo>
                <a:lnTo>
                  <a:pt x="2837789" y="4544190"/>
                </a:lnTo>
                <a:lnTo>
                  <a:pt x="2837789" y="6858000"/>
                </a:lnTo>
                <a:lnTo>
                  <a:pt x="2837788" y="6858000"/>
                </a:lnTo>
                <a:lnTo>
                  <a:pt x="2837788" y="8001905"/>
                </a:lnTo>
                <a:lnTo>
                  <a:pt x="0" y="8001905"/>
                </a:lnTo>
                <a:lnTo>
                  <a:pt x="0" y="6858000"/>
                </a:lnTo>
                <a:lnTo>
                  <a:pt x="0" y="6376305"/>
                </a:lnTo>
                <a:lnTo>
                  <a:pt x="0" y="2133600"/>
                </a:lnTo>
                <a:lnTo>
                  <a:pt x="0" y="19685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1865"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002060" y="4379076"/>
            <a:ext cx="6838231" cy="4289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1865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856487" y="2092177"/>
            <a:ext cx="4805036" cy="156654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altLang="zh-CN" sz="9600" b="1" dirty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PART 01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930463" y="3777733"/>
            <a:ext cx="3314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defRPr/>
            </a:pPr>
            <a:r>
              <a:rPr lang="zh-TW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微软雅黑 Light" panose="020B0502040204020203" pitchFamily="34" charset="-122"/>
              </a:rPr>
              <a:t>開發動機及目的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微软雅黑 Light" panose="020B0502040204020203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383327" y="2490049"/>
            <a:ext cx="702937" cy="707692"/>
            <a:chOff x="5042691" y="2273920"/>
            <a:chExt cx="702937" cy="707692"/>
          </a:xfrm>
          <a:solidFill>
            <a:schemeClr val="accent5"/>
          </a:solidFill>
        </p:grpSpPr>
        <p:sp>
          <p:nvSpPr>
            <p:cNvPr id="26" name="Freeform 12"/>
            <p:cNvSpPr/>
            <p:nvPr/>
          </p:nvSpPr>
          <p:spPr bwMode="auto">
            <a:xfrm>
              <a:off x="5284806" y="2789968"/>
              <a:ext cx="460822" cy="191644"/>
            </a:xfrm>
            <a:custGeom>
              <a:avLst/>
              <a:gdLst>
                <a:gd name="T0" fmla="*/ 25 w 533"/>
                <a:gd name="T1" fmla="*/ 165 h 222"/>
                <a:gd name="T2" fmla="*/ 158 w 533"/>
                <a:gd name="T3" fmla="*/ 165 h 222"/>
                <a:gd name="T4" fmla="*/ 158 w 533"/>
                <a:gd name="T5" fmla="*/ 108 h 222"/>
                <a:gd name="T6" fmla="*/ 184 w 533"/>
                <a:gd name="T7" fmla="*/ 83 h 222"/>
                <a:gd name="T8" fmla="*/ 317 w 533"/>
                <a:gd name="T9" fmla="*/ 83 h 222"/>
                <a:gd name="T10" fmla="*/ 317 w 533"/>
                <a:gd name="T11" fmla="*/ 25 h 222"/>
                <a:gd name="T12" fmla="*/ 343 w 533"/>
                <a:gd name="T13" fmla="*/ 0 h 222"/>
                <a:gd name="T14" fmla="*/ 533 w 533"/>
                <a:gd name="T15" fmla="*/ 0 h 222"/>
                <a:gd name="T16" fmla="*/ 533 w 533"/>
                <a:gd name="T17" fmla="*/ 32 h 222"/>
                <a:gd name="T18" fmla="*/ 508 w 533"/>
                <a:gd name="T19" fmla="*/ 57 h 222"/>
                <a:gd name="T20" fmla="*/ 375 w 533"/>
                <a:gd name="T21" fmla="*/ 57 h 222"/>
                <a:gd name="T22" fmla="*/ 375 w 533"/>
                <a:gd name="T23" fmla="*/ 114 h 222"/>
                <a:gd name="T24" fmla="*/ 349 w 533"/>
                <a:gd name="T25" fmla="*/ 140 h 222"/>
                <a:gd name="T26" fmla="*/ 216 w 533"/>
                <a:gd name="T27" fmla="*/ 140 h 222"/>
                <a:gd name="T28" fmla="*/ 216 w 533"/>
                <a:gd name="T29" fmla="*/ 197 h 222"/>
                <a:gd name="T30" fmla="*/ 190 w 533"/>
                <a:gd name="T31" fmla="*/ 222 h 222"/>
                <a:gd name="T32" fmla="*/ 0 w 533"/>
                <a:gd name="T33" fmla="*/ 222 h 222"/>
                <a:gd name="T34" fmla="*/ 0 w 533"/>
                <a:gd name="T35" fmla="*/ 191 h 222"/>
                <a:gd name="T36" fmla="*/ 25 w 533"/>
                <a:gd name="T37" fmla="*/ 16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3" h="222">
                  <a:moveTo>
                    <a:pt x="25" y="165"/>
                  </a:moveTo>
                  <a:cubicBezTo>
                    <a:pt x="158" y="165"/>
                    <a:pt x="158" y="165"/>
                    <a:pt x="158" y="165"/>
                  </a:cubicBezTo>
                  <a:cubicBezTo>
                    <a:pt x="158" y="108"/>
                    <a:pt x="158" y="108"/>
                    <a:pt x="158" y="108"/>
                  </a:cubicBezTo>
                  <a:cubicBezTo>
                    <a:pt x="158" y="94"/>
                    <a:pt x="170" y="83"/>
                    <a:pt x="184" y="83"/>
                  </a:cubicBezTo>
                  <a:cubicBezTo>
                    <a:pt x="317" y="83"/>
                    <a:pt x="317" y="83"/>
                    <a:pt x="317" y="83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11"/>
                    <a:pt x="329" y="0"/>
                    <a:pt x="343" y="0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33" y="32"/>
                    <a:pt x="533" y="32"/>
                    <a:pt x="533" y="32"/>
                  </a:cubicBezTo>
                  <a:cubicBezTo>
                    <a:pt x="533" y="46"/>
                    <a:pt x="522" y="57"/>
                    <a:pt x="508" y="57"/>
                  </a:cubicBezTo>
                  <a:cubicBezTo>
                    <a:pt x="375" y="57"/>
                    <a:pt x="375" y="57"/>
                    <a:pt x="375" y="57"/>
                  </a:cubicBezTo>
                  <a:cubicBezTo>
                    <a:pt x="375" y="114"/>
                    <a:pt x="375" y="114"/>
                    <a:pt x="375" y="114"/>
                  </a:cubicBezTo>
                  <a:cubicBezTo>
                    <a:pt x="375" y="128"/>
                    <a:pt x="363" y="140"/>
                    <a:pt x="349" y="140"/>
                  </a:cubicBezTo>
                  <a:cubicBezTo>
                    <a:pt x="216" y="140"/>
                    <a:pt x="216" y="140"/>
                    <a:pt x="216" y="140"/>
                  </a:cubicBezTo>
                  <a:cubicBezTo>
                    <a:pt x="216" y="197"/>
                    <a:pt x="216" y="197"/>
                    <a:pt x="216" y="197"/>
                  </a:cubicBezTo>
                  <a:cubicBezTo>
                    <a:pt x="216" y="211"/>
                    <a:pt x="204" y="222"/>
                    <a:pt x="19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77"/>
                    <a:pt x="11" y="165"/>
                    <a:pt x="25" y="1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65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27" name="Freeform 13"/>
            <p:cNvSpPr>
              <a:spLocks noEditPoints="1"/>
            </p:cNvSpPr>
            <p:nvPr/>
          </p:nvSpPr>
          <p:spPr bwMode="auto">
            <a:xfrm>
              <a:off x="5042691" y="2273920"/>
              <a:ext cx="529214" cy="655758"/>
            </a:xfrm>
            <a:custGeom>
              <a:avLst/>
              <a:gdLst>
                <a:gd name="T0" fmla="*/ 28 w 612"/>
                <a:gd name="T1" fmla="*/ 504 h 759"/>
                <a:gd name="T2" fmla="*/ 148 w 612"/>
                <a:gd name="T3" fmla="*/ 514 h 759"/>
                <a:gd name="T4" fmla="*/ 179 w 612"/>
                <a:gd name="T5" fmla="*/ 488 h 759"/>
                <a:gd name="T6" fmla="*/ 184 w 612"/>
                <a:gd name="T7" fmla="*/ 423 h 759"/>
                <a:gd name="T8" fmla="*/ 158 w 612"/>
                <a:gd name="T9" fmla="*/ 392 h 759"/>
                <a:gd name="T10" fmla="*/ 38 w 612"/>
                <a:gd name="T11" fmla="*/ 381 h 759"/>
                <a:gd name="T12" fmla="*/ 7 w 612"/>
                <a:gd name="T13" fmla="*/ 407 h 759"/>
                <a:gd name="T14" fmla="*/ 2 w 612"/>
                <a:gd name="T15" fmla="*/ 473 h 759"/>
                <a:gd name="T16" fmla="*/ 28 w 612"/>
                <a:gd name="T17" fmla="*/ 504 h 759"/>
                <a:gd name="T18" fmla="*/ 157 w 612"/>
                <a:gd name="T19" fmla="*/ 669 h 759"/>
                <a:gd name="T20" fmla="*/ 254 w 612"/>
                <a:gd name="T21" fmla="*/ 487 h 759"/>
                <a:gd name="T22" fmla="*/ 334 w 612"/>
                <a:gd name="T23" fmla="*/ 512 h 759"/>
                <a:gd name="T24" fmla="*/ 342 w 612"/>
                <a:gd name="T25" fmla="*/ 515 h 759"/>
                <a:gd name="T26" fmla="*/ 216 w 612"/>
                <a:gd name="T27" fmla="*/ 722 h 759"/>
                <a:gd name="T28" fmla="*/ 157 w 612"/>
                <a:gd name="T29" fmla="*/ 669 h 759"/>
                <a:gd name="T30" fmla="*/ 379 w 612"/>
                <a:gd name="T31" fmla="*/ 7 h 759"/>
                <a:gd name="T32" fmla="*/ 426 w 612"/>
                <a:gd name="T33" fmla="*/ 84 h 759"/>
                <a:gd name="T34" fmla="*/ 349 w 612"/>
                <a:gd name="T35" fmla="*/ 150 h 759"/>
                <a:gd name="T36" fmla="*/ 304 w 612"/>
                <a:gd name="T37" fmla="*/ 59 h 759"/>
                <a:gd name="T38" fmla="*/ 379 w 612"/>
                <a:gd name="T39" fmla="*/ 7 h 759"/>
                <a:gd name="T40" fmla="*/ 371 w 612"/>
                <a:gd name="T41" fmla="*/ 183 h 759"/>
                <a:gd name="T42" fmla="*/ 403 w 612"/>
                <a:gd name="T43" fmla="*/ 199 h 759"/>
                <a:gd name="T44" fmla="*/ 574 w 612"/>
                <a:gd name="T45" fmla="*/ 278 h 759"/>
                <a:gd name="T46" fmla="*/ 579 w 612"/>
                <a:gd name="T47" fmla="*/ 341 h 759"/>
                <a:gd name="T48" fmla="*/ 398 w 612"/>
                <a:gd name="T49" fmla="*/ 296 h 759"/>
                <a:gd name="T50" fmla="*/ 381 w 612"/>
                <a:gd name="T51" fmla="*/ 385 h 759"/>
                <a:gd name="T52" fmla="*/ 390 w 612"/>
                <a:gd name="T53" fmla="*/ 402 h 759"/>
                <a:gd name="T54" fmla="*/ 561 w 612"/>
                <a:gd name="T55" fmla="*/ 593 h 759"/>
                <a:gd name="T56" fmla="*/ 489 w 612"/>
                <a:gd name="T57" fmla="*/ 626 h 759"/>
                <a:gd name="T58" fmla="*/ 233 w 612"/>
                <a:gd name="T59" fmla="*/ 447 h 759"/>
                <a:gd name="T60" fmla="*/ 203 w 612"/>
                <a:gd name="T61" fmla="*/ 392 h 759"/>
                <a:gd name="T62" fmla="*/ 231 w 612"/>
                <a:gd name="T63" fmla="*/ 239 h 759"/>
                <a:gd name="T64" fmla="*/ 157 w 612"/>
                <a:gd name="T65" fmla="*/ 344 h 759"/>
                <a:gd name="T66" fmla="*/ 95 w 612"/>
                <a:gd name="T67" fmla="*/ 332 h 759"/>
                <a:gd name="T68" fmla="*/ 247 w 612"/>
                <a:gd name="T69" fmla="*/ 155 h 759"/>
                <a:gd name="T70" fmla="*/ 313 w 612"/>
                <a:gd name="T71" fmla="*/ 163 h 759"/>
                <a:gd name="T72" fmla="*/ 349 w 612"/>
                <a:gd name="T73" fmla="*/ 227 h 759"/>
                <a:gd name="T74" fmla="*/ 371 w 612"/>
                <a:gd name="T75" fmla="*/ 183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12" h="759">
                  <a:moveTo>
                    <a:pt x="28" y="504"/>
                  </a:moveTo>
                  <a:cubicBezTo>
                    <a:pt x="148" y="514"/>
                    <a:pt x="148" y="514"/>
                    <a:pt x="148" y="514"/>
                  </a:cubicBezTo>
                  <a:cubicBezTo>
                    <a:pt x="164" y="516"/>
                    <a:pt x="177" y="504"/>
                    <a:pt x="179" y="488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6" y="407"/>
                    <a:pt x="174" y="393"/>
                    <a:pt x="158" y="392"/>
                  </a:cubicBezTo>
                  <a:cubicBezTo>
                    <a:pt x="38" y="381"/>
                    <a:pt x="38" y="381"/>
                    <a:pt x="38" y="381"/>
                  </a:cubicBezTo>
                  <a:cubicBezTo>
                    <a:pt x="23" y="380"/>
                    <a:pt x="9" y="392"/>
                    <a:pt x="7" y="407"/>
                  </a:cubicBezTo>
                  <a:cubicBezTo>
                    <a:pt x="2" y="473"/>
                    <a:pt x="2" y="473"/>
                    <a:pt x="2" y="473"/>
                  </a:cubicBezTo>
                  <a:cubicBezTo>
                    <a:pt x="0" y="489"/>
                    <a:pt x="12" y="503"/>
                    <a:pt x="28" y="504"/>
                  </a:cubicBezTo>
                  <a:close/>
                  <a:moveTo>
                    <a:pt x="157" y="669"/>
                  </a:moveTo>
                  <a:cubicBezTo>
                    <a:pt x="220" y="595"/>
                    <a:pt x="230" y="592"/>
                    <a:pt x="254" y="487"/>
                  </a:cubicBezTo>
                  <a:cubicBezTo>
                    <a:pt x="280" y="496"/>
                    <a:pt x="307" y="504"/>
                    <a:pt x="334" y="512"/>
                  </a:cubicBezTo>
                  <a:cubicBezTo>
                    <a:pt x="337" y="513"/>
                    <a:pt x="339" y="514"/>
                    <a:pt x="342" y="515"/>
                  </a:cubicBezTo>
                  <a:cubicBezTo>
                    <a:pt x="303" y="633"/>
                    <a:pt x="296" y="637"/>
                    <a:pt x="216" y="722"/>
                  </a:cubicBezTo>
                  <a:cubicBezTo>
                    <a:pt x="180" y="759"/>
                    <a:pt x="122" y="709"/>
                    <a:pt x="157" y="669"/>
                  </a:cubicBezTo>
                  <a:close/>
                  <a:moveTo>
                    <a:pt x="379" y="7"/>
                  </a:moveTo>
                  <a:cubicBezTo>
                    <a:pt x="413" y="15"/>
                    <a:pt x="434" y="49"/>
                    <a:pt x="426" y="84"/>
                  </a:cubicBezTo>
                  <a:cubicBezTo>
                    <a:pt x="419" y="120"/>
                    <a:pt x="383" y="157"/>
                    <a:pt x="349" y="150"/>
                  </a:cubicBezTo>
                  <a:cubicBezTo>
                    <a:pt x="315" y="143"/>
                    <a:pt x="297" y="94"/>
                    <a:pt x="304" y="59"/>
                  </a:cubicBezTo>
                  <a:cubicBezTo>
                    <a:pt x="312" y="23"/>
                    <a:pt x="345" y="0"/>
                    <a:pt x="379" y="7"/>
                  </a:cubicBezTo>
                  <a:close/>
                  <a:moveTo>
                    <a:pt x="371" y="183"/>
                  </a:moveTo>
                  <a:cubicBezTo>
                    <a:pt x="378" y="185"/>
                    <a:pt x="393" y="190"/>
                    <a:pt x="403" y="199"/>
                  </a:cubicBezTo>
                  <a:cubicBezTo>
                    <a:pt x="494" y="286"/>
                    <a:pt x="474" y="282"/>
                    <a:pt x="574" y="278"/>
                  </a:cubicBezTo>
                  <a:cubicBezTo>
                    <a:pt x="612" y="277"/>
                    <a:pt x="611" y="338"/>
                    <a:pt x="579" y="341"/>
                  </a:cubicBezTo>
                  <a:cubicBezTo>
                    <a:pt x="477" y="350"/>
                    <a:pt x="470" y="358"/>
                    <a:pt x="398" y="296"/>
                  </a:cubicBezTo>
                  <a:cubicBezTo>
                    <a:pt x="381" y="385"/>
                    <a:pt x="381" y="385"/>
                    <a:pt x="381" y="385"/>
                  </a:cubicBezTo>
                  <a:cubicBezTo>
                    <a:pt x="380" y="392"/>
                    <a:pt x="383" y="399"/>
                    <a:pt x="390" y="402"/>
                  </a:cubicBezTo>
                  <a:cubicBezTo>
                    <a:pt x="494" y="448"/>
                    <a:pt x="515" y="448"/>
                    <a:pt x="561" y="593"/>
                  </a:cubicBezTo>
                  <a:cubicBezTo>
                    <a:pt x="578" y="638"/>
                    <a:pt x="510" y="668"/>
                    <a:pt x="489" y="626"/>
                  </a:cubicBezTo>
                  <a:cubicBezTo>
                    <a:pt x="417" y="484"/>
                    <a:pt x="405" y="506"/>
                    <a:pt x="233" y="447"/>
                  </a:cubicBezTo>
                  <a:cubicBezTo>
                    <a:pt x="211" y="435"/>
                    <a:pt x="203" y="416"/>
                    <a:pt x="203" y="392"/>
                  </a:cubicBezTo>
                  <a:cubicBezTo>
                    <a:pt x="231" y="239"/>
                    <a:pt x="231" y="239"/>
                    <a:pt x="231" y="239"/>
                  </a:cubicBezTo>
                  <a:cubicBezTo>
                    <a:pt x="164" y="260"/>
                    <a:pt x="171" y="259"/>
                    <a:pt x="157" y="344"/>
                  </a:cubicBezTo>
                  <a:cubicBezTo>
                    <a:pt x="151" y="376"/>
                    <a:pt x="91" y="372"/>
                    <a:pt x="95" y="332"/>
                  </a:cubicBezTo>
                  <a:cubicBezTo>
                    <a:pt x="107" y="207"/>
                    <a:pt x="126" y="199"/>
                    <a:pt x="247" y="155"/>
                  </a:cubicBezTo>
                  <a:cubicBezTo>
                    <a:pt x="264" y="149"/>
                    <a:pt x="304" y="160"/>
                    <a:pt x="313" y="163"/>
                  </a:cubicBezTo>
                  <a:cubicBezTo>
                    <a:pt x="349" y="227"/>
                    <a:pt x="349" y="227"/>
                    <a:pt x="349" y="227"/>
                  </a:cubicBezTo>
                  <a:cubicBezTo>
                    <a:pt x="371" y="183"/>
                    <a:pt x="371" y="183"/>
                    <a:pt x="371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65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271644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E83F3578-E50B-417E-BEDD-A6AC0203D5AE}"/>
              </a:ext>
            </a:extLst>
          </p:cNvPr>
          <p:cNvGrpSpPr/>
          <p:nvPr/>
        </p:nvGrpSpPr>
        <p:grpSpPr>
          <a:xfrm>
            <a:off x="52183" y="1348495"/>
            <a:ext cx="3415928" cy="4161011"/>
            <a:chOff x="8093000" y="1688629"/>
            <a:chExt cx="3506788" cy="4271691"/>
          </a:xfrm>
        </p:grpSpPr>
        <p:sp>
          <p:nvSpPr>
            <p:cNvPr id="33" name="Freeform 68">
              <a:extLst>
                <a:ext uri="{FF2B5EF4-FFF2-40B4-BE49-F238E27FC236}">
                  <a16:creationId xmlns:a16="http://schemas.microsoft.com/office/drawing/2014/main" xmlns="" id="{DAA1919E-117A-4F6D-99EE-A6C4A9C13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3238" y="2958358"/>
              <a:ext cx="1066800" cy="895350"/>
            </a:xfrm>
            <a:custGeom>
              <a:avLst/>
              <a:gdLst>
                <a:gd name="T0" fmla="*/ 189 w 672"/>
                <a:gd name="T1" fmla="*/ 564 h 564"/>
                <a:gd name="T2" fmla="*/ 189 w 672"/>
                <a:gd name="T3" fmla="*/ 564 h 564"/>
                <a:gd name="T4" fmla="*/ 0 w 672"/>
                <a:gd name="T5" fmla="*/ 564 h 564"/>
                <a:gd name="T6" fmla="*/ 0 w 672"/>
                <a:gd name="T7" fmla="*/ 415 h 564"/>
                <a:gd name="T8" fmla="*/ 0 w 672"/>
                <a:gd name="T9" fmla="*/ 415 h 564"/>
                <a:gd name="T10" fmla="*/ 250 w 672"/>
                <a:gd name="T11" fmla="*/ 415 h 564"/>
                <a:gd name="T12" fmla="*/ 250 w 672"/>
                <a:gd name="T13" fmla="*/ 415 h 564"/>
                <a:gd name="T14" fmla="*/ 256 w 672"/>
                <a:gd name="T15" fmla="*/ 410 h 564"/>
                <a:gd name="T16" fmla="*/ 266 w 672"/>
                <a:gd name="T17" fmla="*/ 401 h 564"/>
                <a:gd name="T18" fmla="*/ 281 w 672"/>
                <a:gd name="T19" fmla="*/ 388 h 564"/>
                <a:gd name="T20" fmla="*/ 299 w 672"/>
                <a:gd name="T21" fmla="*/ 367 h 564"/>
                <a:gd name="T22" fmla="*/ 322 w 672"/>
                <a:gd name="T23" fmla="*/ 340 h 564"/>
                <a:gd name="T24" fmla="*/ 349 w 672"/>
                <a:gd name="T25" fmla="*/ 304 h 564"/>
                <a:gd name="T26" fmla="*/ 382 w 672"/>
                <a:gd name="T27" fmla="*/ 259 h 564"/>
                <a:gd name="T28" fmla="*/ 419 w 672"/>
                <a:gd name="T29" fmla="*/ 202 h 564"/>
                <a:gd name="T30" fmla="*/ 419 w 672"/>
                <a:gd name="T31" fmla="*/ 202 h 564"/>
                <a:gd name="T32" fmla="*/ 466 w 672"/>
                <a:gd name="T33" fmla="*/ 128 h 564"/>
                <a:gd name="T34" fmla="*/ 505 w 672"/>
                <a:gd name="T35" fmla="*/ 63 h 564"/>
                <a:gd name="T36" fmla="*/ 541 w 672"/>
                <a:gd name="T37" fmla="*/ 0 h 564"/>
                <a:gd name="T38" fmla="*/ 672 w 672"/>
                <a:gd name="T39" fmla="*/ 72 h 564"/>
                <a:gd name="T40" fmla="*/ 672 w 672"/>
                <a:gd name="T41" fmla="*/ 72 h 564"/>
                <a:gd name="T42" fmla="*/ 660 w 672"/>
                <a:gd name="T43" fmla="*/ 95 h 564"/>
                <a:gd name="T44" fmla="*/ 629 w 672"/>
                <a:gd name="T45" fmla="*/ 147 h 564"/>
                <a:gd name="T46" fmla="*/ 584 w 672"/>
                <a:gd name="T47" fmla="*/ 220 h 564"/>
                <a:gd name="T48" fmla="*/ 558 w 672"/>
                <a:gd name="T49" fmla="*/ 261 h 564"/>
                <a:gd name="T50" fmla="*/ 531 w 672"/>
                <a:gd name="T51" fmla="*/ 304 h 564"/>
                <a:gd name="T52" fmla="*/ 531 w 672"/>
                <a:gd name="T53" fmla="*/ 304 h 564"/>
                <a:gd name="T54" fmla="*/ 505 w 672"/>
                <a:gd name="T55" fmla="*/ 343 h 564"/>
                <a:gd name="T56" fmla="*/ 481 w 672"/>
                <a:gd name="T57" fmla="*/ 378 h 564"/>
                <a:gd name="T58" fmla="*/ 457 w 672"/>
                <a:gd name="T59" fmla="*/ 408 h 564"/>
                <a:gd name="T60" fmla="*/ 437 w 672"/>
                <a:gd name="T61" fmla="*/ 435 h 564"/>
                <a:gd name="T62" fmla="*/ 417 w 672"/>
                <a:gd name="T63" fmla="*/ 460 h 564"/>
                <a:gd name="T64" fmla="*/ 397 w 672"/>
                <a:gd name="T65" fmla="*/ 482 h 564"/>
                <a:gd name="T66" fmla="*/ 380 w 672"/>
                <a:gd name="T67" fmla="*/ 500 h 564"/>
                <a:gd name="T68" fmla="*/ 363 w 672"/>
                <a:gd name="T69" fmla="*/ 515 h 564"/>
                <a:gd name="T70" fmla="*/ 349 w 672"/>
                <a:gd name="T71" fmla="*/ 528 h 564"/>
                <a:gd name="T72" fmla="*/ 334 w 672"/>
                <a:gd name="T73" fmla="*/ 538 h 564"/>
                <a:gd name="T74" fmla="*/ 319 w 672"/>
                <a:gd name="T75" fmla="*/ 547 h 564"/>
                <a:gd name="T76" fmla="*/ 307 w 672"/>
                <a:gd name="T77" fmla="*/ 554 h 564"/>
                <a:gd name="T78" fmla="*/ 294 w 672"/>
                <a:gd name="T79" fmla="*/ 559 h 564"/>
                <a:gd name="T80" fmla="*/ 282 w 672"/>
                <a:gd name="T81" fmla="*/ 562 h 564"/>
                <a:gd name="T82" fmla="*/ 271 w 672"/>
                <a:gd name="T83" fmla="*/ 563 h 564"/>
                <a:gd name="T84" fmla="*/ 258 w 672"/>
                <a:gd name="T85" fmla="*/ 564 h 564"/>
                <a:gd name="T86" fmla="*/ 258 w 672"/>
                <a:gd name="T87" fmla="*/ 564 h 564"/>
                <a:gd name="T88" fmla="*/ 189 w 672"/>
                <a:gd name="T89" fmla="*/ 564 h 564"/>
                <a:gd name="T90" fmla="*/ 189 w 672"/>
                <a:gd name="T91" fmla="*/ 564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72" h="564">
                  <a:moveTo>
                    <a:pt x="189" y="564"/>
                  </a:moveTo>
                  <a:lnTo>
                    <a:pt x="189" y="564"/>
                  </a:lnTo>
                  <a:lnTo>
                    <a:pt x="0" y="564"/>
                  </a:lnTo>
                  <a:lnTo>
                    <a:pt x="0" y="415"/>
                  </a:lnTo>
                  <a:lnTo>
                    <a:pt x="0" y="415"/>
                  </a:lnTo>
                  <a:lnTo>
                    <a:pt x="250" y="415"/>
                  </a:lnTo>
                  <a:lnTo>
                    <a:pt x="250" y="415"/>
                  </a:lnTo>
                  <a:lnTo>
                    <a:pt x="256" y="410"/>
                  </a:lnTo>
                  <a:lnTo>
                    <a:pt x="266" y="401"/>
                  </a:lnTo>
                  <a:lnTo>
                    <a:pt x="281" y="388"/>
                  </a:lnTo>
                  <a:lnTo>
                    <a:pt x="299" y="367"/>
                  </a:lnTo>
                  <a:lnTo>
                    <a:pt x="322" y="340"/>
                  </a:lnTo>
                  <a:lnTo>
                    <a:pt x="349" y="304"/>
                  </a:lnTo>
                  <a:lnTo>
                    <a:pt x="382" y="259"/>
                  </a:lnTo>
                  <a:lnTo>
                    <a:pt x="419" y="202"/>
                  </a:lnTo>
                  <a:lnTo>
                    <a:pt x="419" y="202"/>
                  </a:lnTo>
                  <a:lnTo>
                    <a:pt x="466" y="128"/>
                  </a:lnTo>
                  <a:lnTo>
                    <a:pt x="505" y="63"/>
                  </a:lnTo>
                  <a:lnTo>
                    <a:pt x="541" y="0"/>
                  </a:lnTo>
                  <a:lnTo>
                    <a:pt x="672" y="72"/>
                  </a:lnTo>
                  <a:lnTo>
                    <a:pt x="672" y="72"/>
                  </a:lnTo>
                  <a:lnTo>
                    <a:pt x="660" y="95"/>
                  </a:lnTo>
                  <a:lnTo>
                    <a:pt x="629" y="147"/>
                  </a:lnTo>
                  <a:lnTo>
                    <a:pt x="584" y="220"/>
                  </a:lnTo>
                  <a:lnTo>
                    <a:pt x="558" y="261"/>
                  </a:lnTo>
                  <a:lnTo>
                    <a:pt x="531" y="304"/>
                  </a:lnTo>
                  <a:lnTo>
                    <a:pt x="531" y="304"/>
                  </a:lnTo>
                  <a:lnTo>
                    <a:pt x="505" y="343"/>
                  </a:lnTo>
                  <a:lnTo>
                    <a:pt x="481" y="378"/>
                  </a:lnTo>
                  <a:lnTo>
                    <a:pt x="457" y="408"/>
                  </a:lnTo>
                  <a:lnTo>
                    <a:pt x="437" y="435"/>
                  </a:lnTo>
                  <a:lnTo>
                    <a:pt x="417" y="460"/>
                  </a:lnTo>
                  <a:lnTo>
                    <a:pt x="397" y="482"/>
                  </a:lnTo>
                  <a:lnTo>
                    <a:pt x="380" y="500"/>
                  </a:lnTo>
                  <a:lnTo>
                    <a:pt x="363" y="515"/>
                  </a:lnTo>
                  <a:lnTo>
                    <a:pt x="349" y="528"/>
                  </a:lnTo>
                  <a:lnTo>
                    <a:pt x="334" y="538"/>
                  </a:lnTo>
                  <a:lnTo>
                    <a:pt x="319" y="547"/>
                  </a:lnTo>
                  <a:lnTo>
                    <a:pt x="307" y="554"/>
                  </a:lnTo>
                  <a:lnTo>
                    <a:pt x="294" y="559"/>
                  </a:lnTo>
                  <a:lnTo>
                    <a:pt x="282" y="562"/>
                  </a:lnTo>
                  <a:lnTo>
                    <a:pt x="271" y="563"/>
                  </a:lnTo>
                  <a:lnTo>
                    <a:pt x="258" y="564"/>
                  </a:lnTo>
                  <a:lnTo>
                    <a:pt x="258" y="564"/>
                  </a:lnTo>
                  <a:lnTo>
                    <a:pt x="189" y="564"/>
                  </a:lnTo>
                  <a:lnTo>
                    <a:pt x="189" y="564"/>
                  </a:lnTo>
                  <a:close/>
                </a:path>
              </a:pathLst>
            </a:custGeom>
            <a:solidFill>
              <a:srgbClr val="E8B18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4" name="Freeform 69">
              <a:extLst>
                <a:ext uri="{FF2B5EF4-FFF2-40B4-BE49-F238E27FC236}">
                  <a16:creationId xmlns:a16="http://schemas.microsoft.com/office/drawing/2014/main" xmlns="" id="{504A6416-E762-4FEC-95F5-DB7F5569A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3000" y="5487245"/>
              <a:ext cx="3275013" cy="473075"/>
            </a:xfrm>
            <a:custGeom>
              <a:avLst/>
              <a:gdLst>
                <a:gd name="T0" fmla="*/ 2063 w 2063"/>
                <a:gd name="T1" fmla="*/ 149 h 298"/>
                <a:gd name="T2" fmla="*/ 2058 w 2063"/>
                <a:gd name="T3" fmla="*/ 165 h 298"/>
                <a:gd name="T4" fmla="*/ 2043 w 2063"/>
                <a:gd name="T5" fmla="*/ 180 h 298"/>
                <a:gd name="T6" fmla="*/ 2017 w 2063"/>
                <a:gd name="T7" fmla="*/ 193 h 298"/>
                <a:gd name="T8" fmla="*/ 1983 w 2063"/>
                <a:gd name="T9" fmla="*/ 207 h 298"/>
                <a:gd name="T10" fmla="*/ 1938 w 2063"/>
                <a:gd name="T11" fmla="*/ 220 h 298"/>
                <a:gd name="T12" fmla="*/ 1828 w 2063"/>
                <a:gd name="T13" fmla="*/ 244 h 298"/>
                <a:gd name="T14" fmla="*/ 1688 w 2063"/>
                <a:gd name="T15" fmla="*/ 264 h 298"/>
                <a:gd name="T16" fmla="*/ 1523 w 2063"/>
                <a:gd name="T17" fmla="*/ 280 h 298"/>
                <a:gd name="T18" fmla="*/ 1339 w 2063"/>
                <a:gd name="T19" fmla="*/ 292 h 298"/>
                <a:gd name="T20" fmla="*/ 1137 w 2063"/>
                <a:gd name="T21" fmla="*/ 298 h 298"/>
                <a:gd name="T22" fmla="*/ 1032 w 2063"/>
                <a:gd name="T23" fmla="*/ 298 h 298"/>
                <a:gd name="T24" fmla="*/ 824 w 2063"/>
                <a:gd name="T25" fmla="*/ 296 h 298"/>
                <a:gd name="T26" fmla="*/ 630 w 2063"/>
                <a:gd name="T27" fmla="*/ 287 h 298"/>
                <a:gd name="T28" fmla="*/ 455 w 2063"/>
                <a:gd name="T29" fmla="*/ 273 h 298"/>
                <a:gd name="T30" fmla="*/ 302 w 2063"/>
                <a:gd name="T31" fmla="*/ 255 h 298"/>
                <a:gd name="T32" fmla="*/ 177 w 2063"/>
                <a:gd name="T33" fmla="*/ 233 h 298"/>
                <a:gd name="T34" fmla="*/ 102 w 2063"/>
                <a:gd name="T35" fmla="*/ 213 h 298"/>
                <a:gd name="T36" fmla="*/ 63 w 2063"/>
                <a:gd name="T37" fmla="*/ 200 h 298"/>
                <a:gd name="T38" fmla="*/ 33 w 2063"/>
                <a:gd name="T39" fmla="*/ 186 h 298"/>
                <a:gd name="T40" fmla="*/ 12 w 2063"/>
                <a:gd name="T41" fmla="*/ 172 h 298"/>
                <a:gd name="T42" fmla="*/ 1 w 2063"/>
                <a:gd name="T43" fmla="*/ 157 h 298"/>
                <a:gd name="T44" fmla="*/ 0 w 2063"/>
                <a:gd name="T45" fmla="*/ 149 h 298"/>
                <a:gd name="T46" fmla="*/ 6 w 2063"/>
                <a:gd name="T47" fmla="*/ 133 h 298"/>
                <a:gd name="T48" fmla="*/ 22 w 2063"/>
                <a:gd name="T49" fmla="*/ 118 h 298"/>
                <a:gd name="T50" fmla="*/ 46 w 2063"/>
                <a:gd name="T51" fmla="*/ 105 h 298"/>
                <a:gd name="T52" fmla="*/ 82 w 2063"/>
                <a:gd name="T53" fmla="*/ 90 h 298"/>
                <a:gd name="T54" fmla="*/ 125 w 2063"/>
                <a:gd name="T55" fmla="*/ 78 h 298"/>
                <a:gd name="T56" fmla="*/ 235 w 2063"/>
                <a:gd name="T57" fmla="*/ 54 h 298"/>
                <a:gd name="T58" fmla="*/ 376 w 2063"/>
                <a:gd name="T59" fmla="*/ 34 h 298"/>
                <a:gd name="T60" fmla="*/ 540 w 2063"/>
                <a:gd name="T61" fmla="*/ 18 h 298"/>
                <a:gd name="T62" fmla="*/ 725 w 2063"/>
                <a:gd name="T63" fmla="*/ 6 h 298"/>
                <a:gd name="T64" fmla="*/ 927 w 2063"/>
                <a:gd name="T65" fmla="*/ 0 h 298"/>
                <a:gd name="T66" fmla="*/ 1032 w 2063"/>
                <a:gd name="T67" fmla="*/ 0 h 298"/>
                <a:gd name="T68" fmla="*/ 1239 w 2063"/>
                <a:gd name="T69" fmla="*/ 2 h 298"/>
                <a:gd name="T70" fmla="*/ 1434 w 2063"/>
                <a:gd name="T71" fmla="*/ 11 h 298"/>
                <a:gd name="T72" fmla="*/ 1608 w 2063"/>
                <a:gd name="T73" fmla="*/ 25 h 298"/>
                <a:gd name="T74" fmla="*/ 1761 w 2063"/>
                <a:gd name="T75" fmla="*/ 43 h 298"/>
                <a:gd name="T76" fmla="*/ 1888 w 2063"/>
                <a:gd name="T77" fmla="*/ 65 h 298"/>
                <a:gd name="T78" fmla="*/ 1961 w 2063"/>
                <a:gd name="T79" fmla="*/ 85 h 298"/>
                <a:gd name="T80" fmla="*/ 2001 w 2063"/>
                <a:gd name="T81" fmla="*/ 97 h 298"/>
                <a:gd name="T82" fmla="*/ 2031 w 2063"/>
                <a:gd name="T83" fmla="*/ 112 h 298"/>
                <a:gd name="T84" fmla="*/ 2052 w 2063"/>
                <a:gd name="T85" fmla="*/ 126 h 298"/>
                <a:gd name="T86" fmla="*/ 2062 w 2063"/>
                <a:gd name="T87" fmla="*/ 141 h 298"/>
                <a:gd name="T88" fmla="*/ 2063 w 2063"/>
                <a:gd name="T89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063" h="298">
                  <a:moveTo>
                    <a:pt x="2063" y="149"/>
                  </a:moveTo>
                  <a:lnTo>
                    <a:pt x="2063" y="149"/>
                  </a:lnTo>
                  <a:lnTo>
                    <a:pt x="2062" y="157"/>
                  </a:lnTo>
                  <a:lnTo>
                    <a:pt x="2058" y="165"/>
                  </a:lnTo>
                  <a:lnTo>
                    <a:pt x="2052" y="172"/>
                  </a:lnTo>
                  <a:lnTo>
                    <a:pt x="2043" y="180"/>
                  </a:lnTo>
                  <a:lnTo>
                    <a:pt x="2031" y="186"/>
                  </a:lnTo>
                  <a:lnTo>
                    <a:pt x="2017" y="193"/>
                  </a:lnTo>
                  <a:lnTo>
                    <a:pt x="2001" y="200"/>
                  </a:lnTo>
                  <a:lnTo>
                    <a:pt x="1983" y="207"/>
                  </a:lnTo>
                  <a:lnTo>
                    <a:pt x="1961" y="213"/>
                  </a:lnTo>
                  <a:lnTo>
                    <a:pt x="1938" y="220"/>
                  </a:lnTo>
                  <a:lnTo>
                    <a:pt x="1888" y="233"/>
                  </a:lnTo>
                  <a:lnTo>
                    <a:pt x="1828" y="244"/>
                  </a:lnTo>
                  <a:lnTo>
                    <a:pt x="1761" y="255"/>
                  </a:lnTo>
                  <a:lnTo>
                    <a:pt x="1688" y="264"/>
                  </a:lnTo>
                  <a:lnTo>
                    <a:pt x="1608" y="273"/>
                  </a:lnTo>
                  <a:lnTo>
                    <a:pt x="1523" y="280"/>
                  </a:lnTo>
                  <a:lnTo>
                    <a:pt x="1434" y="287"/>
                  </a:lnTo>
                  <a:lnTo>
                    <a:pt x="1339" y="292"/>
                  </a:lnTo>
                  <a:lnTo>
                    <a:pt x="1239" y="296"/>
                  </a:lnTo>
                  <a:lnTo>
                    <a:pt x="1137" y="298"/>
                  </a:lnTo>
                  <a:lnTo>
                    <a:pt x="1032" y="298"/>
                  </a:lnTo>
                  <a:lnTo>
                    <a:pt x="1032" y="298"/>
                  </a:lnTo>
                  <a:lnTo>
                    <a:pt x="927" y="298"/>
                  </a:lnTo>
                  <a:lnTo>
                    <a:pt x="824" y="296"/>
                  </a:lnTo>
                  <a:lnTo>
                    <a:pt x="725" y="292"/>
                  </a:lnTo>
                  <a:lnTo>
                    <a:pt x="630" y="287"/>
                  </a:lnTo>
                  <a:lnTo>
                    <a:pt x="540" y="280"/>
                  </a:lnTo>
                  <a:lnTo>
                    <a:pt x="455" y="273"/>
                  </a:lnTo>
                  <a:lnTo>
                    <a:pt x="376" y="264"/>
                  </a:lnTo>
                  <a:lnTo>
                    <a:pt x="302" y="255"/>
                  </a:lnTo>
                  <a:lnTo>
                    <a:pt x="235" y="244"/>
                  </a:lnTo>
                  <a:lnTo>
                    <a:pt x="177" y="233"/>
                  </a:lnTo>
                  <a:lnTo>
                    <a:pt x="125" y="220"/>
                  </a:lnTo>
                  <a:lnTo>
                    <a:pt x="102" y="213"/>
                  </a:lnTo>
                  <a:lnTo>
                    <a:pt x="82" y="207"/>
                  </a:lnTo>
                  <a:lnTo>
                    <a:pt x="63" y="200"/>
                  </a:lnTo>
                  <a:lnTo>
                    <a:pt x="46" y="193"/>
                  </a:lnTo>
                  <a:lnTo>
                    <a:pt x="33" y="186"/>
                  </a:lnTo>
                  <a:lnTo>
                    <a:pt x="22" y="180"/>
                  </a:lnTo>
                  <a:lnTo>
                    <a:pt x="12" y="172"/>
                  </a:lnTo>
                  <a:lnTo>
                    <a:pt x="6" y="165"/>
                  </a:lnTo>
                  <a:lnTo>
                    <a:pt x="1" y="157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1" y="141"/>
                  </a:lnTo>
                  <a:lnTo>
                    <a:pt x="6" y="133"/>
                  </a:lnTo>
                  <a:lnTo>
                    <a:pt x="12" y="126"/>
                  </a:lnTo>
                  <a:lnTo>
                    <a:pt x="22" y="118"/>
                  </a:lnTo>
                  <a:lnTo>
                    <a:pt x="33" y="112"/>
                  </a:lnTo>
                  <a:lnTo>
                    <a:pt x="46" y="105"/>
                  </a:lnTo>
                  <a:lnTo>
                    <a:pt x="63" y="97"/>
                  </a:lnTo>
                  <a:lnTo>
                    <a:pt x="82" y="90"/>
                  </a:lnTo>
                  <a:lnTo>
                    <a:pt x="102" y="85"/>
                  </a:lnTo>
                  <a:lnTo>
                    <a:pt x="125" y="78"/>
                  </a:lnTo>
                  <a:lnTo>
                    <a:pt x="177" y="65"/>
                  </a:lnTo>
                  <a:lnTo>
                    <a:pt x="235" y="54"/>
                  </a:lnTo>
                  <a:lnTo>
                    <a:pt x="302" y="43"/>
                  </a:lnTo>
                  <a:lnTo>
                    <a:pt x="376" y="34"/>
                  </a:lnTo>
                  <a:lnTo>
                    <a:pt x="455" y="25"/>
                  </a:lnTo>
                  <a:lnTo>
                    <a:pt x="540" y="18"/>
                  </a:lnTo>
                  <a:lnTo>
                    <a:pt x="630" y="11"/>
                  </a:lnTo>
                  <a:lnTo>
                    <a:pt x="725" y="6"/>
                  </a:lnTo>
                  <a:lnTo>
                    <a:pt x="824" y="2"/>
                  </a:lnTo>
                  <a:lnTo>
                    <a:pt x="927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137" y="0"/>
                  </a:lnTo>
                  <a:lnTo>
                    <a:pt x="1239" y="2"/>
                  </a:lnTo>
                  <a:lnTo>
                    <a:pt x="1339" y="6"/>
                  </a:lnTo>
                  <a:lnTo>
                    <a:pt x="1434" y="11"/>
                  </a:lnTo>
                  <a:lnTo>
                    <a:pt x="1523" y="18"/>
                  </a:lnTo>
                  <a:lnTo>
                    <a:pt x="1608" y="25"/>
                  </a:lnTo>
                  <a:lnTo>
                    <a:pt x="1688" y="34"/>
                  </a:lnTo>
                  <a:lnTo>
                    <a:pt x="1761" y="43"/>
                  </a:lnTo>
                  <a:lnTo>
                    <a:pt x="1828" y="54"/>
                  </a:lnTo>
                  <a:lnTo>
                    <a:pt x="1888" y="65"/>
                  </a:lnTo>
                  <a:lnTo>
                    <a:pt x="1938" y="78"/>
                  </a:lnTo>
                  <a:lnTo>
                    <a:pt x="1961" y="85"/>
                  </a:lnTo>
                  <a:lnTo>
                    <a:pt x="1983" y="90"/>
                  </a:lnTo>
                  <a:lnTo>
                    <a:pt x="2001" y="97"/>
                  </a:lnTo>
                  <a:lnTo>
                    <a:pt x="2017" y="105"/>
                  </a:lnTo>
                  <a:lnTo>
                    <a:pt x="2031" y="112"/>
                  </a:lnTo>
                  <a:lnTo>
                    <a:pt x="2043" y="118"/>
                  </a:lnTo>
                  <a:lnTo>
                    <a:pt x="2052" y="126"/>
                  </a:lnTo>
                  <a:lnTo>
                    <a:pt x="2058" y="133"/>
                  </a:lnTo>
                  <a:lnTo>
                    <a:pt x="2062" y="141"/>
                  </a:lnTo>
                  <a:lnTo>
                    <a:pt x="2063" y="149"/>
                  </a:lnTo>
                  <a:lnTo>
                    <a:pt x="2063" y="149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5" name="Freeform 70">
              <a:extLst>
                <a:ext uri="{FF2B5EF4-FFF2-40B4-BE49-F238E27FC236}">
                  <a16:creationId xmlns:a16="http://schemas.microsoft.com/office/drawing/2014/main" xmlns="" id="{1A0F4258-0867-4D7D-98B0-78A3F3294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2263" y="5428508"/>
              <a:ext cx="912813" cy="269875"/>
            </a:xfrm>
            <a:custGeom>
              <a:avLst/>
              <a:gdLst>
                <a:gd name="T0" fmla="*/ 551 w 575"/>
                <a:gd name="T1" fmla="*/ 0 h 170"/>
                <a:gd name="T2" fmla="*/ 575 w 575"/>
                <a:gd name="T3" fmla="*/ 79 h 170"/>
                <a:gd name="T4" fmla="*/ 575 w 575"/>
                <a:gd name="T5" fmla="*/ 79 h 170"/>
                <a:gd name="T6" fmla="*/ 575 w 575"/>
                <a:gd name="T7" fmla="*/ 90 h 170"/>
                <a:gd name="T8" fmla="*/ 574 w 575"/>
                <a:gd name="T9" fmla="*/ 102 h 170"/>
                <a:gd name="T10" fmla="*/ 571 w 575"/>
                <a:gd name="T11" fmla="*/ 116 h 170"/>
                <a:gd name="T12" fmla="*/ 568 w 575"/>
                <a:gd name="T13" fmla="*/ 131 h 170"/>
                <a:gd name="T14" fmla="*/ 565 w 575"/>
                <a:gd name="T15" fmla="*/ 138 h 170"/>
                <a:gd name="T16" fmla="*/ 561 w 575"/>
                <a:gd name="T17" fmla="*/ 145 h 170"/>
                <a:gd name="T18" fmla="*/ 557 w 575"/>
                <a:gd name="T19" fmla="*/ 151 h 170"/>
                <a:gd name="T20" fmla="*/ 551 w 575"/>
                <a:gd name="T21" fmla="*/ 157 h 170"/>
                <a:gd name="T22" fmla="*/ 544 w 575"/>
                <a:gd name="T23" fmla="*/ 161 h 170"/>
                <a:gd name="T24" fmla="*/ 537 w 575"/>
                <a:gd name="T25" fmla="*/ 165 h 170"/>
                <a:gd name="T26" fmla="*/ 537 w 575"/>
                <a:gd name="T27" fmla="*/ 165 h 170"/>
                <a:gd name="T28" fmla="*/ 525 w 575"/>
                <a:gd name="T29" fmla="*/ 167 h 170"/>
                <a:gd name="T30" fmla="*/ 504 w 575"/>
                <a:gd name="T31" fmla="*/ 168 h 170"/>
                <a:gd name="T32" fmla="*/ 474 w 575"/>
                <a:gd name="T33" fmla="*/ 169 h 170"/>
                <a:gd name="T34" fmla="*/ 440 w 575"/>
                <a:gd name="T35" fmla="*/ 170 h 170"/>
                <a:gd name="T36" fmla="*/ 358 w 575"/>
                <a:gd name="T37" fmla="*/ 170 h 170"/>
                <a:gd name="T38" fmla="*/ 266 w 575"/>
                <a:gd name="T39" fmla="*/ 169 h 170"/>
                <a:gd name="T40" fmla="*/ 101 w 575"/>
                <a:gd name="T41" fmla="*/ 165 h 170"/>
                <a:gd name="T42" fmla="*/ 27 w 575"/>
                <a:gd name="T43" fmla="*/ 162 h 170"/>
                <a:gd name="T44" fmla="*/ 0 w 575"/>
                <a:gd name="T45" fmla="*/ 24 h 170"/>
                <a:gd name="T46" fmla="*/ 551 w 575"/>
                <a:gd name="T4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5" h="170">
                  <a:moveTo>
                    <a:pt x="551" y="0"/>
                  </a:moveTo>
                  <a:lnTo>
                    <a:pt x="575" y="79"/>
                  </a:lnTo>
                  <a:lnTo>
                    <a:pt x="575" y="79"/>
                  </a:lnTo>
                  <a:lnTo>
                    <a:pt x="575" y="90"/>
                  </a:lnTo>
                  <a:lnTo>
                    <a:pt x="574" y="102"/>
                  </a:lnTo>
                  <a:lnTo>
                    <a:pt x="571" y="116"/>
                  </a:lnTo>
                  <a:lnTo>
                    <a:pt x="568" y="131"/>
                  </a:lnTo>
                  <a:lnTo>
                    <a:pt x="565" y="138"/>
                  </a:lnTo>
                  <a:lnTo>
                    <a:pt x="561" y="145"/>
                  </a:lnTo>
                  <a:lnTo>
                    <a:pt x="557" y="151"/>
                  </a:lnTo>
                  <a:lnTo>
                    <a:pt x="551" y="157"/>
                  </a:lnTo>
                  <a:lnTo>
                    <a:pt x="544" y="161"/>
                  </a:lnTo>
                  <a:lnTo>
                    <a:pt x="537" y="165"/>
                  </a:lnTo>
                  <a:lnTo>
                    <a:pt x="537" y="165"/>
                  </a:lnTo>
                  <a:lnTo>
                    <a:pt x="525" y="167"/>
                  </a:lnTo>
                  <a:lnTo>
                    <a:pt x="504" y="168"/>
                  </a:lnTo>
                  <a:lnTo>
                    <a:pt x="474" y="169"/>
                  </a:lnTo>
                  <a:lnTo>
                    <a:pt x="440" y="170"/>
                  </a:lnTo>
                  <a:lnTo>
                    <a:pt x="358" y="170"/>
                  </a:lnTo>
                  <a:lnTo>
                    <a:pt x="266" y="169"/>
                  </a:lnTo>
                  <a:lnTo>
                    <a:pt x="101" y="165"/>
                  </a:lnTo>
                  <a:lnTo>
                    <a:pt x="27" y="162"/>
                  </a:lnTo>
                  <a:lnTo>
                    <a:pt x="0" y="24"/>
                  </a:lnTo>
                  <a:lnTo>
                    <a:pt x="551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6" name="Freeform 71">
              <a:extLst>
                <a:ext uri="{FF2B5EF4-FFF2-40B4-BE49-F238E27FC236}">
                  <a16:creationId xmlns:a16="http://schemas.microsoft.com/office/drawing/2014/main" xmlns="" id="{615BE14A-202B-4D56-B169-68A53332B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4163" y="5198320"/>
              <a:ext cx="954088" cy="498475"/>
            </a:xfrm>
            <a:custGeom>
              <a:avLst/>
              <a:gdLst>
                <a:gd name="T0" fmla="*/ 24 w 601"/>
                <a:gd name="T1" fmla="*/ 286 h 314"/>
                <a:gd name="T2" fmla="*/ 13 w 601"/>
                <a:gd name="T3" fmla="*/ 263 h 314"/>
                <a:gd name="T4" fmla="*/ 5 w 601"/>
                <a:gd name="T5" fmla="*/ 242 h 314"/>
                <a:gd name="T6" fmla="*/ 1 w 601"/>
                <a:gd name="T7" fmla="*/ 222 h 314"/>
                <a:gd name="T8" fmla="*/ 0 w 601"/>
                <a:gd name="T9" fmla="*/ 204 h 314"/>
                <a:gd name="T10" fmla="*/ 2 w 601"/>
                <a:gd name="T11" fmla="*/ 187 h 314"/>
                <a:gd name="T12" fmla="*/ 7 w 601"/>
                <a:gd name="T13" fmla="*/ 171 h 314"/>
                <a:gd name="T14" fmla="*/ 24 w 601"/>
                <a:gd name="T15" fmla="*/ 145 h 314"/>
                <a:gd name="T16" fmla="*/ 47 w 601"/>
                <a:gd name="T17" fmla="*/ 123 h 314"/>
                <a:gd name="T18" fmla="*/ 74 w 601"/>
                <a:gd name="T19" fmla="*/ 105 h 314"/>
                <a:gd name="T20" fmla="*/ 102 w 601"/>
                <a:gd name="T21" fmla="*/ 90 h 314"/>
                <a:gd name="T22" fmla="*/ 130 w 601"/>
                <a:gd name="T23" fmla="*/ 78 h 314"/>
                <a:gd name="T24" fmla="*/ 160 w 601"/>
                <a:gd name="T25" fmla="*/ 69 h 314"/>
                <a:gd name="T26" fmla="*/ 204 w 601"/>
                <a:gd name="T27" fmla="*/ 62 h 314"/>
                <a:gd name="T28" fmla="*/ 229 w 601"/>
                <a:gd name="T29" fmla="*/ 55 h 314"/>
                <a:gd name="T30" fmla="*/ 239 w 601"/>
                <a:gd name="T31" fmla="*/ 50 h 314"/>
                <a:gd name="T32" fmla="*/ 288 w 601"/>
                <a:gd name="T33" fmla="*/ 23 h 314"/>
                <a:gd name="T34" fmla="*/ 325 w 601"/>
                <a:gd name="T35" fmla="*/ 7 h 314"/>
                <a:gd name="T36" fmla="*/ 360 w 601"/>
                <a:gd name="T37" fmla="*/ 1 h 314"/>
                <a:gd name="T38" fmla="*/ 399 w 601"/>
                <a:gd name="T39" fmla="*/ 0 h 314"/>
                <a:gd name="T40" fmla="*/ 422 w 601"/>
                <a:gd name="T41" fmla="*/ 1 h 314"/>
                <a:gd name="T42" fmla="*/ 460 w 601"/>
                <a:gd name="T43" fmla="*/ 6 h 314"/>
                <a:gd name="T44" fmla="*/ 486 w 601"/>
                <a:gd name="T45" fmla="*/ 13 h 314"/>
                <a:gd name="T46" fmla="*/ 512 w 601"/>
                <a:gd name="T47" fmla="*/ 24 h 314"/>
                <a:gd name="T48" fmla="*/ 535 w 601"/>
                <a:gd name="T49" fmla="*/ 40 h 314"/>
                <a:gd name="T50" fmla="*/ 556 w 601"/>
                <a:gd name="T51" fmla="*/ 62 h 314"/>
                <a:gd name="T52" fmla="*/ 573 w 601"/>
                <a:gd name="T53" fmla="*/ 88 h 314"/>
                <a:gd name="T54" fmla="*/ 580 w 601"/>
                <a:gd name="T55" fmla="*/ 104 h 314"/>
                <a:gd name="T56" fmla="*/ 593 w 601"/>
                <a:gd name="T57" fmla="*/ 153 h 314"/>
                <a:gd name="T58" fmla="*/ 599 w 601"/>
                <a:gd name="T59" fmla="*/ 185 h 314"/>
                <a:gd name="T60" fmla="*/ 601 w 601"/>
                <a:gd name="T61" fmla="*/ 213 h 314"/>
                <a:gd name="T62" fmla="*/ 598 w 601"/>
                <a:gd name="T63" fmla="*/ 241 h 314"/>
                <a:gd name="T64" fmla="*/ 591 w 601"/>
                <a:gd name="T65" fmla="*/ 263 h 314"/>
                <a:gd name="T66" fmla="*/ 577 w 601"/>
                <a:gd name="T67" fmla="*/ 282 h 314"/>
                <a:gd name="T68" fmla="*/ 557 w 601"/>
                <a:gd name="T69" fmla="*/ 296 h 314"/>
                <a:gd name="T70" fmla="*/ 544 w 601"/>
                <a:gd name="T71" fmla="*/ 300 h 314"/>
                <a:gd name="T72" fmla="*/ 515 w 601"/>
                <a:gd name="T73" fmla="*/ 308 h 314"/>
                <a:gd name="T74" fmla="*/ 487 w 601"/>
                <a:gd name="T75" fmla="*/ 313 h 314"/>
                <a:gd name="T76" fmla="*/ 460 w 601"/>
                <a:gd name="T77" fmla="*/ 314 h 314"/>
                <a:gd name="T78" fmla="*/ 409 w 601"/>
                <a:gd name="T79" fmla="*/ 310 h 314"/>
                <a:gd name="T80" fmla="*/ 361 w 601"/>
                <a:gd name="T81" fmla="*/ 297 h 314"/>
                <a:gd name="T82" fmla="*/ 294 w 601"/>
                <a:gd name="T83" fmla="*/ 273 h 314"/>
                <a:gd name="T84" fmla="*/ 251 w 601"/>
                <a:gd name="T85" fmla="*/ 257 h 314"/>
                <a:gd name="T86" fmla="*/ 207 w 601"/>
                <a:gd name="T87" fmla="*/ 245 h 314"/>
                <a:gd name="T88" fmla="*/ 162 w 601"/>
                <a:gd name="T89" fmla="*/ 241 h 314"/>
                <a:gd name="T90" fmla="*/ 154 w 601"/>
                <a:gd name="T91" fmla="*/ 242 h 314"/>
                <a:gd name="T92" fmla="*/ 136 w 601"/>
                <a:gd name="T93" fmla="*/ 250 h 314"/>
                <a:gd name="T94" fmla="*/ 108 w 601"/>
                <a:gd name="T95" fmla="*/ 270 h 314"/>
                <a:gd name="T96" fmla="*/ 81 w 601"/>
                <a:gd name="T97" fmla="*/ 291 h 314"/>
                <a:gd name="T98" fmla="*/ 62 w 601"/>
                <a:gd name="T99" fmla="*/ 302 h 314"/>
                <a:gd name="T100" fmla="*/ 45 w 601"/>
                <a:gd name="T101" fmla="*/ 304 h 314"/>
                <a:gd name="T102" fmla="*/ 38 w 601"/>
                <a:gd name="T103" fmla="*/ 300 h 314"/>
                <a:gd name="T104" fmla="*/ 31 w 601"/>
                <a:gd name="T105" fmla="*/ 295 h 314"/>
                <a:gd name="T106" fmla="*/ 24 w 601"/>
                <a:gd name="T107" fmla="*/ 286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1" h="314">
                  <a:moveTo>
                    <a:pt x="24" y="286"/>
                  </a:moveTo>
                  <a:lnTo>
                    <a:pt x="24" y="286"/>
                  </a:lnTo>
                  <a:lnTo>
                    <a:pt x="18" y="274"/>
                  </a:lnTo>
                  <a:lnTo>
                    <a:pt x="13" y="263"/>
                  </a:lnTo>
                  <a:lnTo>
                    <a:pt x="8" y="252"/>
                  </a:lnTo>
                  <a:lnTo>
                    <a:pt x="5" y="242"/>
                  </a:lnTo>
                  <a:lnTo>
                    <a:pt x="2" y="231"/>
                  </a:lnTo>
                  <a:lnTo>
                    <a:pt x="1" y="222"/>
                  </a:lnTo>
                  <a:lnTo>
                    <a:pt x="0" y="213"/>
                  </a:lnTo>
                  <a:lnTo>
                    <a:pt x="0" y="204"/>
                  </a:lnTo>
                  <a:lnTo>
                    <a:pt x="1" y="195"/>
                  </a:lnTo>
                  <a:lnTo>
                    <a:pt x="2" y="187"/>
                  </a:lnTo>
                  <a:lnTo>
                    <a:pt x="5" y="179"/>
                  </a:lnTo>
                  <a:lnTo>
                    <a:pt x="7" y="171"/>
                  </a:lnTo>
                  <a:lnTo>
                    <a:pt x="15" y="158"/>
                  </a:lnTo>
                  <a:lnTo>
                    <a:pt x="24" y="145"/>
                  </a:lnTo>
                  <a:lnTo>
                    <a:pt x="34" y="133"/>
                  </a:lnTo>
                  <a:lnTo>
                    <a:pt x="47" y="123"/>
                  </a:lnTo>
                  <a:lnTo>
                    <a:pt x="60" y="113"/>
                  </a:lnTo>
                  <a:lnTo>
                    <a:pt x="74" y="105"/>
                  </a:lnTo>
                  <a:lnTo>
                    <a:pt x="88" y="97"/>
                  </a:lnTo>
                  <a:lnTo>
                    <a:pt x="102" y="90"/>
                  </a:lnTo>
                  <a:lnTo>
                    <a:pt x="130" y="78"/>
                  </a:lnTo>
                  <a:lnTo>
                    <a:pt x="130" y="78"/>
                  </a:lnTo>
                  <a:lnTo>
                    <a:pt x="144" y="72"/>
                  </a:lnTo>
                  <a:lnTo>
                    <a:pt x="160" y="69"/>
                  </a:lnTo>
                  <a:lnTo>
                    <a:pt x="189" y="63"/>
                  </a:lnTo>
                  <a:lnTo>
                    <a:pt x="204" y="62"/>
                  </a:lnTo>
                  <a:lnTo>
                    <a:pt x="216" y="58"/>
                  </a:lnTo>
                  <a:lnTo>
                    <a:pt x="229" y="55"/>
                  </a:lnTo>
                  <a:lnTo>
                    <a:pt x="239" y="50"/>
                  </a:lnTo>
                  <a:lnTo>
                    <a:pt x="239" y="50"/>
                  </a:lnTo>
                  <a:lnTo>
                    <a:pt x="265" y="36"/>
                  </a:lnTo>
                  <a:lnTo>
                    <a:pt x="288" y="23"/>
                  </a:lnTo>
                  <a:lnTo>
                    <a:pt x="307" y="14"/>
                  </a:lnTo>
                  <a:lnTo>
                    <a:pt x="325" y="7"/>
                  </a:lnTo>
                  <a:lnTo>
                    <a:pt x="343" y="3"/>
                  </a:lnTo>
                  <a:lnTo>
                    <a:pt x="360" y="1"/>
                  </a:lnTo>
                  <a:lnTo>
                    <a:pt x="379" y="0"/>
                  </a:lnTo>
                  <a:lnTo>
                    <a:pt x="399" y="0"/>
                  </a:lnTo>
                  <a:lnTo>
                    <a:pt x="399" y="0"/>
                  </a:lnTo>
                  <a:lnTo>
                    <a:pt x="422" y="1"/>
                  </a:lnTo>
                  <a:lnTo>
                    <a:pt x="447" y="3"/>
                  </a:lnTo>
                  <a:lnTo>
                    <a:pt x="460" y="6"/>
                  </a:lnTo>
                  <a:lnTo>
                    <a:pt x="473" y="10"/>
                  </a:lnTo>
                  <a:lnTo>
                    <a:pt x="486" y="13"/>
                  </a:lnTo>
                  <a:lnTo>
                    <a:pt x="499" y="19"/>
                  </a:lnTo>
                  <a:lnTo>
                    <a:pt x="512" y="24"/>
                  </a:lnTo>
                  <a:lnTo>
                    <a:pt x="524" y="32"/>
                  </a:lnTo>
                  <a:lnTo>
                    <a:pt x="535" y="40"/>
                  </a:lnTo>
                  <a:lnTo>
                    <a:pt x="546" y="50"/>
                  </a:lnTo>
                  <a:lnTo>
                    <a:pt x="556" y="62"/>
                  </a:lnTo>
                  <a:lnTo>
                    <a:pt x="565" y="74"/>
                  </a:lnTo>
                  <a:lnTo>
                    <a:pt x="573" y="88"/>
                  </a:lnTo>
                  <a:lnTo>
                    <a:pt x="580" y="104"/>
                  </a:lnTo>
                  <a:lnTo>
                    <a:pt x="580" y="104"/>
                  </a:lnTo>
                  <a:lnTo>
                    <a:pt x="590" y="138"/>
                  </a:lnTo>
                  <a:lnTo>
                    <a:pt x="593" y="153"/>
                  </a:lnTo>
                  <a:lnTo>
                    <a:pt x="597" y="169"/>
                  </a:lnTo>
                  <a:lnTo>
                    <a:pt x="599" y="185"/>
                  </a:lnTo>
                  <a:lnTo>
                    <a:pt x="601" y="200"/>
                  </a:lnTo>
                  <a:lnTo>
                    <a:pt x="601" y="213"/>
                  </a:lnTo>
                  <a:lnTo>
                    <a:pt x="600" y="227"/>
                  </a:lnTo>
                  <a:lnTo>
                    <a:pt x="598" y="241"/>
                  </a:lnTo>
                  <a:lnTo>
                    <a:pt x="595" y="252"/>
                  </a:lnTo>
                  <a:lnTo>
                    <a:pt x="591" y="263"/>
                  </a:lnTo>
                  <a:lnTo>
                    <a:pt x="584" y="273"/>
                  </a:lnTo>
                  <a:lnTo>
                    <a:pt x="577" y="282"/>
                  </a:lnTo>
                  <a:lnTo>
                    <a:pt x="568" y="289"/>
                  </a:lnTo>
                  <a:lnTo>
                    <a:pt x="557" y="296"/>
                  </a:lnTo>
                  <a:lnTo>
                    <a:pt x="544" y="300"/>
                  </a:lnTo>
                  <a:lnTo>
                    <a:pt x="544" y="300"/>
                  </a:lnTo>
                  <a:lnTo>
                    <a:pt x="530" y="305"/>
                  </a:lnTo>
                  <a:lnTo>
                    <a:pt x="515" y="308"/>
                  </a:lnTo>
                  <a:lnTo>
                    <a:pt x="500" y="311"/>
                  </a:lnTo>
                  <a:lnTo>
                    <a:pt x="487" y="313"/>
                  </a:lnTo>
                  <a:lnTo>
                    <a:pt x="473" y="314"/>
                  </a:lnTo>
                  <a:lnTo>
                    <a:pt x="460" y="314"/>
                  </a:lnTo>
                  <a:lnTo>
                    <a:pt x="434" y="313"/>
                  </a:lnTo>
                  <a:lnTo>
                    <a:pt x="409" y="310"/>
                  </a:lnTo>
                  <a:lnTo>
                    <a:pt x="385" y="304"/>
                  </a:lnTo>
                  <a:lnTo>
                    <a:pt x="361" y="297"/>
                  </a:lnTo>
                  <a:lnTo>
                    <a:pt x="339" y="290"/>
                  </a:lnTo>
                  <a:lnTo>
                    <a:pt x="294" y="273"/>
                  </a:lnTo>
                  <a:lnTo>
                    <a:pt x="273" y="264"/>
                  </a:lnTo>
                  <a:lnTo>
                    <a:pt x="251" y="257"/>
                  </a:lnTo>
                  <a:lnTo>
                    <a:pt x="230" y="251"/>
                  </a:lnTo>
                  <a:lnTo>
                    <a:pt x="207" y="245"/>
                  </a:lnTo>
                  <a:lnTo>
                    <a:pt x="186" y="242"/>
                  </a:lnTo>
                  <a:lnTo>
                    <a:pt x="162" y="241"/>
                  </a:lnTo>
                  <a:lnTo>
                    <a:pt x="162" y="241"/>
                  </a:lnTo>
                  <a:lnTo>
                    <a:pt x="154" y="242"/>
                  </a:lnTo>
                  <a:lnTo>
                    <a:pt x="145" y="245"/>
                  </a:lnTo>
                  <a:lnTo>
                    <a:pt x="136" y="250"/>
                  </a:lnTo>
                  <a:lnTo>
                    <a:pt x="127" y="256"/>
                  </a:lnTo>
                  <a:lnTo>
                    <a:pt x="108" y="270"/>
                  </a:lnTo>
                  <a:lnTo>
                    <a:pt x="90" y="286"/>
                  </a:lnTo>
                  <a:lnTo>
                    <a:pt x="81" y="291"/>
                  </a:lnTo>
                  <a:lnTo>
                    <a:pt x="71" y="297"/>
                  </a:lnTo>
                  <a:lnTo>
                    <a:pt x="62" y="302"/>
                  </a:lnTo>
                  <a:lnTo>
                    <a:pt x="53" y="304"/>
                  </a:lnTo>
                  <a:lnTo>
                    <a:pt x="45" y="304"/>
                  </a:lnTo>
                  <a:lnTo>
                    <a:pt x="42" y="303"/>
                  </a:lnTo>
                  <a:lnTo>
                    <a:pt x="38" y="300"/>
                  </a:lnTo>
                  <a:lnTo>
                    <a:pt x="34" y="298"/>
                  </a:lnTo>
                  <a:lnTo>
                    <a:pt x="31" y="295"/>
                  </a:lnTo>
                  <a:lnTo>
                    <a:pt x="24" y="286"/>
                  </a:lnTo>
                  <a:lnTo>
                    <a:pt x="24" y="286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7" name="Freeform 72">
              <a:extLst>
                <a:ext uri="{FF2B5EF4-FFF2-40B4-BE49-F238E27FC236}">
                  <a16:creationId xmlns:a16="http://schemas.microsoft.com/office/drawing/2014/main" xmlns="" id="{2B6B23A8-538A-4EFC-B8B3-8B0F61741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9913" y="3520333"/>
              <a:ext cx="1416050" cy="1135063"/>
            </a:xfrm>
            <a:custGeom>
              <a:avLst/>
              <a:gdLst>
                <a:gd name="T0" fmla="*/ 777 w 892"/>
                <a:gd name="T1" fmla="*/ 680 h 715"/>
                <a:gd name="T2" fmla="*/ 780 w 892"/>
                <a:gd name="T3" fmla="*/ 469 h 715"/>
                <a:gd name="T4" fmla="*/ 785 w 892"/>
                <a:gd name="T5" fmla="*/ 321 h 715"/>
                <a:gd name="T6" fmla="*/ 789 w 892"/>
                <a:gd name="T7" fmla="*/ 269 h 715"/>
                <a:gd name="T8" fmla="*/ 793 w 892"/>
                <a:gd name="T9" fmla="*/ 247 h 715"/>
                <a:gd name="T10" fmla="*/ 794 w 892"/>
                <a:gd name="T11" fmla="*/ 244 h 715"/>
                <a:gd name="T12" fmla="*/ 801 w 892"/>
                <a:gd name="T13" fmla="*/ 237 h 715"/>
                <a:gd name="T14" fmla="*/ 809 w 892"/>
                <a:gd name="T15" fmla="*/ 234 h 715"/>
                <a:gd name="T16" fmla="*/ 828 w 892"/>
                <a:gd name="T17" fmla="*/ 233 h 715"/>
                <a:gd name="T18" fmla="*/ 860 w 892"/>
                <a:gd name="T19" fmla="*/ 234 h 715"/>
                <a:gd name="T20" fmla="*/ 870 w 892"/>
                <a:gd name="T21" fmla="*/ 232 h 715"/>
                <a:gd name="T22" fmla="*/ 876 w 892"/>
                <a:gd name="T23" fmla="*/ 224 h 715"/>
                <a:gd name="T24" fmla="*/ 880 w 892"/>
                <a:gd name="T25" fmla="*/ 207 h 715"/>
                <a:gd name="T26" fmla="*/ 890 w 892"/>
                <a:gd name="T27" fmla="*/ 154 h 715"/>
                <a:gd name="T28" fmla="*/ 892 w 892"/>
                <a:gd name="T29" fmla="*/ 96 h 715"/>
                <a:gd name="T30" fmla="*/ 890 w 892"/>
                <a:gd name="T31" fmla="*/ 71 h 715"/>
                <a:gd name="T32" fmla="*/ 886 w 892"/>
                <a:gd name="T33" fmla="*/ 53 h 715"/>
                <a:gd name="T34" fmla="*/ 882 w 892"/>
                <a:gd name="T35" fmla="*/ 47 h 715"/>
                <a:gd name="T36" fmla="*/ 870 w 892"/>
                <a:gd name="T37" fmla="*/ 36 h 715"/>
                <a:gd name="T38" fmla="*/ 852 w 892"/>
                <a:gd name="T39" fmla="*/ 28 h 715"/>
                <a:gd name="T40" fmla="*/ 828 w 892"/>
                <a:gd name="T41" fmla="*/ 23 h 715"/>
                <a:gd name="T42" fmla="*/ 782 w 892"/>
                <a:gd name="T43" fmla="*/ 16 h 715"/>
                <a:gd name="T44" fmla="*/ 652 w 892"/>
                <a:gd name="T45" fmla="*/ 8 h 715"/>
                <a:gd name="T46" fmla="*/ 634 w 892"/>
                <a:gd name="T47" fmla="*/ 9 h 715"/>
                <a:gd name="T48" fmla="*/ 565 w 892"/>
                <a:gd name="T49" fmla="*/ 20 h 715"/>
                <a:gd name="T50" fmla="*/ 512 w 892"/>
                <a:gd name="T51" fmla="*/ 29 h 715"/>
                <a:gd name="T52" fmla="*/ 456 w 892"/>
                <a:gd name="T53" fmla="*/ 33 h 715"/>
                <a:gd name="T54" fmla="*/ 422 w 892"/>
                <a:gd name="T55" fmla="*/ 32 h 715"/>
                <a:gd name="T56" fmla="*/ 345 w 892"/>
                <a:gd name="T57" fmla="*/ 25 h 715"/>
                <a:gd name="T58" fmla="*/ 240 w 892"/>
                <a:gd name="T59" fmla="*/ 10 h 715"/>
                <a:gd name="T60" fmla="*/ 199 w 892"/>
                <a:gd name="T61" fmla="*/ 6 h 715"/>
                <a:gd name="T62" fmla="*/ 154 w 892"/>
                <a:gd name="T63" fmla="*/ 4 h 715"/>
                <a:gd name="T64" fmla="*/ 73 w 892"/>
                <a:gd name="T65" fmla="*/ 1 h 715"/>
                <a:gd name="T66" fmla="*/ 45 w 892"/>
                <a:gd name="T67" fmla="*/ 1 h 715"/>
                <a:gd name="T68" fmla="*/ 28 w 892"/>
                <a:gd name="T69" fmla="*/ 6 h 715"/>
                <a:gd name="T70" fmla="*/ 24 w 892"/>
                <a:gd name="T71" fmla="*/ 9 h 715"/>
                <a:gd name="T72" fmla="*/ 16 w 892"/>
                <a:gd name="T73" fmla="*/ 18 h 715"/>
                <a:gd name="T74" fmla="*/ 8 w 892"/>
                <a:gd name="T75" fmla="*/ 32 h 715"/>
                <a:gd name="T76" fmla="*/ 3 w 892"/>
                <a:gd name="T77" fmla="*/ 50 h 715"/>
                <a:gd name="T78" fmla="*/ 0 w 892"/>
                <a:gd name="T79" fmla="*/ 75 h 715"/>
                <a:gd name="T80" fmla="*/ 1 w 892"/>
                <a:gd name="T81" fmla="*/ 104 h 715"/>
                <a:gd name="T82" fmla="*/ 7 w 892"/>
                <a:gd name="T83" fmla="*/ 140 h 715"/>
                <a:gd name="T84" fmla="*/ 17 w 892"/>
                <a:gd name="T85" fmla="*/ 184 h 715"/>
                <a:gd name="T86" fmla="*/ 24 w 892"/>
                <a:gd name="T87" fmla="*/ 208 h 715"/>
                <a:gd name="T88" fmla="*/ 48 w 892"/>
                <a:gd name="T89" fmla="*/ 295 h 715"/>
                <a:gd name="T90" fmla="*/ 65 w 892"/>
                <a:gd name="T91" fmla="*/ 380 h 715"/>
                <a:gd name="T92" fmla="*/ 76 w 892"/>
                <a:gd name="T93" fmla="*/ 461 h 715"/>
                <a:gd name="T94" fmla="*/ 83 w 892"/>
                <a:gd name="T95" fmla="*/ 535 h 715"/>
                <a:gd name="T96" fmla="*/ 86 w 892"/>
                <a:gd name="T97" fmla="*/ 646 h 715"/>
                <a:gd name="T98" fmla="*/ 86 w 892"/>
                <a:gd name="T99" fmla="*/ 689 h 715"/>
                <a:gd name="T100" fmla="*/ 777 w 892"/>
                <a:gd name="T101" fmla="*/ 68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92" h="715">
                  <a:moveTo>
                    <a:pt x="777" y="680"/>
                  </a:moveTo>
                  <a:lnTo>
                    <a:pt x="777" y="680"/>
                  </a:lnTo>
                  <a:lnTo>
                    <a:pt x="777" y="614"/>
                  </a:lnTo>
                  <a:lnTo>
                    <a:pt x="780" y="469"/>
                  </a:lnTo>
                  <a:lnTo>
                    <a:pt x="782" y="391"/>
                  </a:lnTo>
                  <a:lnTo>
                    <a:pt x="785" y="321"/>
                  </a:lnTo>
                  <a:lnTo>
                    <a:pt x="788" y="292"/>
                  </a:lnTo>
                  <a:lnTo>
                    <a:pt x="789" y="269"/>
                  </a:lnTo>
                  <a:lnTo>
                    <a:pt x="792" y="252"/>
                  </a:lnTo>
                  <a:lnTo>
                    <a:pt x="793" y="247"/>
                  </a:lnTo>
                  <a:lnTo>
                    <a:pt x="794" y="244"/>
                  </a:lnTo>
                  <a:lnTo>
                    <a:pt x="794" y="244"/>
                  </a:lnTo>
                  <a:lnTo>
                    <a:pt x="798" y="240"/>
                  </a:lnTo>
                  <a:lnTo>
                    <a:pt x="801" y="237"/>
                  </a:lnTo>
                  <a:lnTo>
                    <a:pt x="805" y="235"/>
                  </a:lnTo>
                  <a:lnTo>
                    <a:pt x="809" y="234"/>
                  </a:lnTo>
                  <a:lnTo>
                    <a:pt x="818" y="233"/>
                  </a:lnTo>
                  <a:lnTo>
                    <a:pt x="828" y="233"/>
                  </a:lnTo>
                  <a:lnTo>
                    <a:pt x="850" y="235"/>
                  </a:lnTo>
                  <a:lnTo>
                    <a:pt x="860" y="234"/>
                  </a:lnTo>
                  <a:lnTo>
                    <a:pt x="870" y="232"/>
                  </a:lnTo>
                  <a:lnTo>
                    <a:pt x="870" y="232"/>
                  </a:lnTo>
                  <a:lnTo>
                    <a:pt x="873" y="230"/>
                  </a:lnTo>
                  <a:lnTo>
                    <a:pt x="876" y="224"/>
                  </a:lnTo>
                  <a:lnTo>
                    <a:pt x="878" y="216"/>
                  </a:lnTo>
                  <a:lnTo>
                    <a:pt x="880" y="207"/>
                  </a:lnTo>
                  <a:lnTo>
                    <a:pt x="885" y="182"/>
                  </a:lnTo>
                  <a:lnTo>
                    <a:pt x="890" y="154"/>
                  </a:lnTo>
                  <a:lnTo>
                    <a:pt x="892" y="124"/>
                  </a:lnTo>
                  <a:lnTo>
                    <a:pt x="892" y="96"/>
                  </a:lnTo>
                  <a:lnTo>
                    <a:pt x="891" y="84"/>
                  </a:lnTo>
                  <a:lnTo>
                    <a:pt x="890" y="71"/>
                  </a:lnTo>
                  <a:lnTo>
                    <a:pt x="888" y="61"/>
                  </a:lnTo>
                  <a:lnTo>
                    <a:pt x="886" y="53"/>
                  </a:lnTo>
                  <a:lnTo>
                    <a:pt x="886" y="53"/>
                  </a:lnTo>
                  <a:lnTo>
                    <a:pt x="882" y="47"/>
                  </a:lnTo>
                  <a:lnTo>
                    <a:pt x="877" y="42"/>
                  </a:lnTo>
                  <a:lnTo>
                    <a:pt x="870" y="36"/>
                  </a:lnTo>
                  <a:lnTo>
                    <a:pt x="862" y="33"/>
                  </a:lnTo>
                  <a:lnTo>
                    <a:pt x="852" y="28"/>
                  </a:lnTo>
                  <a:lnTo>
                    <a:pt x="841" y="25"/>
                  </a:lnTo>
                  <a:lnTo>
                    <a:pt x="828" y="23"/>
                  </a:lnTo>
                  <a:lnTo>
                    <a:pt x="815" y="20"/>
                  </a:lnTo>
                  <a:lnTo>
                    <a:pt x="782" y="16"/>
                  </a:lnTo>
                  <a:lnTo>
                    <a:pt x="744" y="13"/>
                  </a:lnTo>
                  <a:lnTo>
                    <a:pt x="652" y="8"/>
                  </a:lnTo>
                  <a:lnTo>
                    <a:pt x="652" y="8"/>
                  </a:lnTo>
                  <a:lnTo>
                    <a:pt x="634" y="9"/>
                  </a:lnTo>
                  <a:lnTo>
                    <a:pt x="612" y="11"/>
                  </a:lnTo>
                  <a:lnTo>
                    <a:pt x="565" y="20"/>
                  </a:lnTo>
                  <a:lnTo>
                    <a:pt x="539" y="25"/>
                  </a:lnTo>
                  <a:lnTo>
                    <a:pt x="512" y="29"/>
                  </a:lnTo>
                  <a:lnTo>
                    <a:pt x="483" y="33"/>
                  </a:lnTo>
                  <a:lnTo>
                    <a:pt x="456" y="33"/>
                  </a:lnTo>
                  <a:lnTo>
                    <a:pt x="456" y="33"/>
                  </a:lnTo>
                  <a:lnTo>
                    <a:pt x="422" y="32"/>
                  </a:lnTo>
                  <a:lnTo>
                    <a:pt x="385" y="29"/>
                  </a:lnTo>
                  <a:lnTo>
                    <a:pt x="345" y="25"/>
                  </a:lnTo>
                  <a:lnTo>
                    <a:pt x="307" y="19"/>
                  </a:lnTo>
                  <a:lnTo>
                    <a:pt x="240" y="10"/>
                  </a:lnTo>
                  <a:lnTo>
                    <a:pt x="215" y="7"/>
                  </a:lnTo>
                  <a:lnTo>
                    <a:pt x="199" y="6"/>
                  </a:lnTo>
                  <a:lnTo>
                    <a:pt x="199" y="6"/>
                  </a:lnTo>
                  <a:lnTo>
                    <a:pt x="154" y="4"/>
                  </a:lnTo>
                  <a:lnTo>
                    <a:pt x="120" y="3"/>
                  </a:lnTo>
                  <a:lnTo>
                    <a:pt x="73" y="1"/>
                  </a:lnTo>
                  <a:lnTo>
                    <a:pt x="57" y="0"/>
                  </a:lnTo>
                  <a:lnTo>
                    <a:pt x="45" y="1"/>
                  </a:lnTo>
                  <a:lnTo>
                    <a:pt x="36" y="2"/>
                  </a:lnTo>
                  <a:lnTo>
                    <a:pt x="28" y="6"/>
                  </a:lnTo>
                  <a:lnTo>
                    <a:pt x="28" y="6"/>
                  </a:lnTo>
                  <a:lnTo>
                    <a:pt x="24" y="9"/>
                  </a:lnTo>
                  <a:lnTo>
                    <a:pt x="19" y="12"/>
                  </a:lnTo>
                  <a:lnTo>
                    <a:pt x="16" y="18"/>
                  </a:lnTo>
                  <a:lnTo>
                    <a:pt x="11" y="24"/>
                  </a:lnTo>
                  <a:lnTo>
                    <a:pt x="8" y="32"/>
                  </a:lnTo>
                  <a:lnTo>
                    <a:pt x="6" y="39"/>
                  </a:lnTo>
                  <a:lnTo>
                    <a:pt x="3" y="50"/>
                  </a:lnTo>
                  <a:lnTo>
                    <a:pt x="1" y="61"/>
                  </a:lnTo>
                  <a:lnTo>
                    <a:pt x="0" y="75"/>
                  </a:lnTo>
                  <a:lnTo>
                    <a:pt x="0" y="88"/>
                  </a:lnTo>
                  <a:lnTo>
                    <a:pt x="1" y="104"/>
                  </a:lnTo>
                  <a:lnTo>
                    <a:pt x="3" y="122"/>
                  </a:lnTo>
                  <a:lnTo>
                    <a:pt x="7" y="140"/>
                  </a:lnTo>
                  <a:lnTo>
                    <a:pt x="11" y="162"/>
                  </a:lnTo>
                  <a:lnTo>
                    <a:pt x="17" y="184"/>
                  </a:lnTo>
                  <a:lnTo>
                    <a:pt x="24" y="208"/>
                  </a:lnTo>
                  <a:lnTo>
                    <a:pt x="24" y="208"/>
                  </a:lnTo>
                  <a:lnTo>
                    <a:pt x="37" y="251"/>
                  </a:lnTo>
                  <a:lnTo>
                    <a:pt x="48" y="295"/>
                  </a:lnTo>
                  <a:lnTo>
                    <a:pt x="58" y="338"/>
                  </a:lnTo>
                  <a:lnTo>
                    <a:pt x="65" y="380"/>
                  </a:lnTo>
                  <a:lnTo>
                    <a:pt x="71" y="422"/>
                  </a:lnTo>
                  <a:lnTo>
                    <a:pt x="76" y="461"/>
                  </a:lnTo>
                  <a:lnTo>
                    <a:pt x="80" y="499"/>
                  </a:lnTo>
                  <a:lnTo>
                    <a:pt x="83" y="535"/>
                  </a:lnTo>
                  <a:lnTo>
                    <a:pt x="86" y="597"/>
                  </a:lnTo>
                  <a:lnTo>
                    <a:pt x="86" y="646"/>
                  </a:lnTo>
                  <a:lnTo>
                    <a:pt x="86" y="678"/>
                  </a:lnTo>
                  <a:lnTo>
                    <a:pt x="86" y="689"/>
                  </a:lnTo>
                  <a:lnTo>
                    <a:pt x="443" y="715"/>
                  </a:lnTo>
                  <a:lnTo>
                    <a:pt x="777" y="68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8" name="Freeform 73">
              <a:extLst>
                <a:ext uri="{FF2B5EF4-FFF2-40B4-BE49-F238E27FC236}">
                  <a16:creationId xmlns:a16="http://schemas.microsoft.com/office/drawing/2014/main" xmlns="" id="{9A642101-78B1-41D0-A35E-82318A587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7788" y="3656858"/>
              <a:ext cx="23813" cy="973138"/>
            </a:xfrm>
            <a:custGeom>
              <a:avLst/>
              <a:gdLst>
                <a:gd name="T0" fmla="*/ 0 w 15"/>
                <a:gd name="T1" fmla="*/ 0 h 613"/>
                <a:gd name="T2" fmla="*/ 5 w 15"/>
                <a:gd name="T3" fmla="*/ 613 h 613"/>
                <a:gd name="T4" fmla="*/ 15 w 15"/>
                <a:gd name="T5" fmla="*/ 613 h 613"/>
                <a:gd name="T6" fmla="*/ 10 w 15"/>
                <a:gd name="T7" fmla="*/ 0 h 613"/>
                <a:gd name="T8" fmla="*/ 0 w 15"/>
                <a:gd name="T9" fmla="*/ 0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613">
                  <a:moveTo>
                    <a:pt x="0" y="0"/>
                  </a:moveTo>
                  <a:lnTo>
                    <a:pt x="5" y="613"/>
                  </a:lnTo>
                  <a:lnTo>
                    <a:pt x="15" y="613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9" name="Freeform 77">
              <a:extLst>
                <a:ext uri="{FF2B5EF4-FFF2-40B4-BE49-F238E27FC236}">
                  <a16:creationId xmlns:a16="http://schemas.microsoft.com/office/drawing/2014/main" xmlns="" id="{D6E66673-FFA9-4A48-9109-8D34EAE59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2225" y="3602883"/>
              <a:ext cx="219075" cy="133350"/>
            </a:xfrm>
            <a:custGeom>
              <a:avLst/>
              <a:gdLst>
                <a:gd name="T0" fmla="*/ 138 w 138"/>
                <a:gd name="T1" fmla="*/ 37 h 84"/>
                <a:gd name="T2" fmla="*/ 138 w 138"/>
                <a:gd name="T3" fmla="*/ 37 h 84"/>
                <a:gd name="T4" fmla="*/ 138 w 138"/>
                <a:gd name="T5" fmla="*/ 42 h 84"/>
                <a:gd name="T6" fmla="*/ 137 w 138"/>
                <a:gd name="T7" fmla="*/ 46 h 84"/>
                <a:gd name="T8" fmla="*/ 134 w 138"/>
                <a:gd name="T9" fmla="*/ 54 h 84"/>
                <a:gd name="T10" fmla="*/ 127 w 138"/>
                <a:gd name="T11" fmla="*/ 62 h 84"/>
                <a:gd name="T12" fmla="*/ 119 w 138"/>
                <a:gd name="T13" fmla="*/ 69 h 84"/>
                <a:gd name="T14" fmla="*/ 110 w 138"/>
                <a:gd name="T15" fmla="*/ 75 h 84"/>
                <a:gd name="T16" fmla="*/ 97 w 138"/>
                <a:gd name="T17" fmla="*/ 79 h 84"/>
                <a:gd name="T18" fmla="*/ 85 w 138"/>
                <a:gd name="T19" fmla="*/ 81 h 84"/>
                <a:gd name="T20" fmla="*/ 71 w 138"/>
                <a:gd name="T21" fmla="*/ 84 h 84"/>
                <a:gd name="T22" fmla="*/ 71 w 138"/>
                <a:gd name="T23" fmla="*/ 84 h 84"/>
                <a:gd name="T24" fmla="*/ 58 w 138"/>
                <a:gd name="T25" fmla="*/ 84 h 84"/>
                <a:gd name="T26" fmla="*/ 44 w 138"/>
                <a:gd name="T27" fmla="*/ 81 h 84"/>
                <a:gd name="T28" fmla="*/ 33 w 138"/>
                <a:gd name="T29" fmla="*/ 78 h 84"/>
                <a:gd name="T30" fmla="*/ 21 w 138"/>
                <a:gd name="T31" fmla="*/ 73 h 84"/>
                <a:gd name="T32" fmla="*/ 14 w 138"/>
                <a:gd name="T33" fmla="*/ 68 h 84"/>
                <a:gd name="T34" fmla="*/ 7 w 138"/>
                <a:gd name="T35" fmla="*/ 61 h 84"/>
                <a:gd name="T36" fmla="*/ 2 w 138"/>
                <a:gd name="T37" fmla="*/ 53 h 84"/>
                <a:gd name="T38" fmla="*/ 1 w 138"/>
                <a:gd name="T39" fmla="*/ 50 h 84"/>
                <a:gd name="T40" fmla="*/ 0 w 138"/>
                <a:gd name="T41" fmla="*/ 45 h 84"/>
                <a:gd name="T42" fmla="*/ 0 w 138"/>
                <a:gd name="T43" fmla="*/ 45 h 84"/>
                <a:gd name="T44" fmla="*/ 0 w 138"/>
                <a:gd name="T45" fmla="*/ 41 h 84"/>
                <a:gd name="T46" fmla="*/ 1 w 138"/>
                <a:gd name="T47" fmla="*/ 36 h 84"/>
                <a:gd name="T48" fmla="*/ 5 w 138"/>
                <a:gd name="T49" fmla="*/ 28 h 84"/>
                <a:gd name="T50" fmla="*/ 10 w 138"/>
                <a:gd name="T51" fmla="*/ 21 h 84"/>
                <a:gd name="T52" fmla="*/ 19 w 138"/>
                <a:gd name="T53" fmla="*/ 15 h 84"/>
                <a:gd name="T54" fmla="*/ 28 w 138"/>
                <a:gd name="T55" fmla="*/ 9 h 84"/>
                <a:gd name="T56" fmla="*/ 40 w 138"/>
                <a:gd name="T57" fmla="*/ 4 h 84"/>
                <a:gd name="T58" fmla="*/ 53 w 138"/>
                <a:gd name="T59" fmla="*/ 1 h 84"/>
                <a:gd name="T60" fmla="*/ 67 w 138"/>
                <a:gd name="T61" fmla="*/ 0 h 84"/>
                <a:gd name="T62" fmla="*/ 67 w 138"/>
                <a:gd name="T63" fmla="*/ 0 h 84"/>
                <a:gd name="T64" fmla="*/ 80 w 138"/>
                <a:gd name="T65" fmla="*/ 0 h 84"/>
                <a:gd name="T66" fmla="*/ 94 w 138"/>
                <a:gd name="T67" fmla="*/ 1 h 84"/>
                <a:gd name="T68" fmla="*/ 105 w 138"/>
                <a:gd name="T69" fmla="*/ 4 h 84"/>
                <a:gd name="T70" fmla="*/ 117 w 138"/>
                <a:gd name="T71" fmla="*/ 9 h 84"/>
                <a:gd name="T72" fmla="*/ 124 w 138"/>
                <a:gd name="T73" fmla="*/ 15 h 84"/>
                <a:gd name="T74" fmla="*/ 131 w 138"/>
                <a:gd name="T75" fmla="*/ 21 h 84"/>
                <a:gd name="T76" fmla="*/ 136 w 138"/>
                <a:gd name="T77" fmla="*/ 29 h 84"/>
                <a:gd name="T78" fmla="*/ 137 w 138"/>
                <a:gd name="T79" fmla="*/ 34 h 84"/>
                <a:gd name="T80" fmla="*/ 138 w 138"/>
                <a:gd name="T81" fmla="*/ 37 h 84"/>
                <a:gd name="T82" fmla="*/ 138 w 138"/>
                <a:gd name="T83" fmla="*/ 3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8" h="84">
                  <a:moveTo>
                    <a:pt x="138" y="37"/>
                  </a:moveTo>
                  <a:lnTo>
                    <a:pt x="138" y="37"/>
                  </a:lnTo>
                  <a:lnTo>
                    <a:pt x="138" y="42"/>
                  </a:lnTo>
                  <a:lnTo>
                    <a:pt x="137" y="46"/>
                  </a:lnTo>
                  <a:lnTo>
                    <a:pt x="134" y="54"/>
                  </a:lnTo>
                  <a:lnTo>
                    <a:pt x="127" y="62"/>
                  </a:lnTo>
                  <a:lnTo>
                    <a:pt x="119" y="69"/>
                  </a:lnTo>
                  <a:lnTo>
                    <a:pt x="110" y="75"/>
                  </a:lnTo>
                  <a:lnTo>
                    <a:pt x="97" y="79"/>
                  </a:lnTo>
                  <a:lnTo>
                    <a:pt x="85" y="81"/>
                  </a:lnTo>
                  <a:lnTo>
                    <a:pt x="71" y="84"/>
                  </a:lnTo>
                  <a:lnTo>
                    <a:pt x="71" y="84"/>
                  </a:lnTo>
                  <a:lnTo>
                    <a:pt x="58" y="84"/>
                  </a:lnTo>
                  <a:lnTo>
                    <a:pt x="44" y="81"/>
                  </a:lnTo>
                  <a:lnTo>
                    <a:pt x="33" y="78"/>
                  </a:lnTo>
                  <a:lnTo>
                    <a:pt x="21" y="73"/>
                  </a:lnTo>
                  <a:lnTo>
                    <a:pt x="14" y="68"/>
                  </a:lnTo>
                  <a:lnTo>
                    <a:pt x="7" y="61"/>
                  </a:lnTo>
                  <a:lnTo>
                    <a:pt x="2" y="53"/>
                  </a:lnTo>
                  <a:lnTo>
                    <a:pt x="1" y="50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1"/>
                  </a:lnTo>
                  <a:lnTo>
                    <a:pt x="1" y="36"/>
                  </a:lnTo>
                  <a:lnTo>
                    <a:pt x="5" y="28"/>
                  </a:lnTo>
                  <a:lnTo>
                    <a:pt x="10" y="21"/>
                  </a:lnTo>
                  <a:lnTo>
                    <a:pt x="19" y="15"/>
                  </a:lnTo>
                  <a:lnTo>
                    <a:pt x="28" y="9"/>
                  </a:lnTo>
                  <a:lnTo>
                    <a:pt x="40" y="4"/>
                  </a:lnTo>
                  <a:lnTo>
                    <a:pt x="53" y="1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80" y="0"/>
                  </a:lnTo>
                  <a:lnTo>
                    <a:pt x="94" y="1"/>
                  </a:lnTo>
                  <a:lnTo>
                    <a:pt x="105" y="4"/>
                  </a:lnTo>
                  <a:lnTo>
                    <a:pt x="117" y="9"/>
                  </a:lnTo>
                  <a:lnTo>
                    <a:pt x="124" y="15"/>
                  </a:lnTo>
                  <a:lnTo>
                    <a:pt x="131" y="21"/>
                  </a:lnTo>
                  <a:lnTo>
                    <a:pt x="136" y="29"/>
                  </a:lnTo>
                  <a:lnTo>
                    <a:pt x="137" y="34"/>
                  </a:lnTo>
                  <a:lnTo>
                    <a:pt x="138" y="37"/>
                  </a:lnTo>
                  <a:lnTo>
                    <a:pt x="138" y="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40" name="Freeform 78">
              <a:extLst>
                <a:ext uri="{FF2B5EF4-FFF2-40B4-BE49-F238E27FC236}">
                  <a16:creationId xmlns:a16="http://schemas.microsoft.com/office/drawing/2014/main" xmlns="" id="{39474D67-7135-4DC3-A612-2B05CF3DD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2850" y="3669558"/>
              <a:ext cx="230188" cy="806450"/>
            </a:xfrm>
            <a:custGeom>
              <a:avLst/>
              <a:gdLst>
                <a:gd name="T0" fmla="*/ 103 w 145"/>
                <a:gd name="T1" fmla="*/ 9 h 508"/>
                <a:gd name="T2" fmla="*/ 103 w 145"/>
                <a:gd name="T3" fmla="*/ 9 h 508"/>
                <a:gd name="T4" fmla="*/ 100 w 145"/>
                <a:gd name="T5" fmla="*/ 41 h 508"/>
                <a:gd name="T6" fmla="*/ 91 w 145"/>
                <a:gd name="T7" fmla="*/ 114 h 508"/>
                <a:gd name="T8" fmla="*/ 78 w 145"/>
                <a:gd name="T9" fmla="*/ 197 h 508"/>
                <a:gd name="T10" fmla="*/ 73 w 145"/>
                <a:gd name="T11" fmla="*/ 232 h 508"/>
                <a:gd name="T12" fmla="*/ 67 w 145"/>
                <a:gd name="T13" fmla="*/ 255 h 508"/>
                <a:gd name="T14" fmla="*/ 67 w 145"/>
                <a:gd name="T15" fmla="*/ 255 h 508"/>
                <a:gd name="T16" fmla="*/ 61 w 145"/>
                <a:gd name="T17" fmla="*/ 270 h 508"/>
                <a:gd name="T18" fmla="*/ 53 w 145"/>
                <a:gd name="T19" fmla="*/ 291 h 508"/>
                <a:gd name="T20" fmla="*/ 33 w 145"/>
                <a:gd name="T21" fmla="*/ 336 h 508"/>
                <a:gd name="T22" fmla="*/ 13 w 145"/>
                <a:gd name="T23" fmla="*/ 380 h 508"/>
                <a:gd name="T24" fmla="*/ 6 w 145"/>
                <a:gd name="T25" fmla="*/ 396 h 508"/>
                <a:gd name="T26" fmla="*/ 1 w 145"/>
                <a:gd name="T27" fmla="*/ 406 h 508"/>
                <a:gd name="T28" fmla="*/ 1 w 145"/>
                <a:gd name="T29" fmla="*/ 406 h 508"/>
                <a:gd name="T30" fmla="*/ 0 w 145"/>
                <a:gd name="T31" fmla="*/ 410 h 508"/>
                <a:gd name="T32" fmla="*/ 0 w 145"/>
                <a:gd name="T33" fmla="*/ 416 h 508"/>
                <a:gd name="T34" fmla="*/ 2 w 145"/>
                <a:gd name="T35" fmla="*/ 430 h 508"/>
                <a:gd name="T36" fmla="*/ 6 w 145"/>
                <a:gd name="T37" fmla="*/ 446 h 508"/>
                <a:gd name="T38" fmla="*/ 10 w 145"/>
                <a:gd name="T39" fmla="*/ 463 h 508"/>
                <a:gd name="T40" fmla="*/ 16 w 145"/>
                <a:gd name="T41" fmla="*/ 478 h 508"/>
                <a:gd name="T42" fmla="*/ 22 w 145"/>
                <a:gd name="T43" fmla="*/ 492 h 508"/>
                <a:gd name="T44" fmla="*/ 27 w 145"/>
                <a:gd name="T45" fmla="*/ 503 h 508"/>
                <a:gd name="T46" fmla="*/ 30 w 145"/>
                <a:gd name="T47" fmla="*/ 505 h 508"/>
                <a:gd name="T48" fmla="*/ 32 w 145"/>
                <a:gd name="T49" fmla="*/ 508 h 508"/>
                <a:gd name="T50" fmla="*/ 32 w 145"/>
                <a:gd name="T51" fmla="*/ 508 h 508"/>
                <a:gd name="T52" fmla="*/ 34 w 145"/>
                <a:gd name="T53" fmla="*/ 508 h 508"/>
                <a:gd name="T54" fmla="*/ 39 w 145"/>
                <a:gd name="T55" fmla="*/ 507 h 508"/>
                <a:gd name="T56" fmla="*/ 49 w 145"/>
                <a:gd name="T57" fmla="*/ 502 h 508"/>
                <a:gd name="T58" fmla="*/ 61 w 145"/>
                <a:gd name="T59" fmla="*/ 494 h 508"/>
                <a:gd name="T60" fmla="*/ 76 w 145"/>
                <a:gd name="T61" fmla="*/ 484 h 508"/>
                <a:gd name="T62" fmla="*/ 102 w 145"/>
                <a:gd name="T63" fmla="*/ 465 h 508"/>
                <a:gd name="T64" fmla="*/ 112 w 145"/>
                <a:gd name="T65" fmla="*/ 456 h 508"/>
                <a:gd name="T66" fmla="*/ 117 w 145"/>
                <a:gd name="T67" fmla="*/ 451 h 508"/>
                <a:gd name="T68" fmla="*/ 117 w 145"/>
                <a:gd name="T69" fmla="*/ 451 h 508"/>
                <a:gd name="T70" fmla="*/ 118 w 145"/>
                <a:gd name="T71" fmla="*/ 446 h 508"/>
                <a:gd name="T72" fmla="*/ 119 w 145"/>
                <a:gd name="T73" fmla="*/ 435 h 508"/>
                <a:gd name="T74" fmla="*/ 118 w 145"/>
                <a:gd name="T75" fmla="*/ 403 h 508"/>
                <a:gd name="T76" fmla="*/ 119 w 145"/>
                <a:gd name="T77" fmla="*/ 354 h 508"/>
                <a:gd name="T78" fmla="*/ 120 w 145"/>
                <a:gd name="T79" fmla="*/ 323 h 508"/>
                <a:gd name="T80" fmla="*/ 122 w 145"/>
                <a:gd name="T81" fmla="*/ 288 h 508"/>
                <a:gd name="T82" fmla="*/ 122 w 145"/>
                <a:gd name="T83" fmla="*/ 288 h 508"/>
                <a:gd name="T84" fmla="*/ 125 w 145"/>
                <a:gd name="T85" fmla="*/ 261 h 508"/>
                <a:gd name="T86" fmla="*/ 128 w 145"/>
                <a:gd name="T87" fmla="*/ 239 h 508"/>
                <a:gd name="T88" fmla="*/ 134 w 145"/>
                <a:gd name="T89" fmla="*/ 190 h 508"/>
                <a:gd name="T90" fmla="*/ 137 w 145"/>
                <a:gd name="T91" fmla="*/ 159 h 508"/>
                <a:gd name="T92" fmla="*/ 139 w 145"/>
                <a:gd name="T93" fmla="*/ 119 h 508"/>
                <a:gd name="T94" fmla="*/ 143 w 145"/>
                <a:gd name="T95" fmla="*/ 67 h 508"/>
                <a:gd name="T96" fmla="*/ 145 w 145"/>
                <a:gd name="T97" fmla="*/ 0 h 508"/>
                <a:gd name="T98" fmla="*/ 103 w 145"/>
                <a:gd name="T99" fmla="*/ 9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5" h="508">
                  <a:moveTo>
                    <a:pt x="103" y="9"/>
                  </a:moveTo>
                  <a:lnTo>
                    <a:pt x="103" y="9"/>
                  </a:lnTo>
                  <a:lnTo>
                    <a:pt x="100" y="41"/>
                  </a:lnTo>
                  <a:lnTo>
                    <a:pt x="91" y="114"/>
                  </a:lnTo>
                  <a:lnTo>
                    <a:pt x="78" y="197"/>
                  </a:lnTo>
                  <a:lnTo>
                    <a:pt x="73" y="232"/>
                  </a:lnTo>
                  <a:lnTo>
                    <a:pt x="67" y="255"/>
                  </a:lnTo>
                  <a:lnTo>
                    <a:pt x="67" y="255"/>
                  </a:lnTo>
                  <a:lnTo>
                    <a:pt x="61" y="270"/>
                  </a:lnTo>
                  <a:lnTo>
                    <a:pt x="53" y="291"/>
                  </a:lnTo>
                  <a:lnTo>
                    <a:pt x="33" y="336"/>
                  </a:lnTo>
                  <a:lnTo>
                    <a:pt x="13" y="380"/>
                  </a:lnTo>
                  <a:lnTo>
                    <a:pt x="6" y="396"/>
                  </a:lnTo>
                  <a:lnTo>
                    <a:pt x="1" y="406"/>
                  </a:lnTo>
                  <a:lnTo>
                    <a:pt x="1" y="406"/>
                  </a:lnTo>
                  <a:lnTo>
                    <a:pt x="0" y="410"/>
                  </a:lnTo>
                  <a:lnTo>
                    <a:pt x="0" y="416"/>
                  </a:lnTo>
                  <a:lnTo>
                    <a:pt x="2" y="430"/>
                  </a:lnTo>
                  <a:lnTo>
                    <a:pt x="6" y="446"/>
                  </a:lnTo>
                  <a:lnTo>
                    <a:pt x="10" y="463"/>
                  </a:lnTo>
                  <a:lnTo>
                    <a:pt x="16" y="478"/>
                  </a:lnTo>
                  <a:lnTo>
                    <a:pt x="22" y="492"/>
                  </a:lnTo>
                  <a:lnTo>
                    <a:pt x="27" y="503"/>
                  </a:lnTo>
                  <a:lnTo>
                    <a:pt x="30" y="505"/>
                  </a:lnTo>
                  <a:lnTo>
                    <a:pt x="32" y="508"/>
                  </a:lnTo>
                  <a:lnTo>
                    <a:pt x="32" y="508"/>
                  </a:lnTo>
                  <a:lnTo>
                    <a:pt x="34" y="508"/>
                  </a:lnTo>
                  <a:lnTo>
                    <a:pt x="39" y="507"/>
                  </a:lnTo>
                  <a:lnTo>
                    <a:pt x="49" y="502"/>
                  </a:lnTo>
                  <a:lnTo>
                    <a:pt x="61" y="494"/>
                  </a:lnTo>
                  <a:lnTo>
                    <a:pt x="76" y="484"/>
                  </a:lnTo>
                  <a:lnTo>
                    <a:pt x="102" y="465"/>
                  </a:lnTo>
                  <a:lnTo>
                    <a:pt x="112" y="456"/>
                  </a:lnTo>
                  <a:lnTo>
                    <a:pt x="117" y="451"/>
                  </a:lnTo>
                  <a:lnTo>
                    <a:pt x="117" y="451"/>
                  </a:lnTo>
                  <a:lnTo>
                    <a:pt x="118" y="446"/>
                  </a:lnTo>
                  <a:lnTo>
                    <a:pt x="119" y="435"/>
                  </a:lnTo>
                  <a:lnTo>
                    <a:pt x="118" y="403"/>
                  </a:lnTo>
                  <a:lnTo>
                    <a:pt x="119" y="354"/>
                  </a:lnTo>
                  <a:lnTo>
                    <a:pt x="120" y="323"/>
                  </a:lnTo>
                  <a:lnTo>
                    <a:pt x="122" y="288"/>
                  </a:lnTo>
                  <a:lnTo>
                    <a:pt x="122" y="288"/>
                  </a:lnTo>
                  <a:lnTo>
                    <a:pt x="125" y="261"/>
                  </a:lnTo>
                  <a:lnTo>
                    <a:pt x="128" y="239"/>
                  </a:lnTo>
                  <a:lnTo>
                    <a:pt x="134" y="190"/>
                  </a:lnTo>
                  <a:lnTo>
                    <a:pt x="137" y="159"/>
                  </a:lnTo>
                  <a:lnTo>
                    <a:pt x="139" y="119"/>
                  </a:lnTo>
                  <a:lnTo>
                    <a:pt x="143" y="67"/>
                  </a:lnTo>
                  <a:lnTo>
                    <a:pt x="145" y="0"/>
                  </a:lnTo>
                  <a:lnTo>
                    <a:pt x="103" y="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41" name="Freeform 79">
              <a:extLst>
                <a:ext uri="{FF2B5EF4-FFF2-40B4-BE49-F238E27FC236}">
                  <a16:creationId xmlns:a16="http://schemas.microsoft.com/office/drawing/2014/main" xmlns="" id="{706662C6-E13A-40CE-A9E0-FA07CD6AE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8325" y="2158258"/>
              <a:ext cx="1346200" cy="1443038"/>
            </a:xfrm>
            <a:custGeom>
              <a:avLst/>
              <a:gdLst>
                <a:gd name="T0" fmla="*/ 104 w 848"/>
                <a:gd name="T1" fmla="*/ 848 h 909"/>
                <a:gd name="T2" fmla="*/ 114 w 848"/>
                <a:gd name="T3" fmla="*/ 859 h 909"/>
                <a:gd name="T4" fmla="*/ 130 w 848"/>
                <a:gd name="T5" fmla="*/ 869 h 909"/>
                <a:gd name="T6" fmla="*/ 149 w 848"/>
                <a:gd name="T7" fmla="*/ 877 h 909"/>
                <a:gd name="T8" fmla="*/ 200 w 848"/>
                <a:gd name="T9" fmla="*/ 891 h 909"/>
                <a:gd name="T10" fmla="*/ 264 w 848"/>
                <a:gd name="T11" fmla="*/ 900 h 909"/>
                <a:gd name="T12" fmla="*/ 335 w 848"/>
                <a:gd name="T13" fmla="*/ 905 h 909"/>
                <a:gd name="T14" fmla="*/ 453 w 848"/>
                <a:gd name="T15" fmla="*/ 909 h 909"/>
                <a:gd name="T16" fmla="*/ 610 w 848"/>
                <a:gd name="T17" fmla="*/ 909 h 909"/>
                <a:gd name="T18" fmla="*/ 631 w 848"/>
                <a:gd name="T19" fmla="*/ 908 h 909"/>
                <a:gd name="T20" fmla="*/ 671 w 848"/>
                <a:gd name="T21" fmla="*/ 903 h 909"/>
                <a:gd name="T22" fmla="*/ 705 w 848"/>
                <a:gd name="T23" fmla="*/ 893 h 909"/>
                <a:gd name="T24" fmla="*/ 735 w 848"/>
                <a:gd name="T25" fmla="*/ 879 h 909"/>
                <a:gd name="T26" fmla="*/ 760 w 848"/>
                <a:gd name="T27" fmla="*/ 862 h 909"/>
                <a:gd name="T28" fmla="*/ 782 w 848"/>
                <a:gd name="T29" fmla="*/ 843 h 909"/>
                <a:gd name="T30" fmla="*/ 799 w 848"/>
                <a:gd name="T31" fmla="*/ 821 h 909"/>
                <a:gd name="T32" fmla="*/ 814 w 848"/>
                <a:gd name="T33" fmla="*/ 797 h 909"/>
                <a:gd name="T34" fmla="*/ 824 w 848"/>
                <a:gd name="T35" fmla="*/ 772 h 909"/>
                <a:gd name="T36" fmla="*/ 836 w 848"/>
                <a:gd name="T37" fmla="*/ 732 h 909"/>
                <a:gd name="T38" fmla="*/ 844 w 848"/>
                <a:gd name="T39" fmla="*/ 680 h 909"/>
                <a:gd name="T40" fmla="*/ 848 w 848"/>
                <a:gd name="T41" fmla="*/ 632 h 909"/>
                <a:gd name="T42" fmla="*/ 848 w 848"/>
                <a:gd name="T43" fmla="*/ 592 h 909"/>
                <a:gd name="T44" fmla="*/ 846 w 848"/>
                <a:gd name="T45" fmla="*/ 530 h 909"/>
                <a:gd name="T46" fmla="*/ 837 w 848"/>
                <a:gd name="T47" fmla="*/ 421 h 909"/>
                <a:gd name="T48" fmla="*/ 820 w 848"/>
                <a:gd name="T49" fmla="*/ 331 h 909"/>
                <a:gd name="T50" fmla="*/ 797 w 848"/>
                <a:gd name="T51" fmla="*/ 256 h 909"/>
                <a:gd name="T52" fmla="*/ 771 w 848"/>
                <a:gd name="T53" fmla="*/ 195 h 909"/>
                <a:gd name="T54" fmla="*/ 742 w 848"/>
                <a:gd name="T55" fmla="*/ 144 h 909"/>
                <a:gd name="T56" fmla="*/ 700 w 848"/>
                <a:gd name="T57" fmla="*/ 81 h 909"/>
                <a:gd name="T58" fmla="*/ 677 w 848"/>
                <a:gd name="T59" fmla="*/ 44 h 909"/>
                <a:gd name="T60" fmla="*/ 670 w 848"/>
                <a:gd name="T61" fmla="*/ 35 h 909"/>
                <a:gd name="T62" fmla="*/ 652 w 848"/>
                <a:gd name="T63" fmla="*/ 22 h 909"/>
                <a:gd name="T64" fmla="*/ 628 w 848"/>
                <a:gd name="T65" fmla="*/ 12 h 909"/>
                <a:gd name="T66" fmla="*/ 597 w 848"/>
                <a:gd name="T67" fmla="*/ 5 h 909"/>
                <a:gd name="T68" fmla="*/ 563 w 848"/>
                <a:gd name="T69" fmla="*/ 0 h 909"/>
                <a:gd name="T70" fmla="*/ 525 w 848"/>
                <a:gd name="T71" fmla="*/ 0 h 909"/>
                <a:gd name="T72" fmla="*/ 464 w 848"/>
                <a:gd name="T73" fmla="*/ 4 h 909"/>
                <a:gd name="T74" fmla="*/ 378 w 848"/>
                <a:gd name="T75" fmla="*/ 18 h 909"/>
                <a:gd name="T76" fmla="*/ 295 w 848"/>
                <a:gd name="T77" fmla="*/ 40 h 909"/>
                <a:gd name="T78" fmla="*/ 239 w 848"/>
                <a:gd name="T79" fmla="*/ 61 h 909"/>
                <a:gd name="T80" fmla="*/ 206 w 848"/>
                <a:gd name="T81" fmla="*/ 77 h 909"/>
                <a:gd name="T82" fmla="*/ 179 w 848"/>
                <a:gd name="T83" fmla="*/ 94 h 909"/>
                <a:gd name="T84" fmla="*/ 157 w 848"/>
                <a:gd name="T85" fmla="*/ 112 h 909"/>
                <a:gd name="T86" fmla="*/ 148 w 848"/>
                <a:gd name="T87" fmla="*/ 121 h 909"/>
                <a:gd name="T88" fmla="*/ 121 w 848"/>
                <a:gd name="T89" fmla="*/ 160 h 909"/>
                <a:gd name="T90" fmla="*/ 95 w 848"/>
                <a:gd name="T91" fmla="*/ 198 h 909"/>
                <a:gd name="T92" fmla="*/ 74 w 848"/>
                <a:gd name="T93" fmla="*/ 238 h 909"/>
                <a:gd name="T94" fmla="*/ 54 w 848"/>
                <a:gd name="T95" fmla="*/ 280 h 909"/>
                <a:gd name="T96" fmla="*/ 37 w 848"/>
                <a:gd name="T97" fmla="*/ 324 h 909"/>
                <a:gd name="T98" fmla="*/ 24 w 848"/>
                <a:gd name="T99" fmla="*/ 370 h 909"/>
                <a:gd name="T100" fmla="*/ 12 w 848"/>
                <a:gd name="T101" fmla="*/ 421 h 909"/>
                <a:gd name="T102" fmla="*/ 4 w 848"/>
                <a:gd name="T103" fmla="*/ 476 h 909"/>
                <a:gd name="T104" fmla="*/ 1 w 848"/>
                <a:gd name="T105" fmla="*/ 504 h 909"/>
                <a:gd name="T106" fmla="*/ 1 w 848"/>
                <a:gd name="T107" fmla="*/ 560 h 909"/>
                <a:gd name="T108" fmla="*/ 8 w 848"/>
                <a:gd name="T109" fmla="*/ 615 h 909"/>
                <a:gd name="T110" fmla="*/ 20 w 848"/>
                <a:gd name="T111" fmla="*/ 668 h 909"/>
                <a:gd name="T112" fmla="*/ 36 w 848"/>
                <a:gd name="T113" fmla="*/ 716 h 909"/>
                <a:gd name="T114" fmla="*/ 54 w 848"/>
                <a:gd name="T115" fmla="*/ 761 h 909"/>
                <a:gd name="T116" fmla="*/ 75 w 848"/>
                <a:gd name="T117" fmla="*/ 800 h 909"/>
                <a:gd name="T118" fmla="*/ 104 w 848"/>
                <a:gd name="T119" fmla="*/ 848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8" h="909">
                  <a:moveTo>
                    <a:pt x="104" y="848"/>
                  </a:moveTo>
                  <a:lnTo>
                    <a:pt x="104" y="848"/>
                  </a:lnTo>
                  <a:lnTo>
                    <a:pt x="109" y="853"/>
                  </a:lnTo>
                  <a:lnTo>
                    <a:pt x="114" y="859"/>
                  </a:lnTo>
                  <a:lnTo>
                    <a:pt x="122" y="865"/>
                  </a:lnTo>
                  <a:lnTo>
                    <a:pt x="130" y="869"/>
                  </a:lnTo>
                  <a:lnTo>
                    <a:pt x="139" y="874"/>
                  </a:lnTo>
                  <a:lnTo>
                    <a:pt x="149" y="877"/>
                  </a:lnTo>
                  <a:lnTo>
                    <a:pt x="173" y="885"/>
                  </a:lnTo>
                  <a:lnTo>
                    <a:pt x="200" y="891"/>
                  </a:lnTo>
                  <a:lnTo>
                    <a:pt x="231" y="895"/>
                  </a:lnTo>
                  <a:lnTo>
                    <a:pt x="264" y="900"/>
                  </a:lnTo>
                  <a:lnTo>
                    <a:pt x="299" y="903"/>
                  </a:lnTo>
                  <a:lnTo>
                    <a:pt x="335" y="905"/>
                  </a:lnTo>
                  <a:lnTo>
                    <a:pt x="373" y="907"/>
                  </a:lnTo>
                  <a:lnTo>
                    <a:pt x="453" y="909"/>
                  </a:lnTo>
                  <a:lnTo>
                    <a:pt x="532" y="909"/>
                  </a:lnTo>
                  <a:lnTo>
                    <a:pt x="610" y="909"/>
                  </a:lnTo>
                  <a:lnTo>
                    <a:pt x="610" y="909"/>
                  </a:lnTo>
                  <a:lnTo>
                    <a:pt x="631" y="908"/>
                  </a:lnTo>
                  <a:lnTo>
                    <a:pt x="652" y="905"/>
                  </a:lnTo>
                  <a:lnTo>
                    <a:pt x="671" y="903"/>
                  </a:lnTo>
                  <a:lnTo>
                    <a:pt x="689" y="899"/>
                  </a:lnTo>
                  <a:lnTo>
                    <a:pt x="705" y="893"/>
                  </a:lnTo>
                  <a:lnTo>
                    <a:pt x="721" y="887"/>
                  </a:lnTo>
                  <a:lnTo>
                    <a:pt x="735" y="879"/>
                  </a:lnTo>
                  <a:lnTo>
                    <a:pt x="748" y="871"/>
                  </a:lnTo>
                  <a:lnTo>
                    <a:pt x="760" y="862"/>
                  </a:lnTo>
                  <a:lnTo>
                    <a:pt x="772" y="853"/>
                  </a:lnTo>
                  <a:lnTo>
                    <a:pt x="782" y="843"/>
                  </a:lnTo>
                  <a:lnTo>
                    <a:pt x="791" y="832"/>
                  </a:lnTo>
                  <a:lnTo>
                    <a:pt x="799" y="821"/>
                  </a:lnTo>
                  <a:lnTo>
                    <a:pt x="807" y="809"/>
                  </a:lnTo>
                  <a:lnTo>
                    <a:pt x="814" y="797"/>
                  </a:lnTo>
                  <a:lnTo>
                    <a:pt x="819" y="784"/>
                  </a:lnTo>
                  <a:lnTo>
                    <a:pt x="824" y="772"/>
                  </a:lnTo>
                  <a:lnTo>
                    <a:pt x="828" y="759"/>
                  </a:lnTo>
                  <a:lnTo>
                    <a:pt x="836" y="732"/>
                  </a:lnTo>
                  <a:lnTo>
                    <a:pt x="841" y="706"/>
                  </a:lnTo>
                  <a:lnTo>
                    <a:pt x="844" y="680"/>
                  </a:lnTo>
                  <a:lnTo>
                    <a:pt x="846" y="655"/>
                  </a:lnTo>
                  <a:lnTo>
                    <a:pt x="848" y="632"/>
                  </a:lnTo>
                  <a:lnTo>
                    <a:pt x="848" y="592"/>
                  </a:lnTo>
                  <a:lnTo>
                    <a:pt x="848" y="592"/>
                  </a:lnTo>
                  <a:lnTo>
                    <a:pt x="848" y="560"/>
                  </a:lnTo>
                  <a:lnTo>
                    <a:pt x="846" y="530"/>
                  </a:lnTo>
                  <a:lnTo>
                    <a:pt x="843" y="472"/>
                  </a:lnTo>
                  <a:lnTo>
                    <a:pt x="837" y="421"/>
                  </a:lnTo>
                  <a:lnTo>
                    <a:pt x="829" y="374"/>
                  </a:lnTo>
                  <a:lnTo>
                    <a:pt x="820" y="331"/>
                  </a:lnTo>
                  <a:lnTo>
                    <a:pt x="809" y="291"/>
                  </a:lnTo>
                  <a:lnTo>
                    <a:pt x="797" y="256"/>
                  </a:lnTo>
                  <a:lnTo>
                    <a:pt x="784" y="223"/>
                  </a:lnTo>
                  <a:lnTo>
                    <a:pt x="771" y="195"/>
                  </a:lnTo>
                  <a:lnTo>
                    <a:pt x="756" y="168"/>
                  </a:lnTo>
                  <a:lnTo>
                    <a:pt x="742" y="144"/>
                  </a:lnTo>
                  <a:lnTo>
                    <a:pt x="728" y="121"/>
                  </a:lnTo>
                  <a:lnTo>
                    <a:pt x="700" y="81"/>
                  </a:lnTo>
                  <a:lnTo>
                    <a:pt x="688" y="63"/>
                  </a:lnTo>
                  <a:lnTo>
                    <a:pt x="677" y="44"/>
                  </a:lnTo>
                  <a:lnTo>
                    <a:pt x="677" y="44"/>
                  </a:lnTo>
                  <a:lnTo>
                    <a:pt x="670" y="35"/>
                  </a:lnTo>
                  <a:lnTo>
                    <a:pt x="662" y="29"/>
                  </a:lnTo>
                  <a:lnTo>
                    <a:pt x="652" y="22"/>
                  </a:lnTo>
                  <a:lnTo>
                    <a:pt x="640" y="16"/>
                  </a:lnTo>
                  <a:lnTo>
                    <a:pt x="628" y="12"/>
                  </a:lnTo>
                  <a:lnTo>
                    <a:pt x="613" y="7"/>
                  </a:lnTo>
                  <a:lnTo>
                    <a:pt x="597" y="5"/>
                  </a:lnTo>
                  <a:lnTo>
                    <a:pt x="582" y="3"/>
                  </a:lnTo>
                  <a:lnTo>
                    <a:pt x="563" y="0"/>
                  </a:lnTo>
                  <a:lnTo>
                    <a:pt x="545" y="0"/>
                  </a:lnTo>
                  <a:lnTo>
                    <a:pt x="525" y="0"/>
                  </a:lnTo>
                  <a:lnTo>
                    <a:pt x="506" y="0"/>
                  </a:lnTo>
                  <a:lnTo>
                    <a:pt x="464" y="4"/>
                  </a:lnTo>
                  <a:lnTo>
                    <a:pt x="421" y="9"/>
                  </a:lnTo>
                  <a:lnTo>
                    <a:pt x="378" y="18"/>
                  </a:lnTo>
                  <a:lnTo>
                    <a:pt x="336" y="29"/>
                  </a:lnTo>
                  <a:lnTo>
                    <a:pt x="295" y="40"/>
                  </a:lnTo>
                  <a:lnTo>
                    <a:pt x="257" y="54"/>
                  </a:lnTo>
                  <a:lnTo>
                    <a:pt x="239" y="61"/>
                  </a:lnTo>
                  <a:lnTo>
                    <a:pt x="222" y="69"/>
                  </a:lnTo>
                  <a:lnTo>
                    <a:pt x="206" y="77"/>
                  </a:lnTo>
                  <a:lnTo>
                    <a:pt x="192" y="85"/>
                  </a:lnTo>
                  <a:lnTo>
                    <a:pt x="179" y="94"/>
                  </a:lnTo>
                  <a:lnTo>
                    <a:pt x="167" y="103"/>
                  </a:lnTo>
                  <a:lnTo>
                    <a:pt x="157" y="112"/>
                  </a:lnTo>
                  <a:lnTo>
                    <a:pt x="148" y="121"/>
                  </a:lnTo>
                  <a:lnTo>
                    <a:pt x="148" y="121"/>
                  </a:lnTo>
                  <a:lnTo>
                    <a:pt x="135" y="141"/>
                  </a:lnTo>
                  <a:lnTo>
                    <a:pt x="121" y="160"/>
                  </a:lnTo>
                  <a:lnTo>
                    <a:pt x="107" y="178"/>
                  </a:lnTo>
                  <a:lnTo>
                    <a:pt x="95" y="198"/>
                  </a:lnTo>
                  <a:lnTo>
                    <a:pt x="84" y="218"/>
                  </a:lnTo>
                  <a:lnTo>
                    <a:pt x="74" y="238"/>
                  </a:lnTo>
                  <a:lnTo>
                    <a:pt x="63" y="258"/>
                  </a:lnTo>
                  <a:lnTo>
                    <a:pt x="54" y="280"/>
                  </a:lnTo>
                  <a:lnTo>
                    <a:pt x="45" y="301"/>
                  </a:lnTo>
                  <a:lnTo>
                    <a:pt x="37" y="324"/>
                  </a:lnTo>
                  <a:lnTo>
                    <a:pt x="31" y="347"/>
                  </a:lnTo>
                  <a:lnTo>
                    <a:pt x="24" y="370"/>
                  </a:lnTo>
                  <a:lnTo>
                    <a:pt x="18" y="395"/>
                  </a:lnTo>
                  <a:lnTo>
                    <a:pt x="12" y="421"/>
                  </a:lnTo>
                  <a:lnTo>
                    <a:pt x="8" y="448"/>
                  </a:lnTo>
                  <a:lnTo>
                    <a:pt x="4" y="476"/>
                  </a:lnTo>
                  <a:lnTo>
                    <a:pt x="4" y="476"/>
                  </a:lnTo>
                  <a:lnTo>
                    <a:pt x="1" y="504"/>
                  </a:lnTo>
                  <a:lnTo>
                    <a:pt x="0" y="532"/>
                  </a:lnTo>
                  <a:lnTo>
                    <a:pt x="1" y="560"/>
                  </a:lnTo>
                  <a:lnTo>
                    <a:pt x="4" y="588"/>
                  </a:lnTo>
                  <a:lnTo>
                    <a:pt x="8" y="615"/>
                  </a:lnTo>
                  <a:lnTo>
                    <a:pt x="14" y="642"/>
                  </a:lnTo>
                  <a:lnTo>
                    <a:pt x="20" y="668"/>
                  </a:lnTo>
                  <a:lnTo>
                    <a:pt x="28" y="693"/>
                  </a:lnTo>
                  <a:lnTo>
                    <a:pt x="36" y="716"/>
                  </a:lnTo>
                  <a:lnTo>
                    <a:pt x="45" y="739"/>
                  </a:lnTo>
                  <a:lnTo>
                    <a:pt x="54" y="761"/>
                  </a:lnTo>
                  <a:lnTo>
                    <a:pt x="64" y="781"/>
                  </a:lnTo>
                  <a:lnTo>
                    <a:pt x="75" y="800"/>
                  </a:lnTo>
                  <a:lnTo>
                    <a:pt x="85" y="817"/>
                  </a:lnTo>
                  <a:lnTo>
                    <a:pt x="104" y="848"/>
                  </a:lnTo>
                  <a:lnTo>
                    <a:pt x="104" y="848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42" name="Freeform 81">
              <a:extLst>
                <a:ext uri="{FF2B5EF4-FFF2-40B4-BE49-F238E27FC236}">
                  <a16:creationId xmlns:a16="http://schemas.microsoft.com/office/drawing/2014/main" xmlns="" id="{8EF97AB1-01E1-4254-B797-EF24C2C1E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3538" y="2704358"/>
              <a:ext cx="87313" cy="165100"/>
            </a:xfrm>
            <a:custGeom>
              <a:avLst/>
              <a:gdLst>
                <a:gd name="T0" fmla="*/ 55 w 55"/>
                <a:gd name="T1" fmla="*/ 50 h 104"/>
                <a:gd name="T2" fmla="*/ 55 w 55"/>
                <a:gd name="T3" fmla="*/ 50 h 104"/>
                <a:gd name="T4" fmla="*/ 55 w 55"/>
                <a:gd name="T5" fmla="*/ 61 h 104"/>
                <a:gd name="T6" fmla="*/ 54 w 55"/>
                <a:gd name="T7" fmla="*/ 70 h 104"/>
                <a:gd name="T8" fmla="*/ 52 w 55"/>
                <a:gd name="T9" fmla="*/ 79 h 104"/>
                <a:gd name="T10" fmla="*/ 49 w 55"/>
                <a:gd name="T11" fmla="*/ 87 h 104"/>
                <a:gd name="T12" fmla="*/ 45 w 55"/>
                <a:gd name="T13" fmla="*/ 94 h 104"/>
                <a:gd name="T14" fmla="*/ 41 w 55"/>
                <a:gd name="T15" fmla="*/ 100 h 104"/>
                <a:gd name="T16" fmla="*/ 36 w 55"/>
                <a:gd name="T17" fmla="*/ 103 h 104"/>
                <a:gd name="T18" fmla="*/ 31 w 55"/>
                <a:gd name="T19" fmla="*/ 104 h 104"/>
                <a:gd name="T20" fmla="*/ 31 w 55"/>
                <a:gd name="T21" fmla="*/ 104 h 104"/>
                <a:gd name="T22" fmla="*/ 25 w 55"/>
                <a:gd name="T23" fmla="*/ 103 h 104"/>
                <a:gd name="T24" fmla="*/ 20 w 55"/>
                <a:gd name="T25" fmla="*/ 101 h 104"/>
                <a:gd name="T26" fmla="*/ 15 w 55"/>
                <a:gd name="T27" fmla="*/ 96 h 104"/>
                <a:gd name="T28" fmla="*/ 10 w 55"/>
                <a:gd name="T29" fmla="*/ 90 h 104"/>
                <a:gd name="T30" fmla="*/ 7 w 55"/>
                <a:gd name="T31" fmla="*/ 83 h 104"/>
                <a:gd name="T32" fmla="*/ 3 w 55"/>
                <a:gd name="T33" fmla="*/ 74 h 104"/>
                <a:gd name="T34" fmla="*/ 1 w 55"/>
                <a:gd name="T35" fmla="*/ 64 h 104"/>
                <a:gd name="T36" fmla="*/ 0 w 55"/>
                <a:gd name="T37" fmla="*/ 53 h 104"/>
                <a:gd name="T38" fmla="*/ 0 w 55"/>
                <a:gd name="T39" fmla="*/ 53 h 104"/>
                <a:gd name="T40" fmla="*/ 0 w 55"/>
                <a:gd name="T41" fmla="*/ 43 h 104"/>
                <a:gd name="T42" fmla="*/ 1 w 55"/>
                <a:gd name="T43" fmla="*/ 33 h 104"/>
                <a:gd name="T44" fmla="*/ 3 w 55"/>
                <a:gd name="T45" fmla="*/ 24 h 104"/>
                <a:gd name="T46" fmla="*/ 7 w 55"/>
                <a:gd name="T47" fmla="*/ 16 h 104"/>
                <a:gd name="T48" fmla="*/ 10 w 55"/>
                <a:gd name="T49" fmla="*/ 9 h 104"/>
                <a:gd name="T50" fmla="*/ 15 w 55"/>
                <a:gd name="T51" fmla="*/ 5 h 104"/>
                <a:gd name="T52" fmla="*/ 19 w 55"/>
                <a:gd name="T53" fmla="*/ 1 h 104"/>
                <a:gd name="T54" fmla="*/ 25 w 55"/>
                <a:gd name="T55" fmla="*/ 0 h 104"/>
                <a:gd name="T56" fmla="*/ 25 w 55"/>
                <a:gd name="T57" fmla="*/ 0 h 104"/>
                <a:gd name="T58" fmla="*/ 31 w 55"/>
                <a:gd name="T59" fmla="*/ 0 h 104"/>
                <a:gd name="T60" fmla="*/ 36 w 55"/>
                <a:gd name="T61" fmla="*/ 4 h 104"/>
                <a:gd name="T62" fmla="*/ 41 w 55"/>
                <a:gd name="T63" fmla="*/ 8 h 104"/>
                <a:gd name="T64" fmla="*/ 45 w 55"/>
                <a:gd name="T65" fmla="*/ 14 h 104"/>
                <a:gd name="T66" fmla="*/ 49 w 55"/>
                <a:gd name="T67" fmla="*/ 22 h 104"/>
                <a:gd name="T68" fmla="*/ 52 w 55"/>
                <a:gd name="T69" fmla="*/ 31 h 104"/>
                <a:gd name="T70" fmla="*/ 54 w 55"/>
                <a:gd name="T71" fmla="*/ 40 h 104"/>
                <a:gd name="T72" fmla="*/ 55 w 55"/>
                <a:gd name="T73" fmla="*/ 50 h 104"/>
                <a:gd name="T74" fmla="*/ 55 w 55"/>
                <a:gd name="T75" fmla="*/ 5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" h="104">
                  <a:moveTo>
                    <a:pt x="55" y="50"/>
                  </a:moveTo>
                  <a:lnTo>
                    <a:pt x="55" y="50"/>
                  </a:lnTo>
                  <a:lnTo>
                    <a:pt x="55" y="61"/>
                  </a:lnTo>
                  <a:lnTo>
                    <a:pt x="54" y="70"/>
                  </a:lnTo>
                  <a:lnTo>
                    <a:pt x="52" y="79"/>
                  </a:lnTo>
                  <a:lnTo>
                    <a:pt x="49" y="87"/>
                  </a:lnTo>
                  <a:lnTo>
                    <a:pt x="45" y="94"/>
                  </a:lnTo>
                  <a:lnTo>
                    <a:pt x="41" y="100"/>
                  </a:lnTo>
                  <a:lnTo>
                    <a:pt x="36" y="103"/>
                  </a:lnTo>
                  <a:lnTo>
                    <a:pt x="31" y="104"/>
                  </a:lnTo>
                  <a:lnTo>
                    <a:pt x="31" y="104"/>
                  </a:lnTo>
                  <a:lnTo>
                    <a:pt x="25" y="103"/>
                  </a:lnTo>
                  <a:lnTo>
                    <a:pt x="20" y="101"/>
                  </a:lnTo>
                  <a:lnTo>
                    <a:pt x="15" y="96"/>
                  </a:lnTo>
                  <a:lnTo>
                    <a:pt x="10" y="90"/>
                  </a:lnTo>
                  <a:lnTo>
                    <a:pt x="7" y="83"/>
                  </a:lnTo>
                  <a:lnTo>
                    <a:pt x="3" y="74"/>
                  </a:lnTo>
                  <a:lnTo>
                    <a:pt x="1" y="64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43"/>
                  </a:lnTo>
                  <a:lnTo>
                    <a:pt x="1" y="33"/>
                  </a:lnTo>
                  <a:lnTo>
                    <a:pt x="3" y="24"/>
                  </a:lnTo>
                  <a:lnTo>
                    <a:pt x="7" y="16"/>
                  </a:lnTo>
                  <a:lnTo>
                    <a:pt x="10" y="9"/>
                  </a:lnTo>
                  <a:lnTo>
                    <a:pt x="15" y="5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6" y="4"/>
                  </a:lnTo>
                  <a:lnTo>
                    <a:pt x="41" y="8"/>
                  </a:lnTo>
                  <a:lnTo>
                    <a:pt x="45" y="14"/>
                  </a:lnTo>
                  <a:lnTo>
                    <a:pt x="49" y="22"/>
                  </a:lnTo>
                  <a:lnTo>
                    <a:pt x="52" y="31"/>
                  </a:lnTo>
                  <a:lnTo>
                    <a:pt x="54" y="40"/>
                  </a:lnTo>
                  <a:lnTo>
                    <a:pt x="55" y="50"/>
                  </a:lnTo>
                  <a:lnTo>
                    <a:pt x="55" y="50"/>
                  </a:lnTo>
                  <a:close/>
                </a:path>
              </a:pathLst>
            </a:custGeom>
            <a:solidFill>
              <a:srgbClr val="26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43" name="Freeform 83">
              <a:extLst>
                <a:ext uri="{FF2B5EF4-FFF2-40B4-BE49-F238E27FC236}">
                  <a16:creationId xmlns:a16="http://schemas.microsoft.com/office/drawing/2014/main" xmlns="" id="{5BBD023E-3344-419B-8A0C-3BBFE52C1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0163" y="3155208"/>
              <a:ext cx="420688" cy="185738"/>
            </a:xfrm>
            <a:custGeom>
              <a:avLst/>
              <a:gdLst>
                <a:gd name="T0" fmla="*/ 1 w 265"/>
                <a:gd name="T1" fmla="*/ 29 h 117"/>
                <a:gd name="T2" fmla="*/ 1 w 265"/>
                <a:gd name="T3" fmla="*/ 29 h 117"/>
                <a:gd name="T4" fmla="*/ 0 w 265"/>
                <a:gd name="T5" fmla="*/ 35 h 117"/>
                <a:gd name="T6" fmla="*/ 1 w 265"/>
                <a:gd name="T7" fmla="*/ 47 h 117"/>
                <a:gd name="T8" fmla="*/ 3 w 265"/>
                <a:gd name="T9" fmla="*/ 52 h 117"/>
                <a:gd name="T10" fmla="*/ 5 w 265"/>
                <a:gd name="T11" fmla="*/ 59 h 117"/>
                <a:gd name="T12" fmla="*/ 10 w 265"/>
                <a:gd name="T13" fmla="*/ 66 h 117"/>
                <a:gd name="T14" fmla="*/ 15 w 265"/>
                <a:gd name="T15" fmla="*/ 74 h 117"/>
                <a:gd name="T16" fmla="*/ 22 w 265"/>
                <a:gd name="T17" fmla="*/ 81 h 117"/>
                <a:gd name="T18" fmla="*/ 30 w 265"/>
                <a:gd name="T19" fmla="*/ 87 h 117"/>
                <a:gd name="T20" fmla="*/ 40 w 265"/>
                <a:gd name="T21" fmla="*/ 94 h 117"/>
                <a:gd name="T22" fmla="*/ 53 w 265"/>
                <a:gd name="T23" fmla="*/ 100 h 117"/>
                <a:gd name="T24" fmla="*/ 66 w 265"/>
                <a:gd name="T25" fmla="*/ 105 h 117"/>
                <a:gd name="T26" fmla="*/ 83 w 265"/>
                <a:gd name="T27" fmla="*/ 110 h 117"/>
                <a:gd name="T28" fmla="*/ 102 w 265"/>
                <a:gd name="T29" fmla="*/ 113 h 117"/>
                <a:gd name="T30" fmla="*/ 124 w 265"/>
                <a:gd name="T31" fmla="*/ 116 h 117"/>
                <a:gd name="T32" fmla="*/ 124 w 265"/>
                <a:gd name="T33" fmla="*/ 116 h 117"/>
                <a:gd name="T34" fmla="*/ 147 w 265"/>
                <a:gd name="T35" fmla="*/ 117 h 117"/>
                <a:gd name="T36" fmla="*/ 167 w 265"/>
                <a:gd name="T37" fmla="*/ 115 h 117"/>
                <a:gd name="T38" fmla="*/ 185 w 265"/>
                <a:gd name="T39" fmla="*/ 111 h 117"/>
                <a:gd name="T40" fmla="*/ 202 w 265"/>
                <a:gd name="T41" fmla="*/ 105 h 117"/>
                <a:gd name="T42" fmla="*/ 216 w 265"/>
                <a:gd name="T43" fmla="*/ 98 h 117"/>
                <a:gd name="T44" fmla="*/ 227 w 265"/>
                <a:gd name="T45" fmla="*/ 90 h 117"/>
                <a:gd name="T46" fmla="*/ 237 w 265"/>
                <a:gd name="T47" fmla="*/ 81 h 117"/>
                <a:gd name="T48" fmla="*/ 246 w 265"/>
                <a:gd name="T49" fmla="*/ 70 h 117"/>
                <a:gd name="T50" fmla="*/ 253 w 265"/>
                <a:gd name="T51" fmla="*/ 60 h 117"/>
                <a:gd name="T52" fmla="*/ 258 w 265"/>
                <a:gd name="T53" fmla="*/ 51 h 117"/>
                <a:gd name="T54" fmla="*/ 262 w 265"/>
                <a:gd name="T55" fmla="*/ 41 h 117"/>
                <a:gd name="T56" fmla="*/ 264 w 265"/>
                <a:gd name="T57" fmla="*/ 32 h 117"/>
                <a:gd name="T58" fmla="*/ 265 w 265"/>
                <a:gd name="T59" fmla="*/ 23 h 117"/>
                <a:gd name="T60" fmla="*/ 265 w 265"/>
                <a:gd name="T61" fmla="*/ 16 h 117"/>
                <a:gd name="T62" fmla="*/ 265 w 265"/>
                <a:gd name="T63" fmla="*/ 10 h 117"/>
                <a:gd name="T64" fmla="*/ 263 w 265"/>
                <a:gd name="T65" fmla="*/ 6 h 117"/>
                <a:gd name="T66" fmla="*/ 263 w 265"/>
                <a:gd name="T67" fmla="*/ 6 h 117"/>
                <a:gd name="T68" fmla="*/ 262 w 265"/>
                <a:gd name="T69" fmla="*/ 5 h 117"/>
                <a:gd name="T70" fmla="*/ 259 w 265"/>
                <a:gd name="T71" fmla="*/ 4 h 117"/>
                <a:gd name="T72" fmla="*/ 250 w 265"/>
                <a:gd name="T73" fmla="*/ 1 h 117"/>
                <a:gd name="T74" fmla="*/ 235 w 265"/>
                <a:gd name="T75" fmla="*/ 0 h 117"/>
                <a:gd name="T76" fmla="*/ 218 w 265"/>
                <a:gd name="T77" fmla="*/ 0 h 117"/>
                <a:gd name="T78" fmla="*/ 175 w 265"/>
                <a:gd name="T79" fmla="*/ 1 h 117"/>
                <a:gd name="T80" fmla="*/ 126 w 265"/>
                <a:gd name="T81" fmla="*/ 5 h 117"/>
                <a:gd name="T82" fmla="*/ 79 w 265"/>
                <a:gd name="T83" fmla="*/ 9 h 117"/>
                <a:gd name="T84" fmla="*/ 38 w 265"/>
                <a:gd name="T85" fmla="*/ 15 h 117"/>
                <a:gd name="T86" fmla="*/ 22 w 265"/>
                <a:gd name="T87" fmla="*/ 18 h 117"/>
                <a:gd name="T88" fmla="*/ 10 w 265"/>
                <a:gd name="T89" fmla="*/ 22 h 117"/>
                <a:gd name="T90" fmla="*/ 3 w 265"/>
                <a:gd name="T91" fmla="*/ 25 h 117"/>
                <a:gd name="T92" fmla="*/ 1 w 265"/>
                <a:gd name="T93" fmla="*/ 27 h 117"/>
                <a:gd name="T94" fmla="*/ 1 w 265"/>
                <a:gd name="T95" fmla="*/ 2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5" h="117">
                  <a:moveTo>
                    <a:pt x="1" y="29"/>
                  </a:moveTo>
                  <a:lnTo>
                    <a:pt x="1" y="29"/>
                  </a:lnTo>
                  <a:lnTo>
                    <a:pt x="0" y="35"/>
                  </a:lnTo>
                  <a:lnTo>
                    <a:pt x="1" y="47"/>
                  </a:lnTo>
                  <a:lnTo>
                    <a:pt x="3" y="52"/>
                  </a:lnTo>
                  <a:lnTo>
                    <a:pt x="5" y="59"/>
                  </a:lnTo>
                  <a:lnTo>
                    <a:pt x="10" y="66"/>
                  </a:lnTo>
                  <a:lnTo>
                    <a:pt x="15" y="74"/>
                  </a:lnTo>
                  <a:lnTo>
                    <a:pt x="22" y="81"/>
                  </a:lnTo>
                  <a:lnTo>
                    <a:pt x="30" y="87"/>
                  </a:lnTo>
                  <a:lnTo>
                    <a:pt x="40" y="94"/>
                  </a:lnTo>
                  <a:lnTo>
                    <a:pt x="53" y="100"/>
                  </a:lnTo>
                  <a:lnTo>
                    <a:pt x="66" y="105"/>
                  </a:lnTo>
                  <a:lnTo>
                    <a:pt x="83" y="110"/>
                  </a:lnTo>
                  <a:lnTo>
                    <a:pt x="102" y="113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47" y="117"/>
                  </a:lnTo>
                  <a:lnTo>
                    <a:pt x="167" y="115"/>
                  </a:lnTo>
                  <a:lnTo>
                    <a:pt x="185" y="111"/>
                  </a:lnTo>
                  <a:lnTo>
                    <a:pt x="202" y="105"/>
                  </a:lnTo>
                  <a:lnTo>
                    <a:pt x="216" y="98"/>
                  </a:lnTo>
                  <a:lnTo>
                    <a:pt x="227" y="90"/>
                  </a:lnTo>
                  <a:lnTo>
                    <a:pt x="237" y="81"/>
                  </a:lnTo>
                  <a:lnTo>
                    <a:pt x="246" y="70"/>
                  </a:lnTo>
                  <a:lnTo>
                    <a:pt x="253" y="60"/>
                  </a:lnTo>
                  <a:lnTo>
                    <a:pt x="258" y="51"/>
                  </a:lnTo>
                  <a:lnTo>
                    <a:pt x="262" y="41"/>
                  </a:lnTo>
                  <a:lnTo>
                    <a:pt x="264" y="32"/>
                  </a:lnTo>
                  <a:lnTo>
                    <a:pt x="265" y="23"/>
                  </a:lnTo>
                  <a:lnTo>
                    <a:pt x="265" y="16"/>
                  </a:lnTo>
                  <a:lnTo>
                    <a:pt x="265" y="10"/>
                  </a:lnTo>
                  <a:lnTo>
                    <a:pt x="263" y="6"/>
                  </a:lnTo>
                  <a:lnTo>
                    <a:pt x="263" y="6"/>
                  </a:lnTo>
                  <a:lnTo>
                    <a:pt x="262" y="5"/>
                  </a:lnTo>
                  <a:lnTo>
                    <a:pt x="259" y="4"/>
                  </a:lnTo>
                  <a:lnTo>
                    <a:pt x="250" y="1"/>
                  </a:lnTo>
                  <a:lnTo>
                    <a:pt x="235" y="0"/>
                  </a:lnTo>
                  <a:lnTo>
                    <a:pt x="218" y="0"/>
                  </a:lnTo>
                  <a:lnTo>
                    <a:pt x="175" y="1"/>
                  </a:lnTo>
                  <a:lnTo>
                    <a:pt x="126" y="5"/>
                  </a:lnTo>
                  <a:lnTo>
                    <a:pt x="79" y="9"/>
                  </a:lnTo>
                  <a:lnTo>
                    <a:pt x="38" y="15"/>
                  </a:lnTo>
                  <a:lnTo>
                    <a:pt x="22" y="18"/>
                  </a:lnTo>
                  <a:lnTo>
                    <a:pt x="10" y="22"/>
                  </a:lnTo>
                  <a:lnTo>
                    <a:pt x="3" y="25"/>
                  </a:lnTo>
                  <a:lnTo>
                    <a:pt x="1" y="27"/>
                  </a:lnTo>
                  <a:lnTo>
                    <a:pt x="1" y="2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44" name="Freeform 84">
              <a:extLst>
                <a:ext uri="{FF2B5EF4-FFF2-40B4-BE49-F238E27FC236}">
                  <a16:creationId xmlns:a16="http://schemas.microsoft.com/office/drawing/2014/main" xmlns="" id="{4B978F6A-AE7E-4BA8-94F3-96D4FE2E3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5575" y="2805958"/>
              <a:ext cx="606425" cy="266700"/>
            </a:xfrm>
            <a:custGeom>
              <a:avLst/>
              <a:gdLst>
                <a:gd name="T0" fmla="*/ 0 w 382"/>
                <a:gd name="T1" fmla="*/ 168 h 168"/>
                <a:gd name="T2" fmla="*/ 0 w 382"/>
                <a:gd name="T3" fmla="*/ 168 h 168"/>
                <a:gd name="T4" fmla="*/ 38 w 382"/>
                <a:gd name="T5" fmla="*/ 166 h 168"/>
                <a:gd name="T6" fmla="*/ 129 w 382"/>
                <a:gd name="T7" fmla="*/ 158 h 168"/>
                <a:gd name="T8" fmla="*/ 182 w 382"/>
                <a:gd name="T9" fmla="*/ 152 h 168"/>
                <a:gd name="T10" fmla="*/ 234 w 382"/>
                <a:gd name="T11" fmla="*/ 147 h 168"/>
                <a:gd name="T12" fmla="*/ 280 w 382"/>
                <a:gd name="T13" fmla="*/ 141 h 168"/>
                <a:gd name="T14" fmla="*/ 317 w 382"/>
                <a:gd name="T15" fmla="*/ 134 h 168"/>
                <a:gd name="T16" fmla="*/ 317 w 382"/>
                <a:gd name="T17" fmla="*/ 134 h 168"/>
                <a:gd name="T18" fmla="*/ 323 w 382"/>
                <a:gd name="T19" fmla="*/ 133 h 168"/>
                <a:gd name="T20" fmla="*/ 330 w 382"/>
                <a:gd name="T21" fmla="*/ 130 h 168"/>
                <a:gd name="T22" fmla="*/ 343 w 382"/>
                <a:gd name="T23" fmla="*/ 124 h 168"/>
                <a:gd name="T24" fmla="*/ 354 w 382"/>
                <a:gd name="T25" fmla="*/ 115 h 168"/>
                <a:gd name="T26" fmla="*/ 363 w 382"/>
                <a:gd name="T27" fmla="*/ 106 h 168"/>
                <a:gd name="T28" fmla="*/ 370 w 382"/>
                <a:gd name="T29" fmla="*/ 95 h 168"/>
                <a:gd name="T30" fmla="*/ 375 w 382"/>
                <a:gd name="T31" fmla="*/ 83 h 168"/>
                <a:gd name="T32" fmla="*/ 380 w 382"/>
                <a:gd name="T33" fmla="*/ 71 h 168"/>
                <a:gd name="T34" fmla="*/ 382 w 382"/>
                <a:gd name="T35" fmla="*/ 58 h 168"/>
                <a:gd name="T36" fmla="*/ 382 w 382"/>
                <a:gd name="T37" fmla="*/ 47 h 168"/>
                <a:gd name="T38" fmla="*/ 380 w 382"/>
                <a:gd name="T39" fmla="*/ 36 h 168"/>
                <a:gd name="T40" fmla="*/ 377 w 382"/>
                <a:gd name="T41" fmla="*/ 26 h 168"/>
                <a:gd name="T42" fmla="*/ 371 w 382"/>
                <a:gd name="T43" fmla="*/ 17 h 168"/>
                <a:gd name="T44" fmla="*/ 367 w 382"/>
                <a:gd name="T45" fmla="*/ 12 h 168"/>
                <a:gd name="T46" fmla="*/ 363 w 382"/>
                <a:gd name="T47" fmla="*/ 9 h 168"/>
                <a:gd name="T48" fmla="*/ 358 w 382"/>
                <a:gd name="T49" fmla="*/ 5 h 168"/>
                <a:gd name="T50" fmla="*/ 354 w 382"/>
                <a:gd name="T51" fmla="*/ 3 h 168"/>
                <a:gd name="T52" fmla="*/ 348 w 382"/>
                <a:gd name="T53" fmla="*/ 2 h 168"/>
                <a:gd name="T54" fmla="*/ 341 w 382"/>
                <a:gd name="T55" fmla="*/ 1 h 168"/>
                <a:gd name="T56" fmla="*/ 336 w 382"/>
                <a:gd name="T57" fmla="*/ 0 h 168"/>
                <a:gd name="T58" fmla="*/ 328 w 382"/>
                <a:gd name="T59" fmla="*/ 1 h 168"/>
                <a:gd name="T60" fmla="*/ 328 w 382"/>
                <a:gd name="T61" fmla="*/ 1 h 168"/>
                <a:gd name="T62" fmla="*/ 275 w 382"/>
                <a:gd name="T63" fmla="*/ 5 h 168"/>
                <a:gd name="T64" fmla="*/ 233 w 382"/>
                <a:gd name="T65" fmla="*/ 11 h 168"/>
                <a:gd name="T66" fmla="*/ 198 w 382"/>
                <a:gd name="T67" fmla="*/ 17 h 168"/>
                <a:gd name="T68" fmla="*/ 0 w 382"/>
                <a:gd name="T69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2" h="168">
                  <a:moveTo>
                    <a:pt x="0" y="168"/>
                  </a:moveTo>
                  <a:lnTo>
                    <a:pt x="0" y="168"/>
                  </a:lnTo>
                  <a:lnTo>
                    <a:pt x="38" y="166"/>
                  </a:lnTo>
                  <a:lnTo>
                    <a:pt x="129" y="158"/>
                  </a:lnTo>
                  <a:lnTo>
                    <a:pt x="182" y="152"/>
                  </a:lnTo>
                  <a:lnTo>
                    <a:pt x="234" y="147"/>
                  </a:lnTo>
                  <a:lnTo>
                    <a:pt x="280" y="141"/>
                  </a:lnTo>
                  <a:lnTo>
                    <a:pt x="317" y="134"/>
                  </a:lnTo>
                  <a:lnTo>
                    <a:pt x="317" y="134"/>
                  </a:lnTo>
                  <a:lnTo>
                    <a:pt x="323" y="133"/>
                  </a:lnTo>
                  <a:lnTo>
                    <a:pt x="330" y="130"/>
                  </a:lnTo>
                  <a:lnTo>
                    <a:pt x="343" y="124"/>
                  </a:lnTo>
                  <a:lnTo>
                    <a:pt x="354" y="115"/>
                  </a:lnTo>
                  <a:lnTo>
                    <a:pt x="363" y="106"/>
                  </a:lnTo>
                  <a:lnTo>
                    <a:pt x="370" y="95"/>
                  </a:lnTo>
                  <a:lnTo>
                    <a:pt x="375" y="83"/>
                  </a:lnTo>
                  <a:lnTo>
                    <a:pt x="380" y="71"/>
                  </a:lnTo>
                  <a:lnTo>
                    <a:pt x="382" y="58"/>
                  </a:lnTo>
                  <a:lnTo>
                    <a:pt x="382" y="47"/>
                  </a:lnTo>
                  <a:lnTo>
                    <a:pt x="380" y="36"/>
                  </a:lnTo>
                  <a:lnTo>
                    <a:pt x="377" y="26"/>
                  </a:lnTo>
                  <a:lnTo>
                    <a:pt x="371" y="17"/>
                  </a:lnTo>
                  <a:lnTo>
                    <a:pt x="367" y="12"/>
                  </a:lnTo>
                  <a:lnTo>
                    <a:pt x="363" y="9"/>
                  </a:lnTo>
                  <a:lnTo>
                    <a:pt x="358" y="5"/>
                  </a:lnTo>
                  <a:lnTo>
                    <a:pt x="354" y="3"/>
                  </a:lnTo>
                  <a:lnTo>
                    <a:pt x="348" y="2"/>
                  </a:lnTo>
                  <a:lnTo>
                    <a:pt x="341" y="1"/>
                  </a:lnTo>
                  <a:lnTo>
                    <a:pt x="336" y="0"/>
                  </a:lnTo>
                  <a:lnTo>
                    <a:pt x="328" y="1"/>
                  </a:lnTo>
                  <a:lnTo>
                    <a:pt x="328" y="1"/>
                  </a:lnTo>
                  <a:lnTo>
                    <a:pt x="275" y="5"/>
                  </a:lnTo>
                  <a:lnTo>
                    <a:pt x="233" y="11"/>
                  </a:lnTo>
                  <a:lnTo>
                    <a:pt x="198" y="17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E8B18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45" name="Freeform 85">
              <a:extLst>
                <a:ext uri="{FF2B5EF4-FFF2-40B4-BE49-F238E27FC236}">
                  <a16:creationId xmlns:a16="http://schemas.microsoft.com/office/drawing/2014/main" xmlns="" id="{D4A02590-5E97-471F-937B-B4B335380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6438" y="4593483"/>
              <a:ext cx="1565275" cy="1022350"/>
            </a:xfrm>
            <a:custGeom>
              <a:avLst/>
              <a:gdLst>
                <a:gd name="T0" fmla="*/ 0 w 986"/>
                <a:gd name="T1" fmla="*/ 12 h 644"/>
                <a:gd name="T2" fmla="*/ 2 w 986"/>
                <a:gd name="T3" fmla="*/ 95 h 644"/>
                <a:gd name="T4" fmla="*/ 10 w 986"/>
                <a:gd name="T5" fmla="*/ 275 h 644"/>
                <a:gd name="T6" fmla="*/ 11 w 986"/>
                <a:gd name="T7" fmla="*/ 330 h 644"/>
                <a:gd name="T8" fmla="*/ 5 w 986"/>
                <a:gd name="T9" fmla="*/ 497 h 644"/>
                <a:gd name="T10" fmla="*/ 132 w 986"/>
                <a:gd name="T11" fmla="*/ 644 h 644"/>
                <a:gd name="T12" fmla="*/ 136 w 986"/>
                <a:gd name="T13" fmla="*/ 514 h 644"/>
                <a:gd name="T14" fmla="*/ 140 w 986"/>
                <a:gd name="T15" fmla="*/ 358 h 644"/>
                <a:gd name="T16" fmla="*/ 143 w 986"/>
                <a:gd name="T17" fmla="*/ 291 h 644"/>
                <a:gd name="T18" fmla="*/ 149 w 986"/>
                <a:gd name="T19" fmla="*/ 233 h 644"/>
                <a:gd name="T20" fmla="*/ 159 w 986"/>
                <a:gd name="T21" fmla="*/ 195 h 644"/>
                <a:gd name="T22" fmla="*/ 168 w 986"/>
                <a:gd name="T23" fmla="*/ 175 h 644"/>
                <a:gd name="T24" fmla="*/ 173 w 986"/>
                <a:gd name="T25" fmla="*/ 167 h 644"/>
                <a:gd name="T26" fmla="*/ 185 w 986"/>
                <a:gd name="T27" fmla="*/ 161 h 644"/>
                <a:gd name="T28" fmla="*/ 205 w 986"/>
                <a:gd name="T29" fmla="*/ 157 h 644"/>
                <a:gd name="T30" fmla="*/ 272 w 986"/>
                <a:gd name="T31" fmla="*/ 150 h 644"/>
                <a:gd name="T32" fmla="*/ 360 w 986"/>
                <a:gd name="T33" fmla="*/ 147 h 644"/>
                <a:gd name="T34" fmla="*/ 460 w 986"/>
                <a:gd name="T35" fmla="*/ 147 h 644"/>
                <a:gd name="T36" fmla="*/ 646 w 986"/>
                <a:gd name="T37" fmla="*/ 155 h 644"/>
                <a:gd name="T38" fmla="*/ 712 w 986"/>
                <a:gd name="T39" fmla="*/ 161 h 644"/>
                <a:gd name="T40" fmla="*/ 739 w 986"/>
                <a:gd name="T41" fmla="*/ 166 h 644"/>
                <a:gd name="T42" fmla="*/ 742 w 986"/>
                <a:gd name="T43" fmla="*/ 167 h 644"/>
                <a:gd name="T44" fmla="*/ 750 w 986"/>
                <a:gd name="T45" fmla="*/ 178 h 644"/>
                <a:gd name="T46" fmla="*/ 773 w 986"/>
                <a:gd name="T47" fmla="*/ 237 h 644"/>
                <a:gd name="T48" fmla="*/ 808 w 986"/>
                <a:gd name="T49" fmla="*/ 343 h 644"/>
                <a:gd name="T50" fmla="*/ 986 w 986"/>
                <a:gd name="T51" fmla="*/ 386 h 644"/>
                <a:gd name="T52" fmla="*/ 982 w 986"/>
                <a:gd name="T53" fmla="*/ 371 h 644"/>
                <a:gd name="T54" fmla="*/ 959 w 986"/>
                <a:gd name="T55" fmla="*/ 274 h 644"/>
                <a:gd name="T56" fmla="*/ 937 w 986"/>
                <a:gd name="T57" fmla="*/ 209 h 644"/>
                <a:gd name="T58" fmla="*/ 911 w 986"/>
                <a:gd name="T59" fmla="*/ 141 h 644"/>
                <a:gd name="T60" fmla="*/ 887 w 986"/>
                <a:gd name="T61" fmla="*/ 94 h 644"/>
                <a:gd name="T62" fmla="*/ 870 w 986"/>
                <a:gd name="T63" fmla="*/ 66 h 644"/>
                <a:gd name="T64" fmla="*/ 851 w 986"/>
                <a:gd name="T65" fmla="*/ 43 h 644"/>
                <a:gd name="T66" fmla="*/ 832 w 986"/>
                <a:gd name="T67" fmla="*/ 24 h 644"/>
                <a:gd name="T68" fmla="*/ 810 w 986"/>
                <a:gd name="T69" fmla="*/ 13 h 644"/>
                <a:gd name="T70" fmla="*/ 799 w 986"/>
                <a:gd name="T71" fmla="*/ 8 h 644"/>
                <a:gd name="T72" fmla="*/ 747 w 986"/>
                <a:gd name="T73" fmla="*/ 2 h 644"/>
                <a:gd name="T74" fmla="*/ 682 w 986"/>
                <a:gd name="T75" fmla="*/ 0 h 644"/>
                <a:gd name="T76" fmla="*/ 603 w 986"/>
                <a:gd name="T77" fmla="*/ 3 h 644"/>
                <a:gd name="T78" fmla="*/ 405 w 986"/>
                <a:gd name="T79" fmla="*/ 13 h 644"/>
                <a:gd name="T80" fmla="*/ 284 w 986"/>
                <a:gd name="T81" fmla="*/ 16 h 644"/>
                <a:gd name="T82" fmla="*/ 149 w 986"/>
                <a:gd name="T83" fmla="*/ 16 h 644"/>
                <a:gd name="T84" fmla="*/ 0 w 986"/>
                <a:gd name="T85" fmla="*/ 12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86" h="644">
                  <a:moveTo>
                    <a:pt x="0" y="12"/>
                  </a:moveTo>
                  <a:lnTo>
                    <a:pt x="0" y="12"/>
                  </a:lnTo>
                  <a:lnTo>
                    <a:pt x="0" y="51"/>
                  </a:lnTo>
                  <a:lnTo>
                    <a:pt x="2" y="95"/>
                  </a:lnTo>
                  <a:lnTo>
                    <a:pt x="7" y="190"/>
                  </a:lnTo>
                  <a:lnTo>
                    <a:pt x="10" y="275"/>
                  </a:lnTo>
                  <a:lnTo>
                    <a:pt x="11" y="308"/>
                  </a:lnTo>
                  <a:lnTo>
                    <a:pt x="11" y="330"/>
                  </a:lnTo>
                  <a:lnTo>
                    <a:pt x="11" y="330"/>
                  </a:lnTo>
                  <a:lnTo>
                    <a:pt x="5" y="497"/>
                  </a:lnTo>
                  <a:lnTo>
                    <a:pt x="0" y="634"/>
                  </a:lnTo>
                  <a:lnTo>
                    <a:pt x="132" y="644"/>
                  </a:lnTo>
                  <a:lnTo>
                    <a:pt x="132" y="644"/>
                  </a:lnTo>
                  <a:lnTo>
                    <a:pt x="136" y="514"/>
                  </a:lnTo>
                  <a:lnTo>
                    <a:pt x="140" y="358"/>
                  </a:lnTo>
                  <a:lnTo>
                    <a:pt x="140" y="358"/>
                  </a:lnTo>
                  <a:lnTo>
                    <a:pt x="142" y="318"/>
                  </a:lnTo>
                  <a:lnTo>
                    <a:pt x="143" y="291"/>
                  </a:lnTo>
                  <a:lnTo>
                    <a:pt x="146" y="262"/>
                  </a:lnTo>
                  <a:lnTo>
                    <a:pt x="149" y="233"/>
                  </a:lnTo>
                  <a:lnTo>
                    <a:pt x="155" y="206"/>
                  </a:lnTo>
                  <a:lnTo>
                    <a:pt x="159" y="195"/>
                  </a:lnTo>
                  <a:lnTo>
                    <a:pt x="163" y="184"/>
                  </a:lnTo>
                  <a:lnTo>
                    <a:pt x="168" y="175"/>
                  </a:lnTo>
                  <a:lnTo>
                    <a:pt x="173" y="167"/>
                  </a:lnTo>
                  <a:lnTo>
                    <a:pt x="173" y="167"/>
                  </a:lnTo>
                  <a:lnTo>
                    <a:pt x="178" y="164"/>
                  </a:lnTo>
                  <a:lnTo>
                    <a:pt x="185" y="161"/>
                  </a:lnTo>
                  <a:lnTo>
                    <a:pt x="194" y="159"/>
                  </a:lnTo>
                  <a:lnTo>
                    <a:pt x="205" y="157"/>
                  </a:lnTo>
                  <a:lnTo>
                    <a:pt x="234" y="153"/>
                  </a:lnTo>
                  <a:lnTo>
                    <a:pt x="272" y="150"/>
                  </a:lnTo>
                  <a:lnTo>
                    <a:pt x="314" y="149"/>
                  </a:lnTo>
                  <a:lnTo>
                    <a:pt x="360" y="147"/>
                  </a:lnTo>
                  <a:lnTo>
                    <a:pt x="409" y="147"/>
                  </a:lnTo>
                  <a:lnTo>
                    <a:pt x="460" y="147"/>
                  </a:lnTo>
                  <a:lnTo>
                    <a:pt x="559" y="151"/>
                  </a:lnTo>
                  <a:lnTo>
                    <a:pt x="646" y="155"/>
                  </a:lnTo>
                  <a:lnTo>
                    <a:pt x="682" y="158"/>
                  </a:lnTo>
                  <a:lnTo>
                    <a:pt x="712" y="161"/>
                  </a:lnTo>
                  <a:lnTo>
                    <a:pt x="732" y="164"/>
                  </a:lnTo>
                  <a:lnTo>
                    <a:pt x="739" y="166"/>
                  </a:lnTo>
                  <a:lnTo>
                    <a:pt x="742" y="167"/>
                  </a:lnTo>
                  <a:lnTo>
                    <a:pt x="742" y="167"/>
                  </a:lnTo>
                  <a:lnTo>
                    <a:pt x="746" y="171"/>
                  </a:lnTo>
                  <a:lnTo>
                    <a:pt x="750" y="178"/>
                  </a:lnTo>
                  <a:lnTo>
                    <a:pt x="761" y="203"/>
                  </a:lnTo>
                  <a:lnTo>
                    <a:pt x="773" y="237"/>
                  </a:lnTo>
                  <a:lnTo>
                    <a:pt x="785" y="274"/>
                  </a:lnTo>
                  <a:lnTo>
                    <a:pt x="808" y="343"/>
                  </a:lnTo>
                  <a:lnTo>
                    <a:pt x="817" y="374"/>
                  </a:lnTo>
                  <a:lnTo>
                    <a:pt x="986" y="386"/>
                  </a:lnTo>
                  <a:lnTo>
                    <a:pt x="986" y="386"/>
                  </a:lnTo>
                  <a:lnTo>
                    <a:pt x="982" y="371"/>
                  </a:lnTo>
                  <a:lnTo>
                    <a:pt x="973" y="332"/>
                  </a:lnTo>
                  <a:lnTo>
                    <a:pt x="959" y="274"/>
                  </a:lnTo>
                  <a:lnTo>
                    <a:pt x="948" y="243"/>
                  </a:lnTo>
                  <a:lnTo>
                    <a:pt x="937" y="209"/>
                  </a:lnTo>
                  <a:lnTo>
                    <a:pt x="925" y="175"/>
                  </a:lnTo>
                  <a:lnTo>
                    <a:pt x="911" y="141"/>
                  </a:lnTo>
                  <a:lnTo>
                    <a:pt x="896" y="109"/>
                  </a:lnTo>
                  <a:lnTo>
                    <a:pt x="887" y="94"/>
                  </a:lnTo>
                  <a:lnTo>
                    <a:pt x="879" y="80"/>
                  </a:lnTo>
                  <a:lnTo>
                    <a:pt x="870" y="66"/>
                  </a:lnTo>
                  <a:lnTo>
                    <a:pt x="861" y="55"/>
                  </a:lnTo>
                  <a:lnTo>
                    <a:pt x="851" y="43"/>
                  </a:lnTo>
                  <a:lnTo>
                    <a:pt x="842" y="33"/>
                  </a:lnTo>
                  <a:lnTo>
                    <a:pt x="832" y="24"/>
                  </a:lnTo>
                  <a:lnTo>
                    <a:pt x="820" y="17"/>
                  </a:lnTo>
                  <a:lnTo>
                    <a:pt x="810" y="13"/>
                  </a:lnTo>
                  <a:lnTo>
                    <a:pt x="799" y="8"/>
                  </a:lnTo>
                  <a:lnTo>
                    <a:pt x="799" y="8"/>
                  </a:lnTo>
                  <a:lnTo>
                    <a:pt x="775" y="4"/>
                  </a:lnTo>
                  <a:lnTo>
                    <a:pt x="747" y="2"/>
                  </a:lnTo>
                  <a:lnTo>
                    <a:pt x="716" y="0"/>
                  </a:lnTo>
                  <a:lnTo>
                    <a:pt x="682" y="0"/>
                  </a:lnTo>
                  <a:lnTo>
                    <a:pt x="645" y="2"/>
                  </a:lnTo>
                  <a:lnTo>
                    <a:pt x="603" y="3"/>
                  </a:lnTo>
                  <a:lnTo>
                    <a:pt x="512" y="8"/>
                  </a:lnTo>
                  <a:lnTo>
                    <a:pt x="405" y="13"/>
                  </a:lnTo>
                  <a:lnTo>
                    <a:pt x="346" y="15"/>
                  </a:lnTo>
                  <a:lnTo>
                    <a:pt x="284" y="16"/>
                  </a:lnTo>
                  <a:lnTo>
                    <a:pt x="218" y="17"/>
                  </a:lnTo>
                  <a:lnTo>
                    <a:pt x="149" y="16"/>
                  </a:lnTo>
                  <a:lnTo>
                    <a:pt x="76" y="15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46" name="Freeform 86">
              <a:extLst>
                <a:ext uri="{FF2B5EF4-FFF2-40B4-BE49-F238E27FC236}">
                  <a16:creationId xmlns:a16="http://schemas.microsoft.com/office/drawing/2014/main" xmlns="" id="{4CABFA7C-3453-43CA-9791-CE6227967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8975" y="5104658"/>
              <a:ext cx="346075" cy="171450"/>
            </a:xfrm>
            <a:custGeom>
              <a:avLst/>
              <a:gdLst>
                <a:gd name="T0" fmla="*/ 113 w 218"/>
                <a:gd name="T1" fmla="*/ 106 h 108"/>
                <a:gd name="T2" fmla="*/ 113 w 218"/>
                <a:gd name="T3" fmla="*/ 106 h 108"/>
                <a:gd name="T4" fmla="*/ 90 w 218"/>
                <a:gd name="T5" fmla="*/ 107 h 108"/>
                <a:gd name="T6" fmla="*/ 68 w 218"/>
                <a:gd name="T7" fmla="*/ 108 h 108"/>
                <a:gd name="T8" fmla="*/ 47 w 218"/>
                <a:gd name="T9" fmla="*/ 107 h 108"/>
                <a:gd name="T10" fmla="*/ 37 w 218"/>
                <a:gd name="T11" fmla="*/ 107 h 108"/>
                <a:gd name="T12" fmla="*/ 29 w 218"/>
                <a:gd name="T13" fmla="*/ 105 h 108"/>
                <a:gd name="T14" fmla="*/ 21 w 218"/>
                <a:gd name="T15" fmla="*/ 103 h 108"/>
                <a:gd name="T16" fmla="*/ 15 w 218"/>
                <a:gd name="T17" fmla="*/ 99 h 108"/>
                <a:gd name="T18" fmla="*/ 9 w 218"/>
                <a:gd name="T19" fmla="*/ 95 h 108"/>
                <a:gd name="T20" fmla="*/ 4 w 218"/>
                <a:gd name="T21" fmla="*/ 90 h 108"/>
                <a:gd name="T22" fmla="*/ 2 w 218"/>
                <a:gd name="T23" fmla="*/ 83 h 108"/>
                <a:gd name="T24" fmla="*/ 0 w 218"/>
                <a:gd name="T25" fmla="*/ 76 h 108"/>
                <a:gd name="T26" fmla="*/ 1 w 218"/>
                <a:gd name="T27" fmla="*/ 68 h 108"/>
                <a:gd name="T28" fmla="*/ 3 w 218"/>
                <a:gd name="T29" fmla="*/ 56 h 108"/>
                <a:gd name="T30" fmla="*/ 3 w 218"/>
                <a:gd name="T31" fmla="*/ 56 h 108"/>
                <a:gd name="T32" fmla="*/ 5 w 218"/>
                <a:gd name="T33" fmla="*/ 51 h 108"/>
                <a:gd name="T34" fmla="*/ 9 w 218"/>
                <a:gd name="T35" fmla="*/ 45 h 108"/>
                <a:gd name="T36" fmla="*/ 12 w 218"/>
                <a:gd name="T37" fmla="*/ 39 h 108"/>
                <a:gd name="T38" fmla="*/ 17 w 218"/>
                <a:gd name="T39" fmla="*/ 34 h 108"/>
                <a:gd name="T40" fmla="*/ 27 w 218"/>
                <a:gd name="T41" fmla="*/ 23 h 108"/>
                <a:gd name="T42" fmla="*/ 41 w 218"/>
                <a:gd name="T43" fmla="*/ 14 h 108"/>
                <a:gd name="T44" fmla="*/ 56 w 218"/>
                <a:gd name="T45" fmla="*/ 8 h 108"/>
                <a:gd name="T46" fmla="*/ 73 w 218"/>
                <a:gd name="T47" fmla="*/ 2 h 108"/>
                <a:gd name="T48" fmla="*/ 84 w 218"/>
                <a:gd name="T49" fmla="*/ 1 h 108"/>
                <a:gd name="T50" fmla="*/ 94 w 218"/>
                <a:gd name="T51" fmla="*/ 0 h 108"/>
                <a:gd name="T52" fmla="*/ 104 w 218"/>
                <a:gd name="T53" fmla="*/ 0 h 108"/>
                <a:gd name="T54" fmla="*/ 115 w 218"/>
                <a:gd name="T55" fmla="*/ 0 h 108"/>
                <a:gd name="T56" fmla="*/ 115 w 218"/>
                <a:gd name="T57" fmla="*/ 0 h 108"/>
                <a:gd name="T58" fmla="*/ 137 w 218"/>
                <a:gd name="T59" fmla="*/ 2 h 108"/>
                <a:gd name="T60" fmla="*/ 156 w 218"/>
                <a:gd name="T61" fmla="*/ 8 h 108"/>
                <a:gd name="T62" fmla="*/ 174 w 218"/>
                <a:gd name="T63" fmla="*/ 14 h 108"/>
                <a:gd name="T64" fmla="*/ 182 w 218"/>
                <a:gd name="T65" fmla="*/ 18 h 108"/>
                <a:gd name="T66" fmla="*/ 190 w 218"/>
                <a:gd name="T67" fmla="*/ 22 h 108"/>
                <a:gd name="T68" fmla="*/ 197 w 218"/>
                <a:gd name="T69" fmla="*/ 28 h 108"/>
                <a:gd name="T70" fmla="*/ 202 w 218"/>
                <a:gd name="T71" fmla="*/ 33 h 108"/>
                <a:gd name="T72" fmla="*/ 208 w 218"/>
                <a:gd name="T73" fmla="*/ 38 h 108"/>
                <a:gd name="T74" fmla="*/ 211 w 218"/>
                <a:gd name="T75" fmla="*/ 44 h 108"/>
                <a:gd name="T76" fmla="*/ 215 w 218"/>
                <a:gd name="T77" fmla="*/ 51 h 108"/>
                <a:gd name="T78" fmla="*/ 217 w 218"/>
                <a:gd name="T79" fmla="*/ 56 h 108"/>
                <a:gd name="T80" fmla="*/ 218 w 218"/>
                <a:gd name="T81" fmla="*/ 63 h 108"/>
                <a:gd name="T82" fmla="*/ 218 w 218"/>
                <a:gd name="T83" fmla="*/ 70 h 108"/>
                <a:gd name="T84" fmla="*/ 218 w 218"/>
                <a:gd name="T85" fmla="*/ 70 h 108"/>
                <a:gd name="T86" fmla="*/ 218 w 218"/>
                <a:gd name="T87" fmla="*/ 76 h 108"/>
                <a:gd name="T88" fmla="*/ 217 w 218"/>
                <a:gd name="T89" fmla="*/ 81 h 108"/>
                <a:gd name="T90" fmla="*/ 215 w 218"/>
                <a:gd name="T91" fmla="*/ 86 h 108"/>
                <a:gd name="T92" fmla="*/ 213 w 218"/>
                <a:gd name="T93" fmla="*/ 89 h 108"/>
                <a:gd name="T94" fmla="*/ 208 w 218"/>
                <a:gd name="T95" fmla="*/ 92 h 108"/>
                <a:gd name="T96" fmla="*/ 205 w 218"/>
                <a:gd name="T97" fmla="*/ 95 h 108"/>
                <a:gd name="T98" fmla="*/ 199 w 218"/>
                <a:gd name="T99" fmla="*/ 97 h 108"/>
                <a:gd name="T100" fmla="*/ 193 w 218"/>
                <a:gd name="T101" fmla="*/ 99 h 108"/>
                <a:gd name="T102" fmla="*/ 180 w 218"/>
                <a:gd name="T103" fmla="*/ 102 h 108"/>
                <a:gd name="T104" fmla="*/ 162 w 218"/>
                <a:gd name="T105" fmla="*/ 104 h 108"/>
                <a:gd name="T106" fmla="*/ 113 w 218"/>
                <a:gd name="T107" fmla="*/ 106 h 108"/>
                <a:gd name="T108" fmla="*/ 113 w 218"/>
                <a:gd name="T109" fmla="*/ 10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8" h="108">
                  <a:moveTo>
                    <a:pt x="113" y="106"/>
                  </a:moveTo>
                  <a:lnTo>
                    <a:pt x="113" y="106"/>
                  </a:lnTo>
                  <a:lnTo>
                    <a:pt x="90" y="107"/>
                  </a:lnTo>
                  <a:lnTo>
                    <a:pt x="68" y="108"/>
                  </a:lnTo>
                  <a:lnTo>
                    <a:pt x="47" y="107"/>
                  </a:lnTo>
                  <a:lnTo>
                    <a:pt x="37" y="107"/>
                  </a:lnTo>
                  <a:lnTo>
                    <a:pt x="29" y="105"/>
                  </a:lnTo>
                  <a:lnTo>
                    <a:pt x="21" y="103"/>
                  </a:lnTo>
                  <a:lnTo>
                    <a:pt x="15" y="99"/>
                  </a:lnTo>
                  <a:lnTo>
                    <a:pt x="9" y="95"/>
                  </a:lnTo>
                  <a:lnTo>
                    <a:pt x="4" y="90"/>
                  </a:lnTo>
                  <a:lnTo>
                    <a:pt x="2" y="83"/>
                  </a:lnTo>
                  <a:lnTo>
                    <a:pt x="0" y="76"/>
                  </a:lnTo>
                  <a:lnTo>
                    <a:pt x="1" y="68"/>
                  </a:lnTo>
                  <a:lnTo>
                    <a:pt x="3" y="56"/>
                  </a:lnTo>
                  <a:lnTo>
                    <a:pt x="3" y="56"/>
                  </a:lnTo>
                  <a:lnTo>
                    <a:pt x="5" y="51"/>
                  </a:lnTo>
                  <a:lnTo>
                    <a:pt x="9" y="45"/>
                  </a:lnTo>
                  <a:lnTo>
                    <a:pt x="12" y="39"/>
                  </a:lnTo>
                  <a:lnTo>
                    <a:pt x="17" y="34"/>
                  </a:lnTo>
                  <a:lnTo>
                    <a:pt x="27" y="23"/>
                  </a:lnTo>
                  <a:lnTo>
                    <a:pt x="41" y="14"/>
                  </a:lnTo>
                  <a:lnTo>
                    <a:pt x="56" y="8"/>
                  </a:lnTo>
                  <a:lnTo>
                    <a:pt x="73" y="2"/>
                  </a:lnTo>
                  <a:lnTo>
                    <a:pt x="84" y="1"/>
                  </a:lnTo>
                  <a:lnTo>
                    <a:pt x="94" y="0"/>
                  </a:lnTo>
                  <a:lnTo>
                    <a:pt x="104" y="0"/>
                  </a:lnTo>
                  <a:lnTo>
                    <a:pt x="115" y="0"/>
                  </a:lnTo>
                  <a:lnTo>
                    <a:pt x="115" y="0"/>
                  </a:lnTo>
                  <a:lnTo>
                    <a:pt x="137" y="2"/>
                  </a:lnTo>
                  <a:lnTo>
                    <a:pt x="156" y="8"/>
                  </a:lnTo>
                  <a:lnTo>
                    <a:pt x="174" y="14"/>
                  </a:lnTo>
                  <a:lnTo>
                    <a:pt x="182" y="18"/>
                  </a:lnTo>
                  <a:lnTo>
                    <a:pt x="190" y="22"/>
                  </a:lnTo>
                  <a:lnTo>
                    <a:pt x="197" y="28"/>
                  </a:lnTo>
                  <a:lnTo>
                    <a:pt x="202" y="33"/>
                  </a:lnTo>
                  <a:lnTo>
                    <a:pt x="208" y="38"/>
                  </a:lnTo>
                  <a:lnTo>
                    <a:pt x="211" y="44"/>
                  </a:lnTo>
                  <a:lnTo>
                    <a:pt x="215" y="51"/>
                  </a:lnTo>
                  <a:lnTo>
                    <a:pt x="217" y="56"/>
                  </a:lnTo>
                  <a:lnTo>
                    <a:pt x="218" y="63"/>
                  </a:lnTo>
                  <a:lnTo>
                    <a:pt x="218" y="70"/>
                  </a:lnTo>
                  <a:lnTo>
                    <a:pt x="218" y="70"/>
                  </a:lnTo>
                  <a:lnTo>
                    <a:pt x="218" y="76"/>
                  </a:lnTo>
                  <a:lnTo>
                    <a:pt x="217" y="81"/>
                  </a:lnTo>
                  <a:lnTo>
                    <a:pt x="215" y="86"/>
                  </a:lnTo>
                  <a:lnTo>
                    <a:pt x="213" y="89"/>
                  </a:lnTo>
                  <a:lnTo>
                    <a:pt x="208" y="92"/>
                  </a:lnTo>
                  <a:lnTo>
                    <a:pt x="205" y="95"/>
                  </a:lnTo>
                  <a:lnTo>
                    <a:pt x="199" y="97"/>
                  </a:lnTo>
                  <a:lnTo>
                    <a:pt x="193" y="99"/>
                  </a:lnTo>
                  <a:lnTo>
                    <a:pt x="180" y="102"/>
                  </a:lnTo>
                  <a:lnTo>
                    <a:pt x="162" y="104"/>
                  </a:lnTo>
                  <a:lnTo>
                    <a:pt x="113" y="106"/>
                  </a:lnTo>
                  <a:lnTo>
                    <a:pt x="113" y="106"/>
                  </a:lnTo>
                  <a:close/>
                </a:path>
              </a:pathLst>
            </a:custGeom>
            <a:solidFill>
              <a:srgbClr val="26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47" name="Freeform 87">
              <a:extLst>
                <a:ext uri="{FF2B5EF4-FFF2-40B4-BE49-F238E27FC236}">
                  <a16:creationId xmlns:a16="http://schemas.microsoft.com/office/drawing/2014/main" xmlns="" id="{9CE76D5F-6652-4FBB-899A-534B5EF86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9450" y="5231658"/>
              <a:ext cx="376238" cy="57150"/>
            </a:xfrm>
            <a:custGeom>
              <a:avLst/>
              <a:gdLst>
                <a:gd name="T0" fmla="*/ 237 w 237"/>
                <a:gd name="T1" fmla="*/ 16 h 36"/>
                <a:gd name="T2" fmla="*/ 237 w 237"/>
                <a:gd name="T3" fmla="*/ 16 h 36"/>
                <a:gd name="T4" fmla="*/ 236 w 237"/>
                <a:gd name="T5" fmla="*/ 22 h 36"/>
                <a:gd name="T6" fmla="*/ 232 w 237"/>
                <a:gd name="T7" fmla="*/ 27 h 36"/>
                <a:gd name="T8" fmla="*/ 228 w 237"/>
                <a:gd name="T9" fmla="*/ 31 h 36"/>
                <a:gd name="T10" fmla="*/ 221 w 237"/>
                <a:gd name="T11" fmla="*/ 32 h 36"/>
                <a:gd name="T12" fmla="*/ 16 w 237"/>
                <a:gd name="T13" fmla="*/ 36 h 36"/>
                <a:gd name="T14" fmla="*/ 16 w 237"/>
                <a:gd name="T15" fmla="*/ 36 h 36"/>
                <a:gd name="T16" fmla="*/ 9 w 237"/>
                <a:gd name="T17" fmla="*/ 35 h 36"/>
                <a:gd name="T18" fmla="*/ 5 w 237"/>
                <a:gd name="T19" fmla="*/ 33 h 36"/>
                <a:gd name="T20" fmla="*/ 1 w 237"/>
                <a:gd name="T21" fmla="*/ 27 h 36"/>
                <a:gd name="T22" fmla="*/ 0 w 237"/>
                <a:gd name="T23" fmla="*/ 22 h 36"/>
                <a:gd name="T24" fmla="*/ 0 w 237"/>
                <a:gd name="T25" fmla="*/ 22 h 36"/>
                <a:gd name="T26" fmla="*/ 0 w 237"/>
                <a:gd name="T27" fmla="*/ 22 h 36"/>
                <a:gd name="T28" fmla="*/ 1 w 237"/>
                <a:gd name="T29" fmla="*/ 16 h 36"/>
                <a:gd name="T30" fmla="*/ 5 w 237"/>
                <a:gd name="T31" fmla="*/ 10 h 36"/>
                <a:gd name="T32" fmla="*/ 9 w 237"/>
                <a:gd name="T33" fmla="*/ 7 h 36"/>
                <a:gd name="T34" fmla="*/ 15 w 237"/>
                <a:gd name="T35" fmla="*/ 6 h 36"/>
                <a:gd name="T36" fmla="*/ 221 w 237"/>
                <a:gd name="T37" fmla="*/ 0 h 36"/>
                <a:gd name="T38" fmla="*/ 221 w 237"/>
                <a:gd name="T39" fmla="*/ 0 h 36"/>
                <a:gd name="T40" fmla="*/ 226 w 237"/>
                <a:gd name="T41" fmla="*/ 1 h 36"/>
                <a:gd name="T42" fmla="*/ 232 w 237"/>
                <a:gd name="T43" fmla="*/ 5 h 36"/>
                <a:gd name="T44" fmla="*/ 236 w 237"/>
                <a:gd name="T45" fmla="*/ 10 h 36"/>
                <a:gd name="T46" fmla="*/ 237 w 237"/>
                <a:gd name="T47" fmla="*/ 16 h 36"/>
                <a:gd name="T48" fmla="*/ 237 w 237"/>
                <a:gd name="T49" fmla="*/ 1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7" h="36">
                  <a:moveTo>
                    <a:pt x="237" y="16"/>
                  </a:moveTo>
                  <a:lnTo>
                    <a:pt x="237" y="16"/>
                  </a:lnTo>
                  <a:lnTo>
                    <a:pt x="236" y="22"/>
                  </a:lnTo>
                  <a:lnTo>
                    <a:pt x="232" y="27"/>
                  </a:lnTo>
                  <a:lnTo>
                    <a:pt x="228" y="31"/>
                  </a:lnTo>
                  <a:lnTo>
                    <a:pt x="221" y="32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9" y="35"/>
                  </a:lnTo>
                  <a:lnTo>
                    <a:pt x="5" y="33"/>
                  </a:lnTo>
                  <a:lnTo>
                    <a:pt x="1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" y="16"/>
                  </a:lnTo>
                  <a:lnTo>
                    <a:pt x="5" y="10"/>
                  </a:lnTo>
                  <a:lnTo>
                    <a:pt x="9" y="7"/>
                  </a:lnTo>
                  <a:lnTo>
                    <a:pt x="15" y="6"/>
                  </a:lnTo>
                  <a:lnTo>
                    <a:pt x="221" y="0"/>
                  </a:lnTo>
                  <a:lnTo>
                    <a:pt x="221" y="0"/>
                  </a:lnTo>
                  <a:lnTo>
                    <a:pt x="226" y="1"/>
                  </a:lnTo>
                  <a:lnTo>
                    <a:pt x="232" y="5"/>
                  </a:lnTo>
                  <a:lnTo>
                    <a:pt x="236" y="10"/>
                  </a:lnTo>
                  <a:lnTo>
                    <a:pt x="237" y="16"/>
                  </a:lnTo>
                  <a:lnTo>
                    <a:pt x="237" y="16"/>
                  </a:lnTo>
                  <a:close/>
                </a:path>
              </a:pathLst>
            </a:custGeom>
            <a:solidFill>
              <a:srgbClr val="0404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48" name="Freeform 88">
              <a:extLst>
                <a:ext uri="{FF2B5EF4-FFF2-40B4-BE49-F238E27FC236}">
                  <a16:creationId xmlns:a16="http://schemas.microsoft.com/office/drawing/2014/main" xmlns="" id="{D8BA41C1-C2D1-4EA0-9AE8-914EDCD54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5000" y="5558683"/>
              <a:ext cx="346075" cy="174625"/>
            </a:xfrm>
            <a:custGeom>
              <a:avLst/>
              <a:gdLst>
                <a:gd name="T0" fmla="*/ 112 w 218"/>
                <a:gd name="T1" fmla="*/ 107 h 110"/>
                <a:gd name="T2" fmla="*/ 112 w 218"/>
                <a:gd name="T3" fmla="*/ 107 h 110"/>
                <a:gd name="T4" fmla="*/ 89 w 218"/>
                <a:gd name="T5" fmla="*/ 109 h 110"/>
                <a:gd name="T6" fmla="*/ 68 w 218"/>
                <a:gd name="T7" fmla="*/ 110 h 110"/>
                <a:gd name="T8" fmla="*/ 46 w 218"/>
                <a:gd name="T9" fmla="*/ 109 h 110"/>
                <a:gd name="T10" fmla="*/ 37 w 218"/>
                <a:gd name="T11" fmla="*/ 107 h 110"/>
                <a:gd name="T12" fmla="*/ 28 w 218"/>
                <a:gd name="T13" fmla="*/ 106 h 110"/>
                <a:gd name="T14" fmla="*/ 20 w 218"/>
                <a:gd name="T15" fmla="*/ 103 h 110"/>
                <a:gd name="T16" fmla="*/ 13 w 218"/>
                <a:gd name="T17" fmla="*/ 101 h 110"/>
                <a:gd name="T18" fmla="*/ 8 w 218"/>
                <a:gd name="T19" fmla="*/ 96 h 110"/>
                <a:gd name="T20" fmla="*/ 3 w 218"/>
                <a:gd name="T21" fmla="*/ 90 h 110"/>
                <a:gd name="T22" fmla="*/ 1 w 218"/>
                <a:gd name="T23" fmla="*/ 85 h 110"/>
                <a:gd name="T24" fmla="*/ 0 w 218"/>
                <a:gd name="T25" fmla="*/ 77 h 110"/>
                <a:gd name="T26" fmla="*/ 0 w 218"/>
                <a:gd name="T27" fmla="*/ 68 h 110"/>
                <a:gd name="T28" fmla="*/ 3 w 218"/>
                <a:gd name="T29" fmla="*/ 58 h 110"/>
                <a:gd name="T30" fmla="*/ 3 w 218"/>
                <a:gd name="T31" fmla="*/ 58 h 110"/>
                <a:gd name="T32" fmla="*/ 5 w 218"/>
                <a:gd name="T33" fmla="*/ 51 h 110"/>
                <a:gd name="T34" fmla="*/ 8 w 218"/>
                <a:gd name="T35" fmla="*/ 45 h 110"/>
                <a:gd name="T36" fmla="*/ 12 w 218"/>
                <a:gd name="T37" fmla="*/ 40 h 110"/>
                <a:gd name="T38" fmla="*/ 16 w 218"/>
                <a:gd name="T39" fmla="*/ 34 h 110"/>
                <a:gd name="T40" fmla="*/ 27 w 218"/>
                <a:gd name="T41" fmla="*/ 24 h 110"/>
                <a:gd name="T42" fmla="*/ 39 w 218"/>
                <a:gd name="T43" fmla="*/ 16 h 110"/>
                <a:gd name="T44" fmla="*/ 55 w 218"/>
                <a:gd name="T45" fmla="*/ 8 h 110"/>
                <a:gd name="T46" fmla="*/ 73 w 218"/>
                <a:gd name="T47" fmla="*/ 3 h 110"/>
                <a:gd name="T48" fmla="*/ 82 w 218"/>
                <a:gd name="T49" fmla="*/ 2 h 110"/>
                <a:gd name="T50" fmla="*/ 93 w 218"/>
                <a:gd name="T51" fmla="*/ 1 h 110"/>
                <a:gd name="T52" fmla="*/ 103 w 218"/>
                <a:gd name="T53" fmla="*/ 0 h 110"/>
                <a:gd name="T54" fmla="*/ 114 w 218"/>
                <a:gd name="T55" fmla="*/ 1 h 110"/>
                <a:gd name="T56" fmla="*/ 114 w 218"/>
                <a:gd name="T57" fmla="*/ 1 h 110"/>
                <a:gd name="T58" fmla="*/ 136 w 218"/>
                <a:gd name="T59" fmla="*/ 3 h 110"/>
                <a:gd name="T60" fmla="*/ 156 w 218"/>
                <a:gd name="T61" fmla="*/ 8 h 110"/>
                <a:gd name="T62" fmla="*/ 174 w 218"/>
                <a:gd name="T63" fmla="*/ 15 h 110"/>
                <a:gd name="T64" fmla="*/ 182 w 218"/>
                <a:gd name="T65" fmla="*/ 19 h 110"/>
                <a:gd name="T66" fmla="*/ 189 w 218"/>
                <a:gd name="T67" fmla="*/ 24 h 110"/>
                <a:gd name="T68" fmla="*/ 196 w 218"/>
                <a:gd name="T69" fmla="*/ 28 h 110"/>
                <a:gd name="T70" fmla="*/ 201 w 218"/>
                <a:gd name="T71" fmla="*/ 34 h 110"/>
                <a:gd name="T72" fmla="*/ 207 w 218"/>
                <a:gd name="T73" fmla="*/ 40 h 110"/>
                <a:gd name="T74" fmla="*/ 211 w 218"/>
                <a:gd name="T75" fmla="*/ 45 h 110"/>
                <a:gd name="T76" fmla="*/ 215 w 218"/>
                <a:gd name="T77" fmla="*/ 51 h 110"/>
                <a:gd name="T78" fmla="*/ 217 w 218"/>
                <a:gd name="T79" fmla="*/ 58 h 110"/>
                <a:gd name="T80" fmla="*/ 218 w 218"/>
                <a:gd name="T81" fmla="*/ 63 h 110"/>
                <a:gd name="T82" fmla="*/ 218 w 218"/>
                <a:gd name="T83" fmla="*/ 70 h 110"/>
                <a:gd name="T84" fmla="*/ 218 w 218"/>
                <a:gd name="T85" fmla="*/ 70 h 110"/>
                <a:gd name="T86" fmla="*/ 217 w 218"/>
                <a:gd name="T87" fmla="*/ 77 h 110"/>
                <a:gd name="T88" fmla="*/ 216 w 218"/>
                <a:gd name="T89" fmla="*/ 81 h 110"/>
                <a:gd name="T90" fmla="*/ 214 w 218"/>
                <a:gd name="T91" fmla="*/ 86 h 110"/>
                <a:gd name="T92" fmla="*/ 211 w 218"/>
                <a:gd name="T93" fmla="*/ 90 h 110"/>
                <a:gd name="T94" fmla="*/ 208 w 218"/>
                <a:gd name="T95" fmla="*/ 94 h 110"/>
                <a:gd name="T96" fmla="*/ 204 w 218"/>
                <a:gd name="T97" fmla="*/ 96 h 110"/>
                <a:gd name="T98" fmla="*/ 199 w 218"/>
                <a:gd name="T99" fmla="*/ 98 h 110"/>
                <a:gd name="T100" fmla="*/ 193 w 218"/>
                <a:gd name="T101" fmla="*/ 101 h 110"/>
                <a:gd name="T102" fmla="*/ 179 w 218"/>
                <a:gd name="T103" fmla="*/ 103 h 110"/>
                <a:gd name="T104" fmla="*/ 161 w 218"/>
                <a:gd name="T105" fmla="*/ 104 h 110"/>
                <a:gd name="T106" fmla="*/ 112 w 218"/>
                <a:gd name="T107" fmla="*/ 107 h 110"/>
                <a:gd name="T108" fmla="*/ 112 w 218"/>
                <a:gd name="T109" fmla="*/ 107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8" h="110">
                  <a:moveTo>
                    <a:pt x="112" y="107"/>
                  </a:moveTo>
                  <a:lnTo>
                    <a:pt x="112" y="107"/>
                  </a:lnTo>
                  <a:lnTo>
                    <a:pt x="89" y="109"/>
                  </a:lnTo>
                  <a:lnTo>
                    <a:pt x="68" y="110"/>
                  </a:lnTo>
                  <a:lnTo>
                    <a:pt x="46" y="109"/>
                  </a:lnTo>
                  <a:lnTo>
                    <a:pt x="37" y="107"/>
                  </a:lnTo>
                  <a:lnTo>
                    <a:pt x="28" y="106"/>
                  </a:lnTo>
                  <a:lnTo>
                    <a:pt x="20" y="103"/>
                  </a:lnTo>
                  <a:lnTo>
                    <a:pt x="13" y="101"/>
                  </a:lnTo>
                  <a:lnTo>
                    <a:pt x="8" y="96"/>
                  </a:lnTo>
                  <a:lnTo>
                    <a:pt x="3" y="90"/>
                  </a:lnTo>
                  <a:lnTo>
                    <a:pt x="1" y="85"/>
                  </a:lnTo>
                  <a:lnTo>
                    <a:pt x="0" y="77"/>
                  </a:lnTo>
                  <a:lnTo>
                    <a:pt x="0" y="68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5" y="51"/>
                  </a:lnTo>
                  <a:lnTo>
                    <a:pt x="8" y="45"/>
                  </a:lnTo>
                  <a:lnTo>
                    <a:pt x="12" y="40"/>
                  </a:lnTo>
                  <a:lnTo>
                    <a:pt x="16" y="34"/>
                  </a:lnTo>
                  <a:lnTo>
                    <a:pt x="27" y="24"/>
                  </a:lnTo>
                  <a:lnTo>
                    <a:pt x="39" y="16"/>
                  </a:lnTo>
                  <a:lnTo>
                    <a:pt x="55" y="8"/>
                  </a:lnTo>
                  <a:lnTo>
                    <a:pt x="73" y="3"/>
                  </a:lnTo>
                  <a:lnTo>
                    <a:pt x="82" y="2"/>
                  </a:lnTo>
                  <a:lnTo>
                    <a:pt x="93" y="1"/>
                  </a:lnTo>
                  <a:lnTo>
                    <a:pt x="103" y="0"/>
                  </a:lnTo>
                  <a:lnTo>
                    <a:pt x="114" y="1"/>
                  </a:lnTo>
                  <a:lnTo>
                    <a:pt x="114" y="1"/>
                  </a:lnTo>
                  <a:lnTo>
                    <a:pt x="136" y="3"/>
                  </a:lnTo>
                  <a:lnTo>
                    <a:pt x="156" y="8"/>
                  </a:lnTo>
                  <a:lnTo>
                    <a:pt x="174" y="15"/>
                  </a:lnTo>
                  <a:lnTo>
                    <a:pt x="182" y="19"/>
                  </a:lnTo>
                  <a:lnTo>
                    <a:pt x="189" y="24"/>
                  </a:lnTo>
                  <a:lnTo>
                    <a:pt x="196" y="28"/>
                  </a:lnTo>
                  <a:lnTo>
                    <a:pt x="201" y="34"/>
                  </a:lnTo>
                  <a:lnTo>
                    <a:pt x="207" y="40"/>
                  </a:lnTo>
                  <a:lnTo>
                    <a:pt x="211" y="45"/>
                  </a:lnTo>
                  <a:lnTo>
                    <a:pt x="215" y="51"/>
                  </a:lnTo>
                  <a:lnTo>
                    <a:pt x="217" y="58"/>
                  </a:lnTo>
                  <a:lnTo>
                    <a:pt x="218" y="63"/>
                  </a:lnTo>
                  <a:lnTo>
                    <a:pt x="218" y="70"/>
                  </a:lnTo>
                  <a:lnTo>
                    <a:pt x="218" y="70"/>
                  </a:lnTo>
                  <a:lnTo>
                    <a:pt x="217" y="77"/>
                  </a:lnTo>
                  <a:lnTo>
                    <a:pt x="216" y="81"/>
                  </a:lnTo>
                  <a:lnTo>
                    <a:pt x="214" y="86"/>
                  </a:lnTo>
                  <a:lnTo>
                    <a:pt x="211" y="90"/>
                  </a:lnTo>
                  <a:lnTo>
                    <a:pt x="208" y="94"/>
                  </a:lnTo>
                  <a:lnTo>
                    <a:pt x="204" y="96"/>
                  </a:lnTo>
                  <a:lnTo>
                    <a:pt x="199" y="98"/>
                  </a:lnTo>
                  <a:lnTo>
                    <a:pt x="193" y="101"/>
                  </a:lnTo>
                  <a:lnTo>
                    <a:pt x="179" y="103"/>
                  </a:lnTo>
                  <a:lnTo>
                    <a:pt x="161" y="104"/>
                  </a:lnTo>
                  <a:lnTo>
                    <a:pt x="112" y="107"/>
                  </a:lnTo>
                  <a:lnTo>
                    <a:pt x="112" y="107"/>
                  </a:lnTo>
                  <a:close/>
                </a:path>
              </a:pathLst>
            </a:custGeom>
            <a:solidFill>
              <a:srgbClr val="26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49" name="Freeform 89">
              <a:extLst>
                <a:ext uri="{FF2B5EF4-FFF2-40B4-BE49-F238E27FC236}">
                  <a16:creationId xmlns:a16="http://schemas.microsoft.com/office/drawing/2014/main" xmlns="" id="{CEB33E43-006A-432E-ABE1-0194DE35C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3888" y="5687270"/>
              <a:ext cx="376238" cy="58738"/>
            </a:xfrm>
            <a:custGeom>
              <a:avLst/>
              <a:gdLst>
                <a:gd name="T0" fmla="*/ 237 w 237"/>
                <a:gd name="T1" fmla="*/ 15 h 37"/>
                <a:gd name="T2" fmla="*/ 237 w 237"/>
                <a:gd name="T3" fmla="*/ 15 h 37"/>
                <a:gd name="T4" fmla="*/ 235 w 237"/>
                <a:gd name="T5" fmla="*/ 22 h 37"/>
                <a:gd name="T6" fmla="*/ 232 w 237"/>
                <a:gd name="T7" fmla="*/ 26 h 37"/>
                <a:gd name="T8" fmla="*/ 227 w 237"/>
                <a:gd name="T9" fmla="*/ 30 h 37"/>
                <a:gd name="T10" fmla="*/ 222 w 237"/>
                <a:gd name="T11" fmla="*/ 31 h 37"/>
                <a:gd name="T12" fmla="*/ 16 w 237"/>
                <a:gd name="T13" fmla="*/ 37 h 37"/>
                <a:gd name="T14" fmla="*/ 16 w 237"/>
                <a:gd name="T15" fmla="*/ 37 h 37"/>
                <a:gd name="T16" fmla="*/ 10 w 237"/>
                <a:gd name="T17" fmla="*/ 35 h 37"/>
                <a:gd name="T18" fmla="*/ 5 w 237"/>
                <a:gd name="T19" fmla="*/ 32 h 37"/>
                <a:gd name="T20" fmla="*/ 1 w 237"/>
                <a:gd name="T21" fmla="*/ 28 h 37"/>
                <a:gd name="T22" fmla="*/ 0 w 237"/>
                <a:gd name="T23" fmla="*/ 22 h 37"/>
                <a:gd name="T24" fmla="*/ 0 w 237"/>
                <a:gd name="T25" fmla="*/ 22 h 37"/>
                <a:gd name="T26" fmla="*/ 0 w 237"/>
                <a:gd name="T27" fmla="*/ 22 h 37"/>
                <a:gd name="T28" fmla="*/ 1 w 237"/>
                <a:gd name="T29" fmla="*/ 15 h 37"/>
                <a:gd name="T30" fmla="*/ 5 w 237"/>
                <a:gd name="T31" fmla="*/ 11 h 37"/>
                <a:gd name="T32" fmla="*/ 9 w 237"/>
                <a:gd name="T33" fmla="*/ 7 h 37"/>
                <a:gd name="T34" fmla="*/ 16 w 237"/>
                <a:gd name="T35" fmla="*/ 6 h 37"/>
                <a:gd name="T36" fmla="*/ 221 w 237"/>
                <a:gd name="T37" fmla="*/ 0 h 37"/>
                <a:gd name="T38" fmla="*/ 221 w 237"/>
                <a:gd name="T39" fmla="*/ 0 h 37"/>
                <a:gd name="T40" fmla="*/ 227 w 237"/>
                <a:gd name="T41" fmla="*/ 2 h 37"/>
                <a:gd name="T42" fmla="*/ 232 w 237"/>
                <a:gd name="T43" fmla="*/ 5 h 37"/>
                <a:gd name="T44" fmla="*/ 235 w 237"/>
                <a:gd name="T45" fmla="*/ 9 h 37"/>
                <a:gd name="T46" fmla="*/ 237 w 237"/>
                <a:gd name="T47" fmla="*/ 15 h 37"/>
                <a:gd name="T48" fmla="*/ 237 w 237"/>
                <a:gd name="T49" fmla="*/ 1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7" h="37">
                  <a:moveTo>
                    <a:pt x="237" y="15"/>
                  </a:moveTo>
                  <a:lnTo>
                    <a:pt x="237" y="15"/>
                  </a:lnTo>
                  <a:lnTo>
                    <a:pt x="235" y="22"/>
                  </a:lnTo>
                  <a:lnTo>
                    <a:pt x="232" y="26"/>
                  </a:lnTo>
                  <a:lnTo>
                    <a:pt x="227" y="30"/>
                  </a:lnTo>
                  <a:lnTo>
                    <a:pt x="222" y="31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0" y="35"/>
                  </a:lnTo>
                  <a:lnTo>
                    <a:pt x="5" y="32"/>
                  </a:lnTo>
                  <a:lnTo>
                    <a:pt x="1" y="28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" y="15"/>
                  </a:lnTo>
                  <a:lnTo>
                    <a:pt x="5" y="11"/>
                  </a:lnTo>
                  <a:lnTo>
                    <a:pt x="9" y="7"/>
                  </a:lnTo>
                  <a:lnTo>
                    <a:pt x="16" y="6"/>
                  </a:lnTo>
                  <a:lnTo>
                    <a:pt x="221" y="0"/>
                  </a:lnTo>
                  <a:lnTo>
                    <a:pt x="221" y="0"/>
                  </a:lnTo>
                  <a:lnTo>
                    <a:pt x="227" y="2"/>
                  </a:lnTo>
                  <a:lnTo>
                    <a:pt x="232" y="5"/>
                  </a:lnTo>
                  <a:lnTo>
                    <a:pt x="235" y="9"/>
                  </a:lnTo>
                  <a:lnTo>
                    <a:pt x="237" y="15"/>
                  </a:lnTo>
                  <a:lnTo>
                    <a:pt x="237" y="15"/>
                  </a:lnTo>
                  <a:close/>
                </a:path>
              </a:pathLst>
            </a:custGeom>
            <a:solidFill>
              <a:srgbClr val="0404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50" name="Freeform 90">
              <a:extLst>
                <a:ext uri="{FF2B5EF4-FFF2-40B4-BE49-F238E27FC236}">
                  <a16:creationId xmlns:a16="http://schemas.microsoft.com/office/drawing/2014/main" xmlns="" id="{505D6890-9621-4068-A87E-677B76889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2263" y="2704358"/>
              <a:ext cx="136525" cy="255588"/>
            </a:xfrm>
            <a:custGeom>
              <a:avLst/>
              <a:gdLst>
                <a:gd name="T0" fmla="*/ 0 w 86"/>
                <a:gd name="T1" fmla="*/ 78 h 161"/>
                <a:gd name="T2" fmla="*/ 0 w 86"/>
                <a:gd name="T3" fmla="*/ 78 h 161"/>
                <a:gd name="T4" fmla="*/ 1 w 86"/>
                <a:gd name="T5" fmla="*/ 94 h 161"/>
                <a:gd name="T6" fmla="*/ 3 w 86"/>
                <a:gd name="T7" fmla="*/ 110 h 161"/>
                <a:gd name="T8" fmla="*/ 7 w 86"/>
                <a:gd name="T9" fmla="*/ 124 h 161"/>
                <a:gd name="T10" fmla="*/ 12 w 86"/>
                <a:gd name="T11" fmla="*/ 136 h 161"/>
                <a:gd name="T12" fmla="*/ 20 w 86"/>
                <a:gd name="T13" fmla="*/ 145 h 161"/>
                <a:gd name="T14" fmla="*/ 28 w 86"/>
                <a:gd name="T15" fmla="*/ 153 h 161"/>
                <a:gd name="T16" fmla="*/ 33 w 86"/>
                <a:gd name="T17" fmla="*/ 156 h 161"/>
                <a:gd name="T18" fmla="*/ 37 w 86"/>
                <a:gd name="T19" fmla="*/ 159 h 161"/>
                <a:gd name="T20" fmla="*/ 42 w 86"/>
                <a:gd name="T21" fmla="*/ 160 h 161"/>
                <a:gd name="T22" fmla="*/ 47 w 86"/>
                <a:gd name="T23" fmla="*/ 160 h 161"/>
                <a:gd name="T24" fmla="*/ 47 w 86"/>
                <a:gd name="T25" fmla="*/ 160 h 161"/>
                <a:gd name="T26" fmla="*/ 80 w 86"/>
                <a:gd name="T27" fmla="*/ 161 h 161"/>
                <a:gd name="T28" fmla="*/ 86 w 86"/>
                <a:gd name="T29" fmla="*/ 1 h 161"/>
                <a:gd name="T30" fmla="*/ 86 w 86"/>
                <a:gd name="T31" fmla="*/ 1 h 161"/>
                <a:gd name="T32" fmla="*/ 53 w 86"/>
                <a:gd name="T33" fmla="*/ 0 h 161"/>
                <a:gd name="T34" fmla="*/ 53 w 86"/>
                <a:gd name="T35" fmla="*/ 0 h 161"/>
                <a:gd name="T36" fmla="*/ 47 w 86"/>
                <a:gd name="T37" fmla="*/ 0 h 161"/>
                <a:gd name="T38" fmla="*/ 43 w 86"/>
                <a:gd name="T39" fmla="*/ 1 h 161"/>
                <a:gd name="T40" fmla="*/ 38 w 86"/>
                <a:gd name="T41" fmla="*/ 4 h 161"/>
                <a:gd name="T42" fmla="*/ 34 w 86"/>
                <a:gd name="T43" fmla="*/ 6 h 161"/>
                <a:gd name="T44" fmla="*/ 25 w 86"/>
                <a:gd name="T45" fmla="*/ 13 h 161"/>
                <a:gd name="T46" fmla="*/ 17 w 86"/>
                <a:gd name="T47" fmla="*/ 23 h 161"/>
                <a:gd name="T48" fmla="*/ 10 w 86"/>
                <a:gd name="T49" fmla="*/ 34 h 161"/>
                <a:gd name="T50" fmla="*/ 6 w 86"/>
                <a:gd name="T51" fmla="*/ 48 h 161"/>
                <a:gd name="T52" fmla="*/ 2 w 86"/>
                <a:gd name="T53" fmla="*/ 63 h 161"/>
                <a:gd name="T54" fmla="*/ 0 w 86"/>
                <a:gd name="T55" fmla="*/ 78 h 161"/>
                <a:gd name="T56" fmla="*/ 0 w 86"/>
                <a:gd name="T57" fmla="*/ 78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6" h="161">
                  <a:moveTo>
                    <a:pt x="0" y="78"/>
                  </a:moveTo>
                  <a:lnTo>
                    <a:pt x="0" y="78"/>
                  </a:lnTo>
                  <a:lnTo>
                    <a:pt x="1" y="94"/>
                  </a:lnTo>
                  <a:lnTo>
                    <a:pt x="3" y="110"/>
                  </a:lnTo>
                  <a:lnTo>
                    <a:pt x="7" y="124"/>
                  </a:lnTo>
                  <a:lnTo>
                    <a:pt x="12" y="136"/>
                  </a:lnTo>
                  <a:lnTo>
                    <a:pt x="20" y="145"/>
                  </a:lnTo>
                  <a:lnTo>
                    <a:pt x="28" y="153"/>
                  </a:lnTo>
                  <a:lnTo>
                    <a:pt x="33" y="156"/>
                  </a:lnTo>
                  <a:lnTo>
                    <a:pt x="37" y="159"/>
                  </a:lnTo>
                  <a:lnTo>
                    <a:pt x="42" y="160"/>
                  </a:lnTo>
                  <a:lnTo>
                    <a:pt x="47" y="160"/>
                  </a:lnTo>
                  <a:lnTo>
                    <a:pt x="47" y="160"/>
                  </a:lnTo>
                  <a:lnTo>
                    <a:pt x="80" y="161"/>
                  </a:lnTo>
                  <a:lnTo>
                    <a:pt x="86" y="1"/>
                  </a:lnTo>
                  <a:lnTo>
                    <a:pt x="86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43" y="1"/>
                  </a:lnTo>
                  <a:lnTo>
                    <a:pt x="38" y="4"/>
                  </a:lnTo>
                  <a:lnTo>
                    <a:pt x="34" y="6"/>
                  </a:lnTo>
                  <a:lnTo>
                    <a:pt x="25" y="13"/>
                  </a:lnTo>
                  <a:lnTo>
                    <a:pt x="17" y="23"/>
                  </a:lnTo>
                  <a:lnTo>
                    <a:pt x="10" y="34"/>
                  </a:lnTo>
                  <a:lnTo>
                    <a:pt x="6" y="48"/>
                  </a:lnTo>
                  <a:lnTo>
                    <a:pt x="2" y="63"/>
                  </a:lnTo>
                  <a:lnTo>
                    <a:pt x="0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51" name="Freeform 91">
              <a:extLst>
                <a:ext uri="{FF2B5EF4-FFF2-40B4-BE49-F238E27FC236}">
                  <a16:creationId xmlns:a16="http://schemas.microsoft.com/office/drawing/2014/main" xmlns="" id="{1418986E-3D58-4C2E-B072-18CCC80F2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6238" y="2705945"/>
              <a:ext cx="157163" cy="254000"/>
            </a:xfrm>
            <a:custGeom>
              <a:avLst/>
              <a:gdLst>
                <a:gd name="T0" fmla="*/ 0 w 99"/>
                <a:gd name="T1" fmla="*/ 78 h 160"/>
                <a:gd name="T2" fmla="*/ 0 w 99"/>
                <a:gd name="T3" fmla="*/ 78 h 160"/>
                <a:gd name="T4" fmla="*/ 0 w 99"/>
                <a:gd name="T5" fmla="*/ 95 h 160"/>
                <a:gd name="T6" fmla="*/ 2 w 99"/>
                <a:gd name="T7" fmla="*/ 110 h 160"/>
                <a:gd name="T8" fmla="*/ 7 w 99"/>
                <a:gd name="T9" fmla="*/ 124 h 160"/>
                <a:gd name="T10" fmla="*/ 12 w 99"/>
                <a:gd name="T11" fmla="*/ 136 h 160"/>
                <a:gd name="T12" fmla="*/ 19 w 99"/>
                <a:gd name="T13" fmla="*/ 146 h 160"/>
                <a:gd name="T14" fmla="*/ 27 w 99"/>
                <a:gd name="T15" fmla="*/ 153 h 160"/>
                <a:gd name="T16" fmla="*/ 32 w 99"/>
                <a:gd name="T17" fmla="*/ 157 h 160"/>
                <a:gd name="T18" fmla="*/ 36 w 99"/>
                <a:gd name="T19" fmla="*/ 159 h 160"/>
                <a:gd name="T20" fmla="*/ 42 w 99"/>
                <a:gd name="T21" fmla="*/ 160 h 160"/>
                <a:gd name="T22" fmla="*/ 46 w 99"/>
                <a:gd name="T23" fmla="*/ 160 h 160"/>
                <a:gd name="T24" fmla="*/ 46 w 99"/>
                <a:gd name="T25" fmla="*/ 160 h 160"/>
                <a:gd name="T26" fmla="*/ 52 w 99"/>
                <a:gd name="T27" fmla="*/ 160 h 160"/>
                <a:gd name="T28" fmla="*/ 56 w 99"/>
                <a:gd name="T29" fmla="*/ 159 h 160"/>
                <a:gd name="T30" fmla="*/ 61 w 99"/>
                <a:gd name="T31" fmla="*/ 158 h 160"/>
                <a:gd name="T32" fmla="*/ 66 w 99"/>
                <a:gd name="T33" fmla="*/ 155 h 160"/>
                <a:gd name="T34" fmla="*/ 75 w 99"/>
                <a:gd name="T35" fmla="*/ 147 h 160"/>
                <a:gd name="T36" fmla="*/ 83 w 99"/>
                <a:gd name="T37" fmla="*/ 138 h 160"/>
                <a:gd name="T38" fmla="*/ 89 w 99"/>
                <a:gd name="T39" fmla="*/ 127 h 160"/>
                <a:gd name="T40" fmla="*/ 94 w 99"/>
                <a:gd name="T41" fmla="*/ 114 h 160"/>
                <a:gd name="T42" fmla="*/ 97 w 99"/>
                <a:gd name="T43" fmla="*/ 99 h 160"/>
                <a:gd name="T44" fmla="*/ 99 w 99"/>
                <a:gd name="T45" fmla="*/ 83 h 160"/>
                <a:gd name="T46" fmla="*/ 99 w 99"/>
                <a:gd name="T47" fmla="*/ 83 h 160"/>
                <a:gd name="T48" fmla="*/ 98 w 99"/>
                <a:gd name="T49" fmla="*/ 66 h 160"/>
                <a:gd name="T50" fmla="*/ 96 w 99"/>
                <a:gd name="T51" fmla="*/ 51 h 160"/>
                <a:gd name="T52" fmla="*/ 93 w 99"/>
                <a:gd name="T53" fmla="*/ 38 h 160"/>
                <a:gd name="T54" fmla="*/ 87 w 99"/>
                <a:gd name="T55" fmla="*/ 25 h 160"/>
                <a:gd name="T56" fmla="*/ 79 w 99"/>
                <a:gd name="T57" fmla="*/ 15 h 160"/>
                <a:gd name="T58" fmla="*/ 71 w 99"/>
                <a:gd name="T59" fmla="*/ 7 h 160"/>
                <a:gd name="T60" fmla="*/ 67 w 99"/>
                <a:gd name="T61" fmla="*/ 5 h 160"/>
                <a:gd name="T62" fmla="*/ 62 w 99"/>
                <a:gd name="T63" fmla="*/ 3 h 160"/>
                <a:gd name="T64" fmla="*/ 58 w 99"/>
                <a:gd name="T65" fmla="*/ 2 h 160"/>
                <a:gd name="T66" fmla="*/ 52 w 99"/>
                <a:gd name="T67" fmla="*/ 0 h 160"/>
                <a:gd name="T68" fmla="*/ 52 w 99"/>
                <a:gd name="T69" fmla="*/ 0 h 160"/>
                <a:gd name="T70" fmla="*/ 47 w 99"/>
                <a:gd name="T71" fmla="*/ 0 h 160"/>
                <a:gd name="T72" fmla="*/ 42 w 99"/>
                <a:gd name="T73" fmla="*/ 2 h 160"/>
                <a:gd name="T74" fmla="*/ 37 w 99"/>
                <a:gd name="T75" fmla="*/ 4 h 160"/>
                <a:gd name="T76" fmla="*/ 33 w 99"/>
                <a:gd name="T77" fmla="*/ 6 h 160"/>
                <a:gd name="T78" fmla="*/ 24 w 99"/>
                <a:gd name="T79" fmla="*/ 13 h 160"/>
                <a:gd name="T80" fmla="*/ 16 w 99"/>
                <a:gd name="T81" fmla="*/ 23 h 160"/>
                <a:gd name="T82" fmla="*/ 10 w 99"/>
                <a:gd name="T83" fmla="*/ 34 h 160"/>
                <a:gd name="T84" fmla="*/ 4 w 99"/>
                <a:gd name="T85" fmla="*/ 48 h 160"/>
                <a:gd name="T86" fmla="*/ 1 w 99"/>
                <a:gd name="T87" fmla="*/ 63 h 160"/>
                <a:gd name="T88" fmla="*/ 0 w 99"/>
                <a:gd name="T89" fmla="*/ 78 h 160"/>
                <a:gd name="T90" fmla="*/ 0 w 99"/>
                <a:gd name="T91" fmla="*/ 7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9" h="160">
                  <a:moveTo>
                    <a:pt x="0" y="78"/>
                  </a:moveTo>
                  <a:lnTo>
                    <a:pt x="0" y="78"/>
                  </a:lnTo>
                  <a:lnTo>
                    <a:pt x="0" y="95"/>
                  </a:lnTo>
                  <a:lnTo>
                    <a:pt x="2" y="110"/>
                  </a:lnTo>
                  <a:lnTo>
                    <a:pt x="7" y="124"/>
                  </a:lnTo>
                  <a:lnTo>
                    <a:pt x="12" y="136"/>
                  </a:lnTo>
                  <a:lnTo>
                    <a:pt x="19" y="146"/>
                  </a:lnTo>
                  <a:lnTo>
                    <a:pt x="27" y="153"/>
                  </a:lnTo>
                  <a:lnTo>
                    <a:pt x="32" y="157"/>
                  </a:lnTo>
                  <a:lnTo>
                    <a:pt x="36" y="159"/>
                  </a:lnTo>
                  <a:lnTo>
                    <a:pt x="42" y="160"/>
                  </a:lnTo>
                  <a:lnTo>
                    <a:pt x="46" y="160"/>
                  </a:lnTo>
                  <a:lnTo>
                    <a:pt x="46" y="160"/>
                  </a:lnTo>
                  <a:lnTo>
                    <a:pt x="52" y="160"/>
                  </a:lnTo>
                  <a:lnTo>
                    <a:pt x="56" y="159"/>
                  </a:lnTo>
                  <a:lnTo>
                    <a:pt x="61" y="158"/>
                  </a:lnTo>
                  <a:lnTo>
                    <a:pt x="66" y="155"/>
                  </a:lnTo>
                  <a:lnTo>
                    <a:pt x="75" y="147"/>
                  </a:lnTo>
                  <a:lnTo>
                    <a:pt x="83" y="138"/>
                  </a:lnTo>
                  <a:lnTo>
                    <a:pt x="89" y="127"/>
                  </a:lnTo>
                  <a:lnTo>
                    <a:pt x="94" y="114"/>
                  </a:lnTo>
                  <a:lnTo>
                    <a:pt x="97" y="99"/>
                  </a:lnTo>
                  <a:lnTo>
                    <a:pt x="99" y="83"/>
                  </a:lnTo>
                  <a:lnTo>
                    <a:pt x="99" y="83"/>
                  </a:lnTo>
                  <a:lnTo>
                    <a:pt x="98" y="66"/>
                  </a:lnTo>
                  <a:lnTo>
                    <a:pt x="96" y="51"/>
                  </a:lnTo>
                  <a:lnTo>
                    <a:pt x="93" y="38"/>
                  </a:lnTo>
                  <a:lnTo>
                    <a:pt x="87" y="25"/>
                  </a:lnTo>
                  <a:lnTo>
                    <a:pt x="79" y="15"/>
                  </a:lnTo>
                  <a:lnTo>
                    <a:pt x="71" y="7"/>
                  </a:lnTo>
                  <a:lnTo>
                    <a:pt x="67" y="5"/>
                  </a:lnTo>
                  <a:lnTo>
                    <a:pt x="62" y="3"/>
                  </a:lnTo>
                  <a:lnTo>
                    <a:pt x="58" y="2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7" y="0"/>
                  </a:lnTo>
                  <a:lnTo>
                    <a:pt x="42" y="2"/>
                  </a:lnTo>
                  <a:lnTo>
                    <a:pt x="37" y="4"/>
                  </a:lnTo>
                  <a:lnTo>
                    <a:pt x="33" y="6"/>
                  </a:lnTo>
                  <a:lnTo>
                    <a:pt x="24" y="13"/>
                  </a:lnTo>
                  <a:lnTo>
                    <a:pt x="16" y="23"/>
                  </a:lnTo>
                  <a:lnTo>
                    <a:pt x="10" y="34"/>
                  </a:lnTo>
                  <a:lnTo>
                    <a:pt x="4" y="48"/>
                  </a:lnTo>
                  <a:lnTo>
                    <a:pt x="1" y="63"/>
                  </a:lnTo>
                  <a:lnTo>
                    <a:pt x="0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52" name="Freeform 92">
              <a:extLst>
                <a:ext uri="{FF2B5EF4-FFF2-40B4-BE49-F238E27FC236}">
                  <a16:creationId xmlns:a16="http://schemas.microsoft.com/office/drawing/2014/main" xmlns="" id="{BD28D411-23D3-415C-8DD3-DEDCB30C2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863" y="2712295"/>
              <a:ext cx="307975" cy="204788"/>
            </a:xfrm>
            <a:custGeom>
              <a:avLst/>
              <a:gdLst>
                <a:gd name="T0" fmla="*/ 13 w 194"/>
                <a:gd name="T1" fmla="*/ 41 h 129"/>
                <a:gd name="T2" fmla="*/ 194 w 194"/>
                <a:gd name="T3" fmla="*/ 0 h 129"/>
                <a:gd name="T4" fmla="*/ 189 w 194"/>
                <a:gd name="T5" fmla="*/ 129 h 129"/>
                <a:gd name="T6" fmla="*/ 11 w 194"/>
                <a:gd name="T7" fmla="*/ 112 h 129"/>
                <a:gd name="T8" fmla="*/ 11 w 194"/>
                <a:gd name="T9" fmla="*/ 112 h 129"/>
                <a:gd name="T10" fmla="*/ 8 w 194"/>
                <a:gd name="T11" fmla="*/ 110 h 129"/>
                <a:gd name="T12" fmla="*/ 5 w 194"/>
                <a:gd name="T13" fmla="*/ 103 h 129"/>
                <a:gd name="T14" fmla="*/ 2 w 194"/>
                <a:gd name="T15" fmla="*/ 91 h 129"/>
                <a:gd name="T16" fmla="*/ 0 w 194"/>
                <a:gd name="T17" fmla="*/ 84 h 129"/>
                <a:gd name="T18" fmla="*/ 0 w 194"/>
                <a:gd name="T19" fmla="*/ 76 h 129"/>
                <a:gd name="T20" fmla="*/ 0 w 194"/>
                <a:gd name="T21" fmla="*/ 76 h 129"/>
                <a:gd name="T22" fmla="*/ 2 w 194"/>
                <a:gd name="T23" fmla="*/ 67 h 129"/>
                <a:gd name="T24" fmla="*/ 3 w 194"/>
                <a:gd name="T25" fmla="*/ 60 h 129"/>
                <a:gd name="T26" fmla="*/ 5 w 194"/>
                <a:gd name="T27" fmla="*/ 53 h 129"/>
                <a:gd name="T28" fmla="*/ 7 w 194"/>
                <a:gd name="T29" fmla="*/ 48 h 129"/>
                <a:gd name="T30" fmla="*/ 11 w 194"/>
                <a:gd name="T31" fmla="*/ 43 h 129"/>
                <a:gd name="T32" fmla="*/ 13 w 194"/>
                <a:gd name="T33" fmla="*/ 41 h 129"/>
                <a:gd name="T34" fmla="*/ 13 w 194"/>
                <a:gd name="T35" fmla="*/ 4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4" h="129">
                  <a:moveTo>
                    <a:pt x="13" y="41"/>
                  </a:moveTo>
                  <a:lnTo>
                    <a:pt x="194" y="0"/>
                  </a:lnTo>
                  <a:lnTo>
                    <a:pt x="189" y="129"/>
                  </a:lnTo>
                  <a:lnTo>
                    <a:pt x="11" y="112"/>
                  </a:lnTo>
                  <a:lnTo>
                    <a:pt x="11" y="112"/>
                  </a:lnTo>
                  <a:lnTo>
                    <a:pt x="8" y="110"/>
                  </a:lnTo>
                  <a:lnTo>
                    <a:pt x="5" y="103"/>
                  </a:lnTo>
                  <a:lnTo>
                    <a:pt x="2" y="91"/>
                  </a:lnTo>
                  <a:lnTo>
                    <a:pt x="0" y="84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2" y="67"/>
                  </a:lnTo>
                  <a:lnTo>
                    <a:pt x="3" y="60"/>
                  </a:lnTo>
                  <a:lnTo>
                    <a:pt x="5" y="53"/>
                  </a:lnTo>
                  <a:lnTo>
                    <a:pt x="7" y="48"/>
                  </a:lnTo>
                  <a:lnTo>
                    <a:pt x="11" y="43"/>
                  </a:lnTo>
                  <a:lnTo>
                    <a:pt x="13" y="41"/>
                  </a:lnTo>
                  <a:lnTo>
                    <a:pt x="13" y="41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53" name="Freeform 93">
              <a:extLst>
                <a:ext uri="{FF2B5EF4-FFF2-40B4-BE49-F238E27FC236}">
                  <a16:creationId xmlns:a16="http://schemas.microsoft.com/office/drawing/2014/main" xmlns="" id="{D2BA99A5-7DE4-45FA-B2CD-BF9EFDDAA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0088" y="2504333"/>
              <a:ext cx="377825" cy="554038"/>
            </a:xfrm>
            <a:custGeom>
              <a:avLst/>
              <a:gdLst>
                <a:gd name="T0" fmla="*/ 23 w 238"/>
                <a:gd name="T1" fmla="*/ 52 h 349"/>
                <a:gd name="T2" fmla="*/ 23 w 238"/>
                <a:gd name="T3" fmla="*/ 52 h 349"/>
                <a:gd name="T4" fmla="*/ 21 w 238"/>
                <a:gd name="T5" fmla="*/ 53 h 349"/>
                <a:gd name="T6" fmla="*/ 18 w 238"/>
                <a:gd name="T7" fmla="*/ 56 h 349"/>
                <a:gd name="T8" fmla="*/ 13 w 238"/>
                <a:gd name="T9" fmla="*/ 66 h 349"/>
                <a:gd name="T10" fmla="*/ 10 w 238"/>
                <a:gd name="T11" fmla="*/ 81 h 349"/>
                <a:gd name="T12" fmla="*/ 6 w 238"/>
                <a:gd name="T13" fmla="*/ 98 h 349"/>
                <a:gd name="T14" fmla="*/ 3 w 238"/>
                <a:gd name="T15" fmla="*/ 118 h 349"/>
                <a:gd name="T16" fmla="*/ 2 w 238"/>
                <a:gd name="T17" fmla="*/ 140 h 349"/>
                <a:gd name="T18" fmla="*/ 1 w 238"/>
                <a:gd name="T19" fmla="*/ 164 h 349"/>
                <a:gd name="T20" fmla="*/ 0 w 238"/>
                <a:gd name="T21" fmla="*/ 189 h 349"/>
                <a:gd name="T22" fmla="*/ 1 w 238"/>
                <a:gd name="T23" fmla="*/ 212 h 349"/>
                <a:gd name="T24" fmla="*/ 3 w 238"/>
                <a:gd name="T25" fmla="*/ 236 h 349"/>
                <a:gd name="T26" fmla="*/ 5 w 238"/>
                <a:gd name="T27" fmla="*/ 260 h 349"/>
                <a:gd name="T28" fmla="*/ 10 w 238"/>
                <a:gd name="T29" fmla="*/ 280 h 349"/>
                <a:gd name="T30" fmla="*/ 14 w 238"/>
                <a:gd name="T31" fmla="*/ 299 h 349"/>
                <a:gd name="T32" fmla="*/ 21 w 238"/>
                <a:gd name="T33" fmla="*/ 314 h 349"/>
                <a:gd name="T34" fmla="*/ 24 w 238"/>
                <a:gd name="T35" fmla="*/ 321 h 349"/>
                <a:gd name="T36" fmla="*/ 28 w 238"/>
                <a:gd name="T37" fmla="*/ 325 h 349"/>
                <a:gd name="T38" fmla="*/ 32 w 238"/>
                <a:gd name="T39" fmla="*/ 330 h 349"/>
                <a:gd name="T40" fmla="*/ 37 w 238"/>
                <a:gd name="T41" fmla="*/ 333 h 349"/>
                <a:gd name="T42" fmla="*/ 37 w 238"/>
                <a:gd name="T43" fmla="*/ 333 h 349"/>
                <a:gd name="T44" fmla="*/ 80 w 238"/>
                <a:gd name="T45" fmla="*/ 336 h 349"/>
                <a:gd name="T46" fmla="*/ 148 w 238"/>
                <a:gd name="T47" fmla="*/ 341 h 349"/>
                <a:gd name="T48" fmla="*/ 238 w 238"/>
                <a:gd name="T49" fmla="*/ 349 h 349"/>
                <a:gd name="T50" fmla="*/ 220 w 238"/>
                <a:gd name="T51" fmla="*/ 0 h 349"/>
                <a:gd name="T52" fmla="*/ 220 w 238"/>
                <a:gd name="T53" fmla="*/ 0 h 349"/>
                <a:gd name="T54" fmla="*/ 195 w 238"/>
                <a:gd name="T55" fmla="*/ 5 h 349"/>
                <a:gd name="T56" fmla="*/ 138 w 238"/>
                <a:gd name="T57" fmla="*/ 18 h 349"/>
                <a:gd name="T58" fmla="*/ 104 w 238"/>
                <a:gd name="T59" fmla="*/ 26 h 349"/>
                <a:gd name="T60" fmla="*/ 72 w 238"/>
                <a:gd name="T61" fmla="*/ 34 h 349"/>
                <a:gd name="T62" fmla="*/ 44 w 238"/>
                <a:gd name="T63" fmla="*/ 43 h 349"/>
                <a:gd name="T64" fmla="*/ 32 w 238"/>
                <a:gd name="T65" fmla="*/ 47 h 349"/>
                <a:gd name="T66" fmla="*/ 23 w 238"/>
                <a:gd name="T67" fmla="*/ 52 h 349"/>
                <a:gd name="T68" fmla="*/ 23 w 238"/>
                <a:gd name="T69" fmla="*/ 52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8" h="349">
                  <a:moveTo>
                    <a:pt x="23" y="52"/>
                  </a:moveTo>
                  <a:lnTo>
                    <a:pt x="23" y="52"/>
                  </a:lnTo>
                  <a:lnTo>
                    <a:pt x="21" y="53"/>
                  </a:lnTo>
                  <a:lnTo>
                    <a:pt x="18" y="56"/>
                  </a:lnTo>
                  <a:lnTo>
                    <a:pt x="13" y="66"/>
                  </a:lnTo>
                  <a:lnTo>
                    <a:pt x="10" y="81"/>
                  </a:lnTo>
                  <a:lnTo>
                    <a:pt x="6" y="98"/>
                  </a:lnTo>
                  <a:lnTo>
                    <a:pt x="3" y="118"/>
                  </a:lnTo>
                  <a:lnTo>
                    <a:pt x="2" y="140"/>
                  </a:lnTo>
                  <a:lnTo>
                    <a:pt x="1" y="164"/>
                  </a:lnTo>
                  <a:lnTo>
                    <a:pt x="0" y="189"/>
                  </a:lnTo>
                  <a:lnTo>
                    <a:pt x="1" y="212"/>
                  </a:lnTo>
                  <a:lnTo>
                    <a:pt x="3" y="236"/>
                  </a:lnTo>
                  <a:lnTo>
                    <a:pt x="5" y="260"/>
                  </a:lnTo>
                  <a:lnTo>
                    <a:pt x="10" y="280"/>
                  </a:lnTo>
                  <a:lnTo>
                    <a:pt x="14" y="299"/>
                  </a:lnTo>
                  <a:lnTo>
                    <a:pt x="21" y="314"/>
                  </a:lnTo>
                  <a:lnTo>
                    <a:pt x="24" y="321"/>
                  </a:lnTo>
                  <a:lnTo>
                    <a:pt x="28" y="325"/>
                  </a:lnTo>
                  <a:lnTo>
                    <a:pt x="32" y="330"/>
                  </a:lnTo>
                  <a:lnTo>
                    <a:pt x="37" y="333"/>
                  </a:lnTo>
                  <a:lnTo>
                    <a:pt x="37" y="333"/>
                  </a:lnTo>
                  <a:lnTo>
                    <a:pt x="80" y="336"/>
                  </a:lnTo>
                  <a:lnTo>
                    <a:pt x="148" y="341"/>
                  </a:lnTo>
                  <a:lnTo>
                    <a:pt x="238" y="349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195" y="5"/>
                  </a:lnTo>
                  <a:lnTo>
                    <a:pt x="138" y="18"/>
                  </a:lnTo>
                  <a:lnTo>
                    <a:pt x="104" y="26"/>
                  </a:lnTo>
                  <a:lnTo>
                    <a:pt x="72" y="34"/>
                  </a:lnTo>
                  <a:lnTo>
                    <a:pt x="44" y="43"/>
                  </a:lnTo>
                  <a:lnTo>
                    <a:pt x="32" y="47"/>
                  </a:lnTo>
                  <a:lnTo>
                    <a:pt x="23" y="52"/>
                  </a:lnTo>
                  <a:lnTo>
                    <a:pt x="23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54" name="Freeform 94">
              <a:extLst>
                <a:ext uri="{FF2B5EF4-FFF2-40B4-BE49-F238E27FC236}">
                  <a16:creationId xmlns:a16="http://schemas.microsoft.com/office/drawing/2014/main" xmlns="" id="{9B9EF315-A929-4568-BD55-52FDF8457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2975" y="2185245"/>
              <a:ext cx="757238" cy="1036638"/>
            </a:xfrm>
            <a:custGeom>
              <a:avLst/>
              <a:gdLst>
                <a:gd name="T0" fmla="*/ 473 w 477"/>
                <a:gd name="T1" fmla="*/ 0 h 653"/>
                <a:gd name="T2" fmla="*/ 90 w 477"/>
                <a:gd name="T3" fmla="*/ 99 h 653"/>
                <a:gd name="T4" fmla="*/ 90 w 477"/>
                <a:gd name="T5" fmla="*/ 99 h 653"/>
                <a:gd name="T6" fmla="*/ 86 w 477"/>
                <a:gd name="T7" fmla="*/ 102 h 653"/>
                <a:gd name="T8" fmla="*/ 75 w 477"/>
                <a:gd name="T9" fmla="*/ 113 h 653"/>
                <a:gd name="T10" fmla="*/ 67 w 477"/>
                <a:gd name="T11" fmla="*/ 121 h 653"/>
                <a:gd name="T12" fmla="*/ 59 w 477"/>
                <a:gd name="T13" fmla="*/ 132 h 653"/>
                <a:gd name="T14" fmla="*/ 51 w 477"/>
                <a:gd name="T15" fmla="*/ 145 h 653"/>
                <a:gd name="T16" fmla="*/ 42 w 477"/>
                <a:gd name="T17" fmla="*/ 160 h 653"/>
                <a:gd name="T18" fmla="*/ 33 w 477"/>
                <a:gd name="T19" fmla="*/ 178 h 653"/>
                <a:gd name="T20" fmla="*/ 25 w 477"/>
                <a:gd name="T21" fmla="*/ 198 h 653"/>
                <a:gd name="T22" fmla="*/ 17 w 477"/>
                <a:gd name="T23" fmla="*/ 222 h 653"/>
                <a:gd name="T24" fmla="*/ 11 w 477"/>
                <a:gd name="T25" fmla="*/ 248 h 653"/>
                <a:gd name="T26" fmla="*/ 6 w 477"/>
                <a:gd name="T27" fmla="*/ 278 h 653"/>
                <a:gd name="T28" fmla="*/ 2 w 477"/>
                <a:gd name="T29" fmla="*/ 310 h 653"/>
                <a:gd name="T30" fmla="*/ 0 w 477"/>
                <a:gd name="T31" fmla="*/ 345 h 653"/>
                <a:gd name="T32" fmla="*/ 0 w 477"/>
                <a:gd name="T33" fmla="*/ 385 h 653"/>
                <a:gd name="T34" fmla="*/ 0 w 477"/>
                <a:gd name="T35" fmla="*/ 385 h 653"/>
                <a:gd name="T36" fmla="*/ 2 w 477"/>
                <a:gd name="T37" fmla="*/ 404 h 653"/>
                <a:gd name="T38" fmla="*/ 4 w 477"/>
                <a:gd name="T39" fmla="*/ 423 h 653"/>
                <a:gd name="T40" fmla="*/ 6 w 477"/>
                <a:gd name="T41" fmla="*/ 440 h 653"/>
                <a:gd name="T42" fmla="*/ 8 w 477"/>
                <a:gd name="T43" fmla="*/ 457 h 653"/>
                <a:gd name="T44" fmla="*/ 15 w 477"/>
                <a:gd name="T45" fmla="*/ 488 h 653"/>
                <a:gd name="T46" fmla="*/ 24 w 477"/>
                <a:gd name="T47" fmla="*/ 515 h 653"/>
                <a:gd name="T48" fmla="*/ 33 w 477"/>
                <a:gd name="T49" fmla="*/ 538 h 653"/>
                <a:gd name="T50" fmla="*/ 45 w 477"/>
                <a:gd name="T51" fmla="*/ 558 h 653"/>
                <a:gd name="T52" fmla="*/ 56 w 477"/>
                <a:gd name="T53" fmla="*/ 575 h 653"/>
                <a:gd name="T54" fmla="*/ 67 w 477"/>
                <a:gd name="T55" fmla="*/ 589 h 653"/>
                <a:gd name="T56" fmla="*/ 79 w 477"/>
                <a:gd name="T57" fmla="*/ 600 h 653"/>
                <a:gd name="T58" fmla="*/ 90 w 477"/>
                <a:gd name="T59" fmla="*/ 609 h 653"/>
                <a:gd name="T60" fmla="*/ 100 w 477"/>
                <a:gd name="T61" fmla="*/ 617 h 653"/>
                <a:gd name="T62" fmla="*/ 109 w 477"/>
                <a:gd name="T63" fmla="*/ 621 h 653"/>
                <a:gd name="T64" fmla="*/ 123 w 477"/>
                <a:gd name="T65" fmla="*/ 628 h 653"/>
                <a:gd name="T66" fmla="*/ 128 w 477"/>
                <a:gd name="T67" fmla="*/ 629 h 653"/>
                <a:gd name="T68" fmla="*/ 477 w 477"/>
                <a:gd name="T69" fmla="*/ 653 h 653"/>
                <a:gd name="T70" fmla="*/ 473 w 477"/>
                <a:gd name="T71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77" h="653">
                  <a:moveTo>
                    <a:pt x="473" y="0"/>
                  </a:moveTo>
                  <a:lnTo>
                    <a:pt x="90" y="99"/>
                  </a:lnTo>
                  <a:lnTo>
                    <a:pt x="90" y="99"/>
                  </a:lnTo>
                  <a:lnTo>
                    <a:pt x="86" y="102"/>
                  </a:lnTo>
                  <a:lnTo>
                    <a:pt x="75" y="113"/>
                  </a:lnTo>
                  <a:lnTo>
                    <a:pt x="67" y="121"/>
                  </a:lnTo>
                  <a:lnTo>
                    <a:pt x="59" y="132"/>
                  </a:lnTo>
                  <a:lnTo>
                    <a:pt x="51" y="145"/>
                  </a:lnTo>
                  <a:lnTo>
                    <a:pt x="42" y="160"/>
                  </a:lnTo>
                  <a:lnTo>
                    <a:pt x="33" y="178"/>
                  </a:lnTo>
                  <a:lnTo>
                    <a:pt x="25" y="198"/>
                  </a:lnTo>
                  <a:lnTo>
                    <a:pt x="17" y="222"/>
                  </a:lnTo>
                  <a:lnTo>
                    <a:pt x="11" y="248"/>
                  </a:lnTo>
                  <a:lnTo>
                    <a:pt x="6" y="278"/>
                  </a:lnTo>
                  <a:lnTo>
                    <a:pt x="2" y="310"/>
                  </a:lnTo>
                  <a:lnTo>
                    <a:pt x="0" y="345"/>
                  </a:lnTo>
                  <a:lnTo>
                    <a:pt x="0" y="385"/>
                  </a:lnTo>
                  <a:lnTo>
                    <a:pt x="0" y="385"/>
                  </a:lnTo>
                  <a:lnTo>
                    <a:pt x="2" y="404"/>
                  </a:lnTo>
                  <a:lnTo>
                    <a:pt x="4" y="423"/>
                  </a:lnTo>
                  <a:lnTo>
                    <a:pt x="6" y="440"/>
                  </a:lnTo>
                  <a:lnTo>
                    <a:pt x="8" y="457"/>
                  </a:lnTo>
                  <a:lnTo>
                    <a:pt x="15" y="488"/>
                  </a:lnTo>
                  <a:lnTo>
                    <a:pt x="24" y="515"/>
                  </a:lnTo>
                  <a:lnTo>
                    <a:pt x="33" y="538"/>
                  </a:lnTo>
                  <a:lnTo>
                    <a:pt x="45" y="558"/>
                  </a:lnTo>
                  <a:lnTo>
                    <a:pt x="56" y="575"/>
                  </a:lnTo>
                  <a:lnTo>
                    <a:pt x="67" y="589"/>
                  </a:lnTo>
                  <a:lnTo>
                    <a:pt x="79" y="600"/>
                  </a:lnTo>
                  <a:lnTo>
                    <a:pt x="90" y="609"/>
                  </a:lnTo>
                  <a:lnTo>
                    <a:pt x="100" y="617"/>
                  </a:lnTo>
                  <a:lnTo>
                    <a:pt x="109" y="621"/>
                  </a:lnTo>
                  <a:lnTo>
                    <a:pt x="123" y="628"/>
                  </a:lnTo>
                  <a:lnTo>
                    <a:pt x="128" y="629"/>
                  </a:lnTo>
                  <a:lnTo>
                    <a:pt x="477" y="653"/>
                  </a:lnTo>
                  <a:lnTo>
                    <a:pt x="473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55" name="Freeform 95">
              <a:extLst>
                <a:ext uri="{FF2B5EF4-FFF2-40B4-BE49-F238E27FC236}">
                  <a16:creationId xmlns:a16="http://schemas.microsoft.com/office/drawing/2014/main" xmlns="" id="{EDB6FB78-FB42-4B65-B380-CB2FD2ED7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7463" y="2186833"/>
              <a:ext cx="822325" cy="1033463"/>
            </a:xfrm>
            <a:custGeom>
              <a:avLst/>
              <a:gdLst>
                <a:gd name="T0" fmla="*/ 0 w 518"/>
                <a:gd name="T1" fmla="*/ 316 h 651"/>
                <a:gd name="T2" fmla="*/ 2 w 518"/>
                <a:gd name="T3" fmla="*/ 382 h 651"/>
                <a:gd name="T4" fmla="*/ 15 w 518"/>
                <a:gd name="T5" fmla="*/ 444 h 651"/>
                <a:gd name="T6" fmla="*/ 37 w 518"/>
                <a:gd name="T7" fmla="*/ 499 h 651"/>
                <a:gd name="T8" fmla="*/ 68 w 518"/>
                <a:gd name="T9" fmla="*/ 549 h 651"/>
                <a:gd name="T10" fmla="*/ 94 w 518"/>
                <a:gd name="T11" fmla="*/ 581 h 651"/>
                <a:gd name="T12" fmla="*/ 114 w 518"/>
                <a:gd name="T13" fmla="*/ 599 h 651"/>
                <a:gd name="T14" fmla="*/ 135 w 518"/>
                <a:gd name="T15" fmla="*/ 615 h 651"/>
                <a:gd name="T16" fmla="*/ 158 w 518"/>
                <a:gd name="T17" fmla="*/ 628 h 651"/>
                <a:gd name="T18" fmla="*/ 183 w 518"/>
                <a:gd name="T19" fmla="*/ 639 h 651"/>
                <a:gd name="T20" fmla="*/ 208 w 518"/>
                <a:gd name="T21" fmla="*/ 646 h 651"/>
                <a:gd name="T22" fmla="*/ 234 w 518"/>
                <a:gd name="T23" fmla="*/ 651 h 651"/>
                <a:gd name="T24" fmla="*/ 246 w 518"/>
                <a:gd name="T25" fmla="*/ 651 h 651"/>
                <a:gd name="T26" fmla="*/ 273 w 518"/>
                <a:gd name="T27" fmla="*/ 651 h 651"/>
                <a:gd name="T28" fmla="*/ 299 w 518"/>
                <a:gd name="T29" fmla="*/ 646 h 651"/>
                <a:gd name="T30" fmla="*/ 324 w 518"/>
                <a:gd name="T31" fmla="*/ 640 h 651"/>
                <a:gd name="T32" fmla="*/ 348 w 518"/>
                <a:gd name="T33" fmla="*/ 629 h 651"/>
                <a:gd name="T34" fmla="*/ 372 w 518"/>
                <a:gd name="T35" fmla="*/ 617 h 651"/>
                <a:gd name="T36" fmla="*/ 393 w 518"/>
                <a:gd name="T37" fmla="*/ 601 h 651"/>
                <a:gd name="T38" fmla="*/ 415 w 518"/>
                <a:gd name="T39" fmla="*/ 583 h 651"/>
                <a:gd name="T40" fmla="*/ 451 w 518"/>
                <a:gd name="T41" fmla="*/ 540 h 651"/>
                <a:gd name="T42" fmla="*/ 482 w 518"/>
                <a:gd name="T43" fmla="*/ 489 h 651"/>
                <a:gd name="T44" fmla="*/ 503 w 518"/>
                <a:gd name="T45" fmla="*/ 431 h 651"/>
                <a:gd name="T46" fmla="*/ 516 w 518"/>
                <a:gd name="T47" fmla="*/ 369 h 651"/>
                <a:gd name="T48" fmla="*/ 518 w 518"/>
                <a:gd name="T49" fmla="*/ 335 h 651"/>
                <a:gd name="T50" fmla="*/ 516 w 518"/>
                <a:gd name="T51" fmla="*/ 270 h 651"/>
                <a:gd name="T52" fmla="*/ 503 w 518"/>
                <a:gd name="T53" fmla="*/ 207 h 651"/>
                <a:gd name="T54" fmla="*/ 481 w 518"/>
                <a:gd name="T55" fmla="*/ 152 h 651"/>
                <a:gd name="T56" fmla="*/ 451 w 518"/>
                <a:gd name="T57" fmla="*/ 102 h 651"/>
                <a:gd name="T58" fmla="*/ 424 w 518"/>
                <a:gd name="T59" fmla="*/ 71 h 651"/>
                <a:gd name="T60" fmla="*/ 404 w 518"/>
                <a:gd name="T61" fmla="*/ 53 h 651"/>
                <a:gd name="T62" fmla="*/ 382 w 518"/>
                <a:gd name="T63" fmla="*/ 37 h 651"/>
                <a:gd name="T64" fmla="*/ 359 w 518"/>
                <a:gd name="T65" fmla="*/ 23 h 651"/>
                <a:gd name="T66" fmla="*/ 336 w 518"/>
                <a:gd name="T67" fmla="*/ 13 h 651"/>
                <a:gd name="T68" fmla="*/ 311 w 518"/>
                <a:gd name="T69" fmla="*/ 5 h 651"/>
                <a:gd name="T70" fmla="*/ 285 w 518"/>
                <a:gd name="T71" fmla="*/ 2 h 651"/>
                <a:gd name="T72" fmla="*/ 271 w 518"/>
                <a:gd name="T73" fmla="*/ 0 h 651"/>
                <a:gd name="T74" fmla="*/ 244 w 518"/>
                <a:gd name="T75" fmla="*/ 0 h 651"/>
                <a:gd name="T76" fmla="*/ 219 w 518"/>
                <a:gd name="T77" fmla="*/ 5 h 651"/>
                <a:gd name="T78" fmla="*/ 193 w 518"/>
                <a:gd name="T79" fmla="*/ 12 h 651"/>
                <a:gd name="T80" fmla="*/ 169 w 518"/>
                <a:gd name="T81" fmla="*/ 22 h 651"/>
                <a:gd name="T82" fmla="*/ 146 w 518"/>
                <a:gd name="T83" fmla="*/ 34 h 651"/>
                <a:gd name="T84" fmla="*/ 124 w 518"/>
                <a:gd name="T85" fmla="*/ 50 h 651"/>
                <a:gd name="T86" fmla="*/ 104 w 518"/>
                <a:gd name="T87" fmla="*/ 68 h 651"/>
                <a:gd name="T88" fmla="*/ 66 w 518"/>
                <a:gd name="T89" fmla="*/ 111 h 651"/>
                <a:gd name="T90" fmla="*/ 37 w 518"/>
                <a:gd name="T91" fmla="*/ 162 h 651"/>
                <a:gd name="T92" fmla="*/ 14 w 518"/>
                <a:gd name="T93" fmla="*/ 220 h 651"/>
                <a:gd name="T94" fmla="*/ 2 w 518"/>
                <a:gd name="T95" fmla="*/ 283 h 651"/>
                <a:gd name="T96" fmla="*/ 0 w 518"/>
                <a:gd name="T97" fmla="*/ 316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18" h="651">
                  <a:moveTo>
                    <a:pt x="0" y="316"/>
                  </a:moveTo>
                  <a:lnTo>
                    <a:pt x="0" y="316"/>
                  </a:lnTo>
                  <a:lnTo>
                    <a:pt x="0" y="350"/>
                  </a:lnTo>
                  <a:lnTo>
                    <a:pt x="2" y="382"/>
                  </a:lnTo>
                  <a:lnTo>
                    <a:pt x="8" y="413"/>
                  </a:lnTo>
                  <a:lnTo>
                    <a:pt x="15" y="444"/>
                  </a:lnTo>
                  <a:lnTo>
                    <a:pt x="26" y="472"/>
                  </a:lnTo>
                  <a:lnTo>
                    <a:pt x="37" y="499"/>
                  </a:lnTo>
                  <a:lnTo>
                    <a:pt x="52" y="525"/>
                  </a:lnTo>
                  <a:lnTo>
                    <a:pt x="68" y="549"/>
                  </a:lnTo>
                  <a:lnTo>
                    <a:pt x="84" y="571"/>
                  </a:lnTo>
                  <a:lnTo>
                    <a:pt x="94" y="581"/>
                  </a:lnTo>
                  <a:lnTo>
                    <a:pt x="104" y="590"/>
                  </a:lnTo>
                  <a:lnTo>
                    <a:pt x="114" y="599"/>
                  </a:lnTo>
                  <a:lnTo>
                    <a:pt x="125" y="608"/>
                  </a:lnTo>
                  <a:lnTo>
                    <a:pt x="135" y="615"/>
                  </a:lnTo>
                  <a:lnTo>
                    <a:pt x="147" y="622"/>
                  </a:lnTo>
                  <a:lnTo>
                    <a:pt x="158" y="628"/>
                  </a:lnTo>
                  <a:lnTo>
                    <a:pt x="170" y="634"/>
                  </a:lnTo>
                  <a:lnTo>
                    <a:pt x="183" y="639"/>
                  </a:lnTo>
                  <a:lnTo>
                    <a:pt x="194" y="643"/>
                  </a:lnTo>
                  <a:lnTo>
                    <a:pt x="208" y="646"/>
                  </a:lnTo>
                  <a:lnTo>
                    <a:pt x="220" y="649"/>
                  </a:lnTo>
                  <a:lnTo>
                    <a:pt x="234" y="651"/>
                  </a:lnTo>
                  <a:lnTo>
                    <a:pt x="246" y="651"/>
                  </a:lnTo>
                  <a:lnTo>
                    <a:pt x="246" y="651"/>
                  </a:lnTo>
                  <a:lnTo>
                    <a:pt x="260" y="651"/>
                  </a:lnTo>
                  <a:lnTo>
                    <a:pt x="273" y="651"/>
                  </a:lnTo>
                  <a:lnTo>
                    <a:pt x="286" y="649"/>
                  </a:lnTo>
                  <a:lnTo>
                    <a:pt x="299" y="646"/>
                  </a:lnTo>
                  <a:lnTo>
                    <a:pt x="312" y="643"/>
                  </a:lnTo>
                  <a:lnTo>
                    <a:pt x="324" y="640"/>
                  </a:lnTo>
                  <a:lnTo>
                    <a:pt x="337" y="635"/>
                  </a:lnTo>
                  <a:lnTo>
                    <a:pt x="348" y="629"/>
                  </a:lnTo>
                  <a:lnTo>
                    <a:pt x="361" y="624"/>
                  </a:lnTo>
                  <a:lnTo>
                    <a:pt x="372" y="617"/>
                  </a:lnTo>
                  <a:lnTo>
                    <a:pt x="383" y="609"/>
                  </a:lnTo>
                  <a:lnTo>
                    <a:pt x="393" y="601"/>
                  </a:lnTo>
                  <a:lnTo>
                    <a:pt x="405" y="592"/>
                  </a:lnTo>
                  <a:lnTo>
                    <a:pt x="415" y="583"/>
                  </a:lnTo>
                  <a:lnTo>
                    <a:pt x="434" y="563"/>
                  </a:lnTo>
                  <a:lnTo>
                    <a:pt x="451" y="540"/>
                  </a:lnTo>
                  <a:lnTo>
                    <a:pt x="467" y="516"/>
                  </a:lnTo>
                  <a:lnTo>
                    <a:pt x="482" y="489"/>
                  </a:lnTo>
                  <a:lnTo>
                    <a:pt x="493" y="462"/>
                  </a:lnTo>
                  <a:lnTo>
                    <a:pt x="503" y="431"/>
                  </a:lnTo>
                  <a:lnTo>
                    <a:pt x="511" y="401"/>
                  </a:lnTo>
                  <a:lnTo>
                    <a:pt x="516" y="369"/>
                  </a:lnTo>
                  <a:lnTo>
                    <a:pt x="518" y="335"/>
                  </a:lnTo>
                  <a:lnTo>
                    <a:pt x="518" y="335"/>
                  </a:lnTo>
                  <a:lnTo>
                    <a:pt x="518" y="303"/>
                  </a:lnTo>
                  <a:lnTo>
                    <a:pt x="516" y="270"/>
                  </a:lnTo>
                  <a:lnTo>
                    <a:pt x="510" y="238"/>
                  </a:lnTo>
                  <a:lnTo>
                    <a:pt x="503" y="207"/>
                  </a:lnTo>
                  <a:lnTo>
                    <a:pt x="493" y="179"/>
                  </a:lnTo>
                  <a:lnTo>
                    <a:pt x="481" y="152"/>
                  </a:lnTo>
                  <a:lnTo>
                    <a:pt x="467" y="126"/>
                  </a:lnTo>
                  <a:lnTo>
                    <a:pt x="451" y="102"/>
                  </a:lnTo>
                  <a:lnTo>
                    <a:pt x="433" y="81"/>
                  </a:lnTo>
                  <a:lnTo>
                    <a:pt x="424" y="71"/>
                  </a:lnTo>
                  <a:lnTo>
                    <a:pt x="414" y="62"/>
                  </a:lnTo>
                  <a:lnTo>
                    <a:pt x="404" y="53"/>
                  </a:lnTo>
                  <a:lnTo>
                    <a:pt x="393" y="45"/>
                  </a:lnTo>
                  <a:lnTo>
                    <a:pt x="382" y="37"/>
                  </a:lnTo>
                  <a:lnTo>
                    <a:pt x="371" y="30"/>
                  </a:lnTo>
                  <a:lnTo>
                    <a:pt x="359" y="23"/>
                  </a:lnTo>
                  <a:lnTo>
                    <a:pt x="348" y="17"/>
                  </a:lnTo>
                  <a:lnTo>
                    <a:pt x="336" y="13"/>
                  </a:lnTo>
                  <a:lnTo>
                    <a:pt x="323" y="8"/>
                  </a:lnTo>
                  <a:lnTo>
                    <a:pt x="311" y="5"/>
                  </a:lnTo>
                  <a:lnTo>
                    <a:pt x="297" y="3"/>
                  </a:lnTo>
                  <a:lnTo>
                    <a:pt x="285" y="2"/>
                  </a:lnTo>
                  <a:lnTo>
                    <a:pt x="271" y="0"/>
                  </a:lnTo>
                  <a:lnTo>
                    <a:pt x="271" y="0"/>
                  </a:lnTo>
                  <a:lnTo>
                    <a:pt x="258" y="0"/>
                  </a:lnTo>
                  <a:lnTo>
                    <a:pt x="244" y="0"/>
                  </a:lnTo>
                  <a:lnTo>
                    <a:pt x="232" y="3"/>
                  </a:lnTo>
                  <a:lnTo>
                    <a:pt x="219" y="5"/>
                  </a:lnTo>
                  <a:lnTo>
                    <a:pt x="206" y="8"/>
                  </a:lnTo>
                  <a:lnTo>
                    <a:pt x="193" y="12"/>
                  </a:lnTo>
                  <a:lnTo>
                    <a:pt x="181" y="16"/>
                  </a:lnTo>
                  <a:lnTo>
                    <a:pt x="169" y="22"/>
                  </a:lnTo>
                  <a:lnTo>
                    <a:pt x="157" y="28"/>
                  </a:lnTo>
                  <a:lnTo>
                    <a:pt x="146" y="34"/>
                  </a:lnTo>
                  <a:lnTo>
                    <a:pt x="135" y="42"/>
                  </a:lnTo>
                  <a:lnTo>
                    <a:pt x="124" y="50"/>
                  </a:lnTo>
                  <a:lnTo>
                    <a:pt x="114" y="59"/>
                  </a:lnTo>
                  <a:lnTo>
                    <a:pt x="104" y="68"/>
                  </a:lnTo>
                  <a:lnTo>
                    <a:pt x="84" y="89"/>
                  </a:lnTo>
                  <a:lnTo>
                    <a:pt x="66" y="111"/>
                  </a:lnTo>
                  <a:lnTo>
                    <a:pt x="51" y="136"/>
                  </a:lnTo>
                  <a:lnTo>
                    <a:pt x="37" y="162"/>
                  </a:lnTo>
                  <a:lnTo>
                    <a:pt x="25" y="191"/>
                  </a:lnTo>
                  <a:lnTo>
                    <a:pt x="14" y="220"/>
                  </a:lnTo>
                  <a:lnTo>
                    <a:pt x="8" y="250"/>
                  </a:lnTo>
                  <a:lnTo>
                    <a:pt x="2" y="283"/>
                  </a:lnTo>
                  <a:lnTo>
                    <a:pt x="0" y="316"/>
                  </a:lnTo>
                  <a:lnTo>
                    <a:pt x="0" y="316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56" name="Freeform 96">
              <a:extLst>
                <a:ext uri="{FF2B5EF4-FFF2-40B4-BE49-F238E27FC236}">
                  <a16:creationId xmlns:a16="http://schemas.microsoft.com/office/drawing/2014/main" xmlns="" id="{23263C1D-29E5-43BF-BD42-9A48F9B5D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325" y="2240808"/>
              <a:ext cx="736600" cy="925513"/>
            </a:xfrm>
            <a:custGeom>
              <a:avLst/>
              <a:gdLst>
                <a:gd name="T0" fmla="*/ 0 w 464"/>
                <a:gd name="T1" fmla="*/ 283 h 583"/>
                <a:gd name="T2" fmla="*/ 3 w 464"/>
                <a:gd name="T3" fmla="*/ 342 h 583"/>
                <a:gd name="T4" fmla="*/ 14 w 464"/>
                <a:gd name="T5" fmla="*/ 397 h 583"/>
                <a:gd name="T6" fmla="*/ 34 w 464"/>
                <a:gd name="T7" fmla="*/ 447 h 583"/>
                <a:gd name="T8" fmla="*/ 61 w 464"/>
                <a:gd name="T9" fmla="*/ 491 h 583"/>
                <a:gd name="T10" fmla="*/ 94 w 464"/>
                <a:gd name="T11" fmla="*/ 529 h 583"/>
                <a:gd name="T12" fmla="*/ 132 w 464"/>
                <a:gd name="T13" fmla="*/ 557 h 583"/>
                <a:gd name="T14" fmla="*/ 153 w 464"/>
                <a:gd name="T15" fmla="*/ 567 h 583"/>
                <a:gd name="T16" fmla="*/ 175 w 464"/>
                <a:gd name="T17" fmla="*/ 575 h 583"/>
                <a:gd name="T18" fmla="*/ 198 w 464"/>
                <a:gd name="T19" fmla="*/ 581 h 583"/>
                <a:gd name="T20" fmla="*/ 222 w 464"/>
                <a:gd name="T21" fmla="*/ 583 h 583"/>
                <a:gd name="T22" fmla="*/ 233 w 464"/>
                <a:gd name="T23" fmla="*/ 583 h 583"/>
                <a:gd name="T24" fmla="*/ 257 w 464"/>
                <a:gd name="T25" fmla="*/ 581 h 583"/>
                <a:gd name="T26" fmla="*/ 279 w 464"/>
                <a:gd name="T27" fmla="*/ 576 h 583"/>
                <a:gd name="T28" fmla="*/ 302 w 464"/>
                <a:gd name="T29" fmla="*/ 568 h 583"/>
                <a:gd name="T30" fmla="*/ 332 w 464"/>
                <a:gd name="T31" fmla="*/ 551 h 583"/>
                <a:gd name="T32" fmla="*/ 371 w 464"/>
                <a:gd name="T33" fmla="*/ 522 h 583"/>
                <a:gd name="T34" fmla="*/ 404 w 464"/>
                <a:gd name="T35" fmla="*/ 483 h 583"/>
                <a:gd name="T36" fmla="*/ 431 w 464"/>
                <a:gd name="T37" fmla="*/ 438 h 583"/>
                <a:gd name="T38" fmla="*/ 450 w 464"/>
                <a:gd name="T39" fmla="*/ 386 h 583"/>
                <a:gd name="T40" fmla="*/ 461 w 464"/>
                <a:gd name="T41" fmla="*/ 331 h 583"/>
                <a:gd name="T42" fmla="*/ 464 w 464"/>
                <a:gd name="T43" fmla="*/ 300 h 583"/>
                <a:gd name="T44" fmla="*/ 461 w 464"/>
                <a:gd name="T45" fmla="*/ 241 h 583"/>
                <a:gd name="T46" fmla="*/ 450 w 464"/>
                <a:gd name="T47" fmla="*/ 187 h 583"/>
                <a:gd name="T48" fmla="*/ 430 w 464"/>
                <a:gd name="T49" fmla="*/ 136 h 583"/>
                <a:gd name="T50" fmla="*/ 404 w 464"/>
                <a:gd name="T51" fmla="*/ 92 h 583"/>
                <a:gd name="T52" fmla="*/ 371 w 464"/>
                <a:gd name="T53" fmla="*/ 56 h 583"/>
                <a:gd name="T54" fmla="*/ 332 w 464"/>
                <a:gd name="T55" fmla="*/ 28 h 583"/>
                <a:gd name="T56" fmla="*/ 311 w 464"/>
                <a:gd name="T57" fmla="*/ 16 h 583"/>
                <a:gd name="T58" fmla="*/ 289 w 464"/>
                <a:gd name="T59" fmla="*/ 8 h 583"/>
                <a:gd name="T60" fmla="*/ 267 w 464"/>
                <a:gd name="T61" fmla="*/ 4 h 583"/>
                <a:gd name="T62" fmla="*/ 243 w 464"/>
                <a:gd name="T63" fmla="*/ 0 h 583"/>
                <a:gd name="T64" fmla="*/ 231 w 464"/>
                <a:gd name="T65" fmla="*/ 0 h 583"/>
                <a:gd name="T66" fmla="*/ 207 w 464"/>
                <a:gd name="T67" fmla="*/ 3 h 583"/>
                <a:gd name="T68" fmla="*/ 184 w 464"/>
                <a:gd name="T69" fmla="*/ 8 h 583"/>
                <a:gd name="T70" fmla="*/ 163 w 464"/>
                <a:gd name="T71" fmla="*/ 15 h 583"/>
                <a:gd name="T72" fmla="*/ 131 w 464"/>
                <a:gd name="T73" fmla="*/ 32 h 583"/>
                <a:gd name="T74" fmla="*/ 93 w 464"/>
                <a:gd name="T75" fmla="*/ 62 h 583"/>
                <a:gd name="T76" fmla="*/ 60 w 464"/>
                <a:gd name="T77" fmla="*/ 100 h 583"/>
                <a:gd name="T78" fmla="*/ 34 w 464"/>
                <a:gd name="T79" fmla="*/ 145 h 583"/>
                <a:gd name="T80" fmla="*/ 13 w 464"/>
                <a:gd name="T81" fmla="*/ 197 h 583"/>
                <a:gd name="T82" fmla="*/ 2 w 464"/>
                <a:gd name="T83" fmla="*/ 254 h 583"/>
                <a:gd name="T84" fmla="*/ 0 w 464"/>
                <a:gd name="T85" fmla="*/ 283 h 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64" h="583">
                  <a:moveTo>
                    <a:pt x="0" y="283"/>
                  </a:moveTo>
                  <a:lnTo>
                    <a:pt x="0" y="283"/>
                  </a:lnTo>
                  <a:lnTo>
                    <a:pt x="0" y="313"/>
                  </a:lnTo>
                  <a:lnTo>
                    <a:pt x="3" y="342"/>
                  </a:lnTo>
                  <a:lnTo>
                    <a:pt x="8" y="370"/>
                  </a:lnTo>
                  <a:lnTo>
                    <a:pt x="14" y="397"/>
                  </a:lnTo>
                  <a:lnTo>
                    <a:pt x="24" y="422"/>
                  </a:lnTo>
                  <a:lnTo>
                    <a:pt x="34" y="447"/>
                  </a:lnTo>
                  <a:lnTo>
                    <a:pt x="46" y="470"/>
                  </a:lnTo>
                  <a:lnTo>
                    <a:pt x="61" y="491"/>
                  </a:lnTo>
                  <a:lnTo>
                    <a:pt x="77" y="511"/>
                  </a:lnTo>
                  <a:lnTo>
                    <a:pt x="94" y="529"/>
                  </a:lnTo>
                  <a:lnTo>
                    <a:pt x="112" y="543"/>
                  </a:lnTo>
                  <a:lnTo>
                    <a:pt x="132" y="557"/>
                  </a:lnTo>
                  <a:lnTo>
                    <a:pt x="142" y="563"/>
                  </a:lnTo>
                  <a:lnTo>
                    <a:pt x="153" y="567"/>
                  </a:lnTo>
                  <a:lnTo>
                    <a:pt x="164" y="572"/>
                  </a:lnTo>
                  <a:lnTo>
                    <a:pt x="175" y="575"/>
                  </a:lnTo>
                  <a:lnTo>
                    <a:pt x="186" y="579"/>
                  </a:lnTo>
                  <a:lnTo>
                    <a:pt x="198" y="581"/>
                  </a:lnTo>
                  <a:lnTo>
                    <a:pt x="209" y="582"/>
                  </a:lnTo>
                  <a:lnTo>
                    <a:pt x="222" y="583"/>
                  </a:lnTo>
                  <a:lnTo>
                    <a:pt x="222" y="583"/>
                  </a:lnTo>
                  <a:lnTo>
                    <a:pt x="233" y="583"/>
                  </a:lnTo>
                  <a:lnTo>
                    <a:pt x="245" y="582"/>
                  </a:lnTo>
                  <a:lnTo>
                    <a:pt x="257" y="581"/>
                  </a:lnTo>
                  <a:lnTo>
                    <a:pt x="268" y="579"/>
                  </a:lnTo>
                  <a:lnTo>
                    <a:pt x="279" y="576"/>
                  </a:lnTo>
                  <a:lnTo>
                    <a:pt x="291" y="572"/>
                  </a:lnTo>
                  <a:lnTo>
                    <a:pt x="302" y="568"/>
                  </a:lnTo>
                  <a:lnTo>
                    <a:pt x="312" y="564"/>
                  </a:lnTo>
                  <a:lnTo>
                    <a:pt x="332" y="551"/>
                  </a:lnTo>
                  <a:lnTo>
                    <a:pt x="353" y="538"/>
                  </a:lnTo>
                  <a:lnTo>
                    <a:pt x="371" y="522"/>
                  </a:lnTo>
                  <a:lnTo>
                    <a:pt x="388" y="504"/>
                  </a:lnTo>
                  <a:lnTo>
                    <a:pt x="404" y="483"/>
                  </a:lnTo>
                  <a:lnTo>
                    <a:pt x="418" y="462"/>
                  </a:lnTo>
                  <a:lnTo>
                    <a:pt x="431" y="438"/>
                  </a:lnTo>
                  <a:lnTo>
                    <a:pt x="441" y="413"/>
                  </a:lnTo>
                  <a:lnTo>
                    <a:pt x="450" y="386"/>
                  </a:lnTo>
                  <a:lnTo>
                    <a:pt x="457" y="359"/>
                  </a:lnTo>
                  <a:lnTo>
                    <a:pt x="461" y="331"/>
                  </a:lnTo>
                  <a:lnTo>
                    <a:pt x="464" y="300"/>
                  </a:lnTo>
                  <a:lnTo>
                    <a:pt x="464" y="300"/>
                  </a:lnTo>
                  <a:lnTo>
                    <a:pt x="464" y="271"/>
                  </a:lnTo>
                  <a:lnTo>
                    <a:pt x="461" y="241"/>
                  </a:lnTo>
                  <a:lnTo>
                    <a:pt x="457" y="213"/>
                  </a:lnTo>
                  <a:lnTo>
                    <a:pt x="450" y="187"/>
                  </a:lnTo>
                  <a:lnTo>
                    <a:pt x="441" y="161"/>
                  </a:lnTo>
                  <a:lnTo>
                    <a:pt x="430" y="136"/>
                  </a:lnTo>
                  <a:lnTo>
                    <a:pt x="417" y="114"/>
                  </a:lnTo>
                  <a:lnTo>
                    <a:pt x="404" y="92"/>
                  </a:lnTo>
                  <a:lnTo>
                    <a:pt x="388" y="73"/>
                  </a:lnTo>
                  <a:lnTo>
                    <a:pt x="371" y="56"/>
                  </a:lnTo>
                  <a:lnTo>
                    <a:pt x="352" y="40"/>
                  </a:lnTo>
                  <a:lnTo>
                    <a:pt x="332" y="28"/>
                  </a:lnTo>
                  <a:lnTo>
                    <a:pt x="322" y="22"/>
                  </a:lnTo>
                  <a:lnTo>
                    <a:pt x="311" y="16"/>
                  </a:lnTo>
                  <a:lnTo>
                    <a:pt x="301" y="12"/>
                  </a:lnTo>
                  <a:lnTo>
                    <a:pt x="289" y="8"/>
                  </a:lnTo>
                  <a:lnTo>
                    <a:pt x="278" y="6"/>
                  </a:lnTo>
                  <a:lnTo>
                    <a:pt x="267" y="4"/>
                  </a:lnTo>
                  <a:lnTo>
                    <a:pt x="254" y="2"/>
                  </a:lnTo>
                  <a:lnTo>
                    <a:pt x="243" y="0"/>
                  </a:lnTo>
                  <a:lnTo>
                    <a:pt x="243" y="0"/>
                  </a:lnTo>
                  <a:lnTo>
                    <a:pt x="231" y="0"/>
                  </a:lnTo>
                  <a:lnTo>
                    <a:pt x="219" y="2"/>
                  </a:lnTo>
                  <a:lnTo>
                    <a:pt x="207" y="3"/>
                  </a:lnTo>
                  <a:lnTo>
                    <a:pt x="196" y="5"/>
                  </a:lnTo>
                  <a:lnTo>
                    <a:pt x="184" y="8"/>
                  </a:lnTo>
                  <a:lnTo>
                    <a:pt x="173" y="12"/>
                  </a:lnTo>
                  <a:lnTo>
                    <a:pt x="163" y="15"/>
                  </a:lnTo>
                  <a:lnTo>
                    <a:pt x="151" y="21"/>
                  </a:lnTo>
                  <a:lnTo>
                    <a:pt x="131" y="32"/>
                  </a:lnTo>
                  <a:lnTo>
                    <a:pt x="112" y="46"/>
                  </a:lnTo>
                  <a:lnTo>
                    <a:pt x="93" y="62"/>
                  </a:lnTo>
                  <a:lnTo>
                    <a:pt x="76" y="80"/>
                  </a:lnTo>
                  <a:lnTo>
                    <a:pt x="60" y="100"/>
                  </a:lnTo>
                  <a:lnTo>
                    <a:pt x="46" y="123"/>
                  </a:lnTo>
                  <a:lnTo>
                    <a:pt x="34" y="145"/>
                  </a:lnTo>
                  <a:lnTo>
                    <a:pt x="22" y="170"/>
                  </a:lnTo>
                  <a:lnTo>
                    <a:pt x="13" y="197"/>
                  </a:lnTo>
                  <a:lnTo>
                    <a:pt x="8" y="224"/>
                  </a:lnTo>
                  <a:lnTo>
                    <a:pt x="2" y="254"/>
                  </a:lnTo>
                  <a:lnTo>
                    <a:pt x="0" y="283"/>
                  </a:lnTo>
                  <a:lnTo>
                    <a:pt x="0" y="2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57" name="Freeform 101">
              <a:extLst>
                <a:ext uri="{FF2B5EF4-FFF2-40B4-BE49-F238E27FC236}">
                  <a16:creationId xmlns:a16="http://schemas.microsoft.com/office/drawing/2014/main" xmlns="" id="{C3B3695E-E90B-449C-A23F-F487B121A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5225" y="2853583"/>
              <a:ext cx="193675" cy="50800"/>
            </a:xfrm>
            <a:custGeom>
              <a:avLst/>
              <a:gdLst>
                <a:gd name="T0" fmla="*/ 11 w 122"/>
                <a:gd name="T1" fmla="*/ 32 h 32"/>
                <a:gd name="T2" fmla="*/ 11 w 122"/>
                <a:gd name="T3" fmla="*/ 32 h 32"/>
                <a:gd name="T4" fmla="*/ 6 w 122"/>
                <a:gd name="T5" fmla="*/ 32 h 32"/>
                <a:gd name="T6" fmla="*/ 3 w 122"/>
                <a:gd name="T7" fmla="*/ 30 h 32"/>
                <a:gd name="T8" fmla="*/ 1 w 122"/>
                <a:gd name="T9" fmla="*/ 26 h 32"/>
                <a:gd name="T10" fmla="*/ 0 w 122"/>
                <a:gd name="T11" fmla="*/ 22 h 32"/>
                <a:gd name="T12" fmla="*/ 0 w 122"/>
                <a:gd name="T13" fmla="*/ 22 h 32"/>
                <a:gd name="T14" fmla="*/ 1 w 122"/>
                <a:gd name="T15" fmla="*/ 17 h 32"/>
                <a:gd name="T16" fmla="*/ 2 w 122"/>
                <a:gd name="T17" fmla="*/ 14 h 32"/>
                <a:gd name="T18" fmla="*/ 5 w 122"/>
                <a:gd name="T19" fmla="*/ 11 h 32"/>
                <a:gd name="T20" fmla="*/ 10 w 122"/>
                <a:gd name="T21" fmla="*/ 9 h 32"/>
                <a:gd name="T22" fmla="*/ 109 w 122"/>
                <a:gd name="T23" fmla="*/ 0 h 32"/>
                <a:gd name="T24" fmla="*/ 109 w 122"/>
                <a:gd name="T25" fmla="*/ 0 h 32"/>
                <a:gd name="T26" fmla="*/ 114 w 122"/>
                <a:gd name="T27" fmla="*/ 1 h 32"/>
                <a:gd name="T28" fmla="*/ 118 w 122"/>
                <a:gd name="T29" fmla="*/ 4 h 32"/>
                <a:gd name="T30" fmla="*/ 121 w 122"/>
                <a:gd name="T31" fmla="*/ 7 h 32"/>
                <a:gd name="T32" fmla="*/ 122 w 122"/>
                <a:gd name="T33" fmla="*/ 10 h 32"/>
                <a:gd name="T34" fmla="*/ 122 w 122"/>
                <a:gd name="T35" fmla="*/ 10 h 32"/>
                <a:gd name="T36" fmla="*/ 122 w 122"/>
                <a:gd name="T37" fmla="*/ 15 h 32"/>
                <a:gd name="T38" fmla="*/ 120 w 122"/>
                <a:gd name="T39" fmla="*/ 19 h 32"/>
                <a:gd name="T40" fmla="*/ 116 w 122"/>
                <a:gd name="T41" fmla="*/ 22 h 32"/>
                <a:gd name="T42" fmla="*/ 112 w 122"/>
                <a:gd name="T43" fmla="*/ 23 h 32"/>
                <a:gd name="T44" fmla="*/ 12 w 122"/>
                <a:gd name="T45" fmla="*/ 32 h 32"/>
                <a:gd name="T46" fmla="*/ 12 w 122"/>
                <a:gd name="T47" fmla="*/ 32 h 32"/>
                <a:gd name="T48" fmla="*/ 11 w 122"/>
                <a:gd name="T49" fmla="*/ 32 h 32"/>
                <a:gd name="T50" fmla="*/ 11 w 122"/>
                <a:gd name="T5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2" h="32">
                  <a:moveTo>
                    <a:pt x="11" y="32"/>
                  </a:moveTo>
                  <a:lnTo>
                    <a:pt x="11" y="32"/>
                  </a:lnTo>
                  <a:lnTo>
                    <a:pt x="6" y="32"/>
                  </a:lnTo>
                  <a:lnTo>
                    <a:pt x="3" y="30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5" y="11"/>
                  </a:lnTo>
                  <a:lnTo>
                    <a:pt x="10" y="9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4" y="1"/>
                  </a:lnTo>
                  <a:lnTo>
                    <a:pt x="118" y="4"/>
                  </a:lnTo>
                  <a:lnTo>
                    <a:pt x="121" y="7"/>
                  </a:lnTo>
                  <a:lnTo>
                    <a:pt x="122" y="10"/>
                  </a:lnTo>
                  <a:lnTo>
                    <a:pt x="122" y="10"/>
                  </a:lnTo>
                  <a:lnTo>
                    <a:pt x="122" y="15"/>
                  </a:lnTo>
                  <a:lnTo>
                    <a:pt x="120" y="19"/>
                  </a:lnTo>
                  <a:lnTo>
                    <a:pt x="116" y="22"/>
                  </a:lnTo>
                  <a:lnTo>
                    <a:pt x="112" y="23"/>
                  </a:lnTo>
                  <a:lnTo>
                    <a:pt x="12" y="32"/>
                  </a:lnTo>
                  <a:lnTo>
                    <a:pt x="12" y="32"/>
                  </a:lnTo>
                  <a:lnTo>
                    <a:pt x="11" y="32"/>
                  </a:lnTo>
                  <a:lnTo>
                    <a:pt x="11" y="32"/>
                  </a:lnTo>
                  <a:close/>
                </a:path>
              </a:pathLst>
            </a:custGeom>
            <a:solidFill>
              <a:srgbClr val="26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58" name="Freeform 102">
              <a:extLst>
                <a:ext uri="{FF2B5EF4-FFF2-40B4-BE49-F238E27FC236}">
                  <a16:creationId xmlns:a16="http://schemas.microsoft.com/office/drawing/2014/main" xmlns="" id="{535AE940-D442-4770-AD1C-B6CBDA577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6425" y="2891683"/>
              <a:ext cx="1544638" cy="1176338"/>
            </a:xfrm>
            <a:custGeom>
              <a:avLst/>
              <a:gdLst>
                <a:gd name="T0" fmla="*/ 309 w 973"/>
                <a:gd name="T1" fmla="*/ 741 h 741"/>
                <a:gd name="T2" fmla="*/ 280 w 973"/>
                <a:gd name="T3" fmla="*/ 739 h 741"/>
                <a:gd name="T4" fmla="*/ 252 w 973"/>
                <a:gd name="T5" fmla="*/ 734 h 741"/>
                <a:gd name="T6" fmla="*/ 199 w 973"/>
                <a:gd name="T7" fmla="*/ 716 h 741"/>
                <a:gd name="T8" fmla="*/ 148 w 973"/>
                <a:gd name="T9" fmla="*/ 691 h 741"/>
                <a:gd name="T10" fmla="*/ 103 w 973"/>
                <a:gd name="T11" fmla="*/ 663 h 741"/>
                <a:gd name="T12" fmla="*/ 64 w 973"/>
                <a:gd name="T13" fmla="*/ 632 h 741"/>
                <a:gd name="T14" fmla="*/ 11 w 973"/>
                <a:gd name="T15" fmla="*/ 584 h 741"/>
                <a:gd name="T16" fmla="*/ 109 w 973"/>
                <a:gd name="T17" fmla="*/ 471 h 741"/>
                <a:gd name="T18" fmla="*/ 128 w 973"/>
                <a:gd name="T19" fmla="*/ 489 h 741"/>
                <a:gd name="T20" fmla="*/ 174 w 973"/>
                <a:gd name="T21" fmla="*/ 529 h 741"/>
                <a:gd name="T22" fmla="*/ 227 w 973"/>
                <a:gd name="T23" fmla="*/ 564 h 741"/>
                <a:gd name="T24" fmla="*/ 254 w 973"/>
                <a:gd name="T25" fmla="*/ 578 h 741"/>
                <a:gd name="T26" fmla="*/ 281 w 973"/>
                <a:gd name="T27" fmla="*/ 587 h 741"/>
                <a:gd name="T28" fmla="*/ 306 w 973"/>
                <a:gd name="T29" fmla="*/ 592 h 741"/>
                <a:gd name="T30" fmla="*/ 314 w 973"/>
                <a:gd name="T31" fmla="*/ 589 h 741"/>
                <a:gd name="T32" fmla="*/ 338 w 973"/>
                <a:gd name="T33" fmla="*/ 576 h 741"/>
                <a:gd name="T34" fmla="*/ 364 w 973"/>
                <a:gd name="T35" fmla="*/ 557 h 741"/>
                <a:gd name="T36" fmla="*/ 400 w 973"/>
                <a:gd name="T37" fmla="*/ 526 h 741"/>
                <a:gd name="T38" fmla="*/ 447 w 973"/>
                <a:gd name="T39" fmla="*/ 483 h 741"/>
                <a:gd name="T40" fmla="*/ 506 w 973"/>
                <a:gd name="T41" fmla="*/ 422 h 741"/>
                <a:gd name="T42" fmla="*/ 577 w 973"/>
                <a:gd name="T43" fmla="*/ 344 h 741"/>
                <a:gd name="T44" fmla="*/ 618 w 973"/>
                <a:gd name="T45" fmla="*/ 296 h 741"/>
                <a:gd name="T46" fmla="*/ 707 w 973"/>
                <a:gd name="T47" fmla="*/ 188 h 741"/>
                <a:gd name="T48" fmla="*/ 833 w 973"/>
                <a:gd name="T49" fmla="*/ 26 h 741"/>
                <a:gd name="T50" fmla="*/ 973 w 973"/>
                <a:gd name="T51" fmla="*/ 89 h 741"/>
                <a:gd name="T52" fmla="*/ 950 w 973"/>
                <a:gd name="T53" fmla="*/ 119 h 741"/>
                <a:gd name="T54" fmla="*/ 859 w 973"/>
                <a:gd name="T55" fmla="*/ 238 h 741"/>
                <a:gd name="T56" fmla="*/ 770 w 973"/>
                <a:gd name="T57" fmla="*/ 346 h 741"/>
                <a:gd name="T58" fmla="*/ 722 w 973"/>
                <a:gd name="T59" fmla="*/ 404 h 741"/>
                <a:gd name="T60" fmla="*/ 633 w 973"/>
                <a:gd name="T61" fmla="*/ 503 h 741"/>
                <a:gd name="T62" fmla="*/ 559 w 973"/>
                <a:gd name="T63" fmla="*/ 581 h 741"/>
                <a:gd name="T64" fmla="*/ 496 w 973"/>
                <a:gd name="T65" fmla="*/ 640 h 741"/>
                <a:gd name="T66" fmla="*/ 443 w 973"/>
                <a:gd name="T67" fmla="*/ 683 h 741"/>
                <a:gd name="T68" fmla="*/ 399 w 973"/>
                <a:gd name="T69" fmla="*/ 713 h 741"/>
                <a:gd name="T70" fmla="*/ 363 w 973"/>
                <a:gd name="T71" fmla="*/ 730 h 741"/>
                <a:gd name="T72" fmla="*/ 334 w 973"/>
                <a:gd name="T73" fmla="*/ 739 h 741"/>
                <a:gd name="T74" fmla="*/ 309 w 973"/>
                <a:gd name="T75" fmla="*/ 741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73" h="741">
                  <a:moveTo>
                    <a:pt x="309" y="741"/>
                  </a:moveTo>
                  <a:lnTo>
                    <a:pt x="309" y="741"/>
                  </a:lnTo>
                  <a:lnTo>
                    <a:pt x="294" y="740"/>
                  </a:lnTo>
                  <a:lnTo>
                    <a:pt x="280" y="739"/>
                  </a:lnTo>
                  <a:lnTo>
                    <a:pt x="266" y="736"/>
                  </a:lnTo>
                  <a:lnTo>
                    <a:pt x="252" y="734"/>
                  </a:lnTo>
                  <a:lnTo>
                    <a:pt x="225" y="726"/>
                  </a:lnTo>
                  <a:lnTo>
                    <a:pt x="199" y="716"/>
                  </a:lnTo>
                  <a:lnTo>
                    <a:pt x="173" y="705"/>
                  </a:lnTo>
                  <a:lnTo>
                    <a:pt x="148" y="691"/>
                  </a:lnTo>
                  <a:lnTo>
                    <a:pt x="125" y="678"/>
                  </a:lnTo>
                  <a:lnTo>
                    <a:pt x="103" y="663"/>
                  </a:lnTo>
                  <a:lnTo>
                    <a:pt x="82" y="647"/>
                  </a:lnTo>
                  <a:lnTo>
                    <a:pt x="64" y="632"/>
                  </a:lnTo>
                  <a:lnTo>
                    <a:pt x="33" y="605"/>
                  </a:lnTo>
                  <a:lnTo>
                    <a:pt x="11" y="584"/>
                  </a:lnTo>
                  <a:lnTo>
                    <a:pt x="0" y="571"/>
                  </a:lnTo>
                  <a:lnTo>
                    <a:pt x="109" y="471"/>
                  </a:lnTo>
                  <a:lnTo>
                    <a:pt x="109" y="471"/>
                  </a:lnTo>
                  <a:lnTo>
                    <a:pt x="128" y="489"/>
                  </a:lnTo>
                  <a:lnTo>
                    <a:pt x="149" y="509"/>
                  </a:lnTo>
                  <a:lnTo>
                    <a:pt x="174" y="529"/>
                  </a:lnTo>
                  <a:lnTo>
                    <a:pt x="200" y="547"/>
                  </a:lnTo>
                  <a:lnTo>
                    <a:pt x="227" y="564"/>
                  </a:lnTo>
                  <a:lnTo>
                    <a:pt x="241" y="572"/>
                  </a:lnTo>
                  <a:lnTo>
                    <a:pt x="254" y="578"/>
                  </a:lnTo>
                  <a:lnTo>
                    <a:pt x="268" y="584"/>
                  </a:lnTo>
                  <a:lnTo>
                    <a:pt x="281" y="587"/>
                  </a:lnTo>
                  <a:lnTo>
                    <a:pt x="294" y="590"/>
                  </a:lnTo>
                  <a:lnTo>
                    <a:pt x="306" y="592"/>
                  </a:lnTo>
                  <a:lnTo>
                    <a:pt x="306" y="592"/>
                  </a:lnTo>
                  <a:lnTo>
                    <a:pt x="314" y="589"/>
                  </a:lnTo>
                  <a:lnTo>
                    <a:pt x="328" y="581"/>
                  </a:lnTo>
                  <a:lnTo>
                    <a:pt x="338" y="576"/>
                  </a:lnTo>
                  <a:lnTo>
                    <a:pt x="349" y="568"/>
                  </a:lnTo>
                  <a:lnTo>
                    <a:pt x="364" y="557"/>
                  </a:lnTo>
                  <a:lnTo>
                    <a:pt x="381" y="543"/>
                  </a:lnTo>
                  <a:lnTo>
                    <a:pt x="400" y="526"/>
                  </a:lnTo>
                  <a:lnTo>
                    <a:pt x="422" y="507"/>
                  </a:lnTo>
                  <a:lnTo>
                    <a:pt x="447" y="483"/>
                  </a:lnTo>
                  <a:lnTo>
                    <a:pt x="475" y="455"/>
                  </a:lnTo>
                  <a:lnTo>
                    <a:pt x="506" y="422"/>
                  </a:lnTo>
                  <a:lnTo>
                    <a:pt x="539" y="386"/>
                  </a:lnTo>
                  <a:lnTo>
                    <a:pt x="577" y="344"/>
                  </a:lnTo>
                  <a:lnTo>
                    <a:pt x="618" y="296"/>
                  </a:lnTo>
                  <a:lnTo>
                    <a:pt x="618" y="296"/>
                  </a:lnTo>
                  <a:lnTo>
                    <a:pt x="664" y="241"/>
                  </a:lnTo>
                  <a:lnTo>
                    <a:pt x="707" y="188"/>
                  </a:lnTo>
                  <a:lnTo>
                    <a:pt x="782" y="93"/>
                  </a:lnTo>
                  <a:lnTo>
                    <a:pt x="833" y="26"/>
                  </a:lnTo>
                  <a:lnTo>
                    <a:pt x="853" y="0"/>
                  </a:lnTo>
                  <a:lnTo>
                    <a:pt x="973" y="89"/>
                  </a:lnTo>
                  <a:lnTo>
                    <a:pt x="973" y="89"/>
                  </a:lnTo>
                  <a:lnTo>
                    <a:pt x="950" y="119"/>
                  </a:lnTo>
                  <a:lnTo>
                    <a:pt x="896" y="190"/>
                  </a:lnTo>
                  <a:lnTo>
                    <a:pt x="859" y="238"/>
                  </a:lnTo>
                  <a:lnTo>
                    <a:pt x="817" y="290"/>
                  </a:lnTo>
                  <a:lnTo>
                    <a:pt x="770" y="346"/>
                  </a:lnTo>
                  <a:lnTo>
                    <a:pt x="722" y="404"/>
                  </a:lnTo>
                  <a:lnTo>
                    <a:pt x="722" y="404"/>
                  </a:lnTo>
                  <a:lnTo>
                    <a:pt x="676" y="457"/>
                  </a:lnTo>
                  <a:lnTo>
                    <a:pt x="633" y="503"/>
                  </a:lnTo>
                  <a:lnTo>
                    <a:pt x="595" y="545"/>
                  </a:lnTo>
                  <a:lnTo>
                    <a:pt x="559" y="581"/>
                  </a:lnTo>
                  <a:lnTo>
                    <a:pt x="526" y="613"/>
                  </a:lnTo>
                  <a:lnTo>
                    <a:pt x="496" y="640"/>
                  </a:lnTo>
                  <a:lnTo>
                    <a:pt x="468" y="664"/>
                  </a:lnTo>
                  <a:lnTo>
                    <a:pt x="443" y="683"/>
                  </a:lnTo>
                  <a:lnTo>
                    <a:pt x="421" y="699"/>
                  </a:lnTo>
                  <a:lnTo>
                    <a:pt x="399" y="713"/>
                  </a:lnTo>
                  <a:lnTo>
                    <a:pt x="381" y="722"/>
                  </a:lnTo>
                  <a:lnTo>
                    <a:pt x="363" y="730"/>
                  </a:lnTo>
                  <a:lnTo>
                    <a:pt x="348" y="735"/>
                  </a:lnTo>
                  <a:lnTo>
                    <a:pt x="334" y="739"/>
                  </a:lnTo>
                  <a:lnTo>
                    <a:pt x="320" y="740"/>
                  </a:lnTo>
                  <a:lnTo>
                    <a:pt x="309" y="741"/>
                  </a:lnTo>
                  <a:lnTo>
                    <a:pt x="309" y="741"/>
                  </a:lnTo>
                  <a:close/>
                </a:path>
              </a:pathLst>
            </a:custGeom>
            <a:solidFill>
              <a:srgbClr val="E8B18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59" name="Freeform 103">
              <a:extLst>
                <a:ext uri="{FF2B5EF4-FFF2-40B4-BE49-F238E27FC236}">
                  <a16:creationId xmlns:a16="http://schemas.microsoft.com/office/drawing/2014/main" xmlns="" id="{43FAB1F2-F4B0-451D-9C59-53930BCD4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9600" y="2853583"/>
              <a:ext cx="303213" cy="254000"/>
            </a:xfrm>
            <a:custGeom>
              <a:avLst/>
              <a:gdLst>
                <a:gd name="T0" fmla="*/ 188 w 191"/>
                <a:gd name="T1" fmla="*/ 113 h 160"/>
                <a:gd name="T2" fmla="*/ 181 w 191"/>
                <a:gd name="T3" fmla="*/ 128 h 160"/>
                <a:gd name="T4" fmla="*/ 171 w 191"/>
                <a:gd name="T5" fmla="*/ 139 h 160"/>
                <a:gd name="T6" fmla="*/ 157 w 191"/>
                <a:gd name="T7" fmla="*/ 148 h 160"/>
                <a:gd name="T8" fmla="*/ 143 w 191"/>
                <a:gd name="T9" fmla="*/ 155 h 160"/>
                <a:gd name="T10" fmla="*/ 126 w 191"/>
                <a:gd name="T11" fmla="*/ 159 h 160"/>
                <a:gd name="T12" fmla="*/ 108 w 191"/>
                <a:gd name="T13" fmla="*/ 160 h 160"/>
                <a:gd name="T14" fmla="*/ 88 w 191"/>
                <a:gd name="T15" fmla="*/ 157 h 160"/>
                <a:gd name="T16" fmla="*/ 69 w 191"/>
                <a:gd name="T17" fmla="*/ 153 h 160"/>
                <a:gd name="T18" fmla="*/ 60 w 191"/>
                <a:gd name="T19" fmla="*/ 148 h 160"/>
                <a:gd name="T20" fmla="*/ 43 w 191"/>
                <a:gd name="T21" fmla="*/ 139 h 160"/>
                <a:gd name="T22" fmla="*/ 29 w 191"/>
                <a:gd name="T23" fmla="*/ 128 h 160"/>
                <a:gd name="T24" fmla="*/ 17 w 191"/>
                <a:gd name="T25" fmla="*/ 114 h 160"/>
                <a:gd name="T26" fmla="*/ 8 w 191"/>
                <a:gd name="T27" fmla="*/ 101 h 160"/>
                <a:gd name="T28" fmla="*/ 2 w 191"/>
                <a:gd name="T29" fmla="*/ 85 h 160"/>
                <a:gd name="T30" fmla="*/ 0 w 191"/>
                <a:gd name="T31" fmla="*/ 69 h 160"/>
                <a:gd name="T32" fmla="*/ 2 w 191"/>
                <a:gd name="T33" fmla="*/ 54 h 160"/>
                <a:gd name="T34" fmla="*/ 5 w 191"/>
                <a:gd name="T35" fmla="*/ 47 h 160"/>
                <a:gd name="T36" fmla="*/ 11 w 191"/>
                <a:gd name="T37" fmla="*/ 33 h 160"/>
                <a:gd name="T38" fmla="*/ 22 w 191"/>
                <a:gd name="T39" fmla="*/ 22 h 160"/>
                <a:gd name="T40" fmla="*/ 35 w 191"/>
                <a:gd name="T41" fmla="*/ 11 h 160"/>
                <a:gd name="T42" fmla="*/ 50 w 191"/>
                <a:gd name="T43" fmla="*/ 6 h 160"/>
                <a:gd name="T44" fmla="*/ 67 w 191"/>
                <a:gd name="T45" fmla="*/ 1 h 160"/>
                <a:gd name="T46" fmla="*/ 85 w 191"/>
                <a:gd name="T47" fmla="*/ 0 h 160"/>
                <a:gd name="T48" fmla="*/ 103 w 191"/>
                <a:gd name="T49" fmla="*/ 2 h 160"/>
                <a:gd name="T50" fmla="*/ 122 w 191"/>
                <a:gd name="T51" fmla="*/ 8 h 160"/>
                <a:gd name="T52" fmla="*/ 131 w 191"/>
                <a:gd name="T53" fmla="*/ 11 h 160"/>
                <a:gd name="T54" fmla="*/ 148 w 191"/>
                <a:gd name="T55" fmla="*/ 22 h 160"/>
                <a:gd name="T56" fmla="*/ 163 w 191"/>
                <a:gd name="T57" fmla="*/ 33 h 160"/>
                <a:gd name="T58" fmla="*/ 174 w 191"/>
                <a:gd name="T59" fmla="*/ 45 h 160"/>
                <a:gd name="T60" fmla="*/ 183 w 191"/>
                <a:gd name="T61" fmla="*/ 60 h 160"/>
                <a:gd name="T62" fmla="*/ 189 w 191"/>
                <a:gd name="T63" fmla="*/ 75 h 160"/>
                <a:gd name="T64" fmla="*/ 191 w 191"/>
                <a:gd name="T65" fmla="*/ 91 h 160"/>
                <a:gd name="T66" fmla="*/ 190 w 191"/>
                <a:gd name="T67" fmla="*/ 107 h 160"/>
                <a:gd name="T68" fmla="*/ 188 w 191"/>
                <a:gd name="T69" fmla="*/ 113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1" h="160">
                  <a:moveTo>
                    <a:pt x="188" y="113"/>
                  </a:moveTo>
                  <a:lnTo>
                    <a:pt x="188" y="113"/>
                  </a:lnTo>
                  <a:lnTo>
                    <a:pt x="184" y="121"/>
                  </a:lnTo>
                  <a:lnTo>
                    <a:pt x="181" y="128"/>
                  </a:lnTo>
                  <a:lnTo>
                    <a:pt x="175" y="134"/>
                  </a:lnTo>
                  <a:lnTo>
                    <a:pt x="171" y="139"/>
                  </a:lnTo>
                  <a:lnTo>
                    <a:pt x="164" y="144"/>
                  </a:lnTo>
                  <a:lnTo>
                    <a:pt x="157" y="148"/>
                  </a:lnTo>
                  <a:lnTo>
                    <a:pt x="151" y="152"/>
                  </a:lnTo>
                  <a:lnTo>
                    <a:pt x="143" y="155"/>
                  </a:lnTo>
                  <a:lnTo>
                    <a:pt x="134" y="157"/>
                  </a:lnTo>
                  <a:lnTo>
                    <a:pt x="126" y="159"/>
                  </a:lnTo>
                  <a:lnTo>
                    <a:pt x="117" y="160"/>
                  </a:lnTo>
                  <a:lnTo>
                    <a:pt x="108" y="160"/>
                  </a:lnTo>
                  <a:lnTo>
                    <a:pt x="98" y="160"/>
                  </a:lnTo>
                  <a:lnTo>
                    <a:pt x="88" y="157"/>
                  </a:lnTo>
                  <a:lnTo>
                    <a:pt x="79" y="155"/>
                  </a:lnTo>
                  <a:lnTo>
                    <a:pt x="69" y="153"/>
                  </a:lnTo>
                  <a:lnTo>
                    <a:pt x="69" y="153"/>
                  </a:lnTo>
                  <a:lnTo>
                    <a:pt x="60" y="148"/>
                  </a:lnTo>
                  <a:lnTo>
                    <a:pt x="52" y="144"/>
                  </a:lnTo>
                  <a:lnTo>
                    <a:pt x="43" y="139"/>
                  </a:lnTo>
                  <a:lnTo>
                    <a:pt x="36" y="134"/>
                  </a:lnTo>
                  <a:lnTo>
                    <a:pt x="29" y="128"/>
                  </a:lnTo>
                  <a:lnTo>
                    <a:pt x="23" y="121"/>
                  </a:lnTo>
                  <a:lnTo>
                    <a:pt x="17" y="114"/>
                  </a:lnTo>
                  <a:lnTo>
                    <a:pt x="12" y="108"/>
                  </a:lnTo>
                  <a:lnTo>
                    <a:pt x="8" y="101"/>
                  </a:lnTo>
                  <a:lnTo>
                    <a:pt x="5" y="93"/>
                  </a:lnTo>
                  <a:lnTo>
                    <a:pt x="2" y="85"/>
                  </a:lnTo>
                  <a:lnTo>
                    <a:pt x="1" y="77"/>
                  </a:lnTo>
                  <a:lnTo>
                    <a:pt x="0" y="69"/>
                  </a:lnTo>
                  <a:lnTo>
                    <a:pt x="1" y="62"/>
                  </a:lnTo>
                  <a:lnTo>
                    <a:pt x="2" y="54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7" y="40"/>
                  </a:lnTo>
                  <a:lnTo>
                    <a:pt x="11" y="33"/>
                  </a:lnTo>
                  <a:lnTo>
                    <a:pt x="16" y="26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5" y="11"/>
                  </a:lnTo>
                  <a:lnTo>
                    <a:pt x="42" y="8"/>
                  </a:lnTo>
                  <a:lnTo>
                    <a:pt x="50" y="6"/>
                  </a:lnTo>
                  <a:lnTo>
                    <a:pt x="58" y="4"/>
                  </a:lnTo>
                  <a:lnTo>
                    <a:pt x="67" y="1"/>
                  </a:lnTo>
                  <a:lnTo>
                    <a:pt x="76" y="0"/>
                  </a:lnTo>
                  <a:lnTo>
                    <a:pt x="85" y="0"/>
                  </a:lnTo>
                  <a:lnTo>
                    <a:pt x="94" y="1"/>
                  </a:lnTo>
                  <a:lnTo>
                    <a:pt x="103" y="2"/>
                  </a:lnTo>
                  <a:lnTo>
                    <a:pt x="113" y="5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31" y="11"/>
                  </a:lnTo>
                  <a:lnTo>
                    <a:pt x="140" y="16"/>
                  </a:lnTo>
                  <a:lnTo>
                    <a:pt x="148" y="22"/>
                  </a:lnTo>
                  <a:lnTo>
                    <a:pt x="156" y="26"/>
                  </a:lnTo>
                  <a:lnTo>
                    <a:pt x="163" y="33"/>
                  </a:lnTo>
                  <a:lnTo>
                    <a:pt x="170" y="39"/>
                  </a:lnTo>
                  <a:lnTo>
                    <a:pt x="174" y="45"/>
                  </a:lnTo>
                  <a:lnTo>
                    <a:pt x="180" y="53"/>
                  </a:lnTo>
                  <a:lnTo>
                    <a:pt x="183" y="60"/>
                  </a:lnTo>
                  <a:lnTo>
                    <a:pt x="187" y="68"/>
                  </a:lnTo>
                  <a:lnTo>
                    <a:pt x="189" y="75"/>
                  </a:lnTo>
                  <a:lnTo>
                    <a:pt x="191" y="83"/>
                  </a:lnTo>
                  <a:lnTo>
                    <a:pt x="191" y="91"/>
                  </a:lnTo>
                  <a:lnTo>
                    <a:pt x="191" y="99"/>
                  </a:lnTo>
                  <a:lnTo>
                    <a:pt x="190" y="107"/>
                  </a:lnTo>
                  <a:lnTo>
                    <a:pt x="188" y="113"/>
                  </a:lnTo>
                  <a:lnTo>
                    <a:pt x="188" y="113"/>
                  </a:lnTo>
                  <a:close/>
                </a:path>
              </a:pathLst>
            </a:custGeom>
            <a:solidFill>
              <a:srgbClr val="E8B18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60" name="Freeform 104">
              <a:extLst>
                <a:ext uri="{FF2B5EF4-FFF2-40B4-BE49-F238E27FC236}">
                  <a16:creationId xmlns:a16="http://schemas.microsoft.com/office/drawing/2014/main" xmlns="" id="{25154196-9364-47EF-853E-57A4802F3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9913" y="3523508"/>
              <a:ext cx="363538" cy="493713"/>
            </a:xfrm>
            <a:custGeom>
              <a:avLst/>
              <a:gdLst>
                <a:gd name="T0" fmla="*/ 37 w 229"/>
                <a:gd name="T1" fmla="*/ 0 h 311"/>
                <a:gd name="T2" fmla="*/ 37 w 229"/>
                <a:gd name="T3" fmla="*/ 0 h 311"/>
                <a:gd name="T4" fmla="*/ 40 w 229"/>
                <a:gd name="T5" fmla="*/ 0 h 311"/>
                <a:gd name="T6" fmla="*/ 46 w 229"/>
                <a:gd name="T7" fmla="*/ 4 h 311"/>
                <a:gd name="T8" fmla="*/ 68 w 229"/>
                <a:gd name="T9" fmla="*/ 15 h 311"/>
                <a:gd name="T10" fmla="*/ 97 w 229"/>
                <a:gd name="T11" fmla="*/ 33 h 311"/>
                <a:gd name="T12" fmla="*/ 131 w 229"/>
                <a:gd name="T13" fmla="*/ 56 h 311"/>
                <a:gd name="T14" fmla="*/ 165 w 229"/>
                <a:gd name="T15" fmla="*/ 78 h 311"/>
                <a:gd name="T16" fmla="*/ 196 w 229"/>
                <a:gd name="T17" fmla="*/ 101 h 311"/>
                <a:gd name="T18" fmla="*/ 208 w 229"/>
                <a:gd name="T19" fmla="*/ 111 h 311"/>
                <a:gd name="T20" fmla="*/ 218 w 229"/>
                <a:gd name="T21" fmla="*/ 120 h 311"/>
                <a:gd name="T22" fmla="*/ 225 w 229"/>
                <a:gd name="T23" fmla="*/ 128 h 311"/>
                <a:gd name="T24" fmla="*/ 228 w 229"/>
                <a:gd name="T25" fmla="*/ 134 h 311"/>
                <a:gd name="T26" fmla="*/ 228 w 229"/>
                <a:gd name="T27" fmla="*/ 134 h 311"/>
                <a:gd name="T28" fmla="*/ 229 w 229"/>
                <a:gd name="T29" fmla="*/ 139 h 311"/>
                <a:gd name="T30" fmla="*/ 229 w 229"/>
                <a:gd name="T31" fmla="*/ 148 h 311"/>
                <a:gd name="T32" fmla="*/ 226 w 229"/>
                <a:gd name="T33" fmla="*/ 172 h 311"/>
                <a:gd name="T34" fmla="*/ 222 w 229"/>
                <a:gd name="T35" fmla="*/ 200 h 311"/>
                <a:gd name="T36" fmla="*/ 214 w 229"/>
                <a:gd name="T37" fmla="*/ 231 h 311"/>
                <a:gd name="T38" fmla="*/ 205 w 229"/>
                <a:gd name="T39" fmla="*/ 260 h 311"/>
                <a:gd name="T40" fmla="*/ 200 w 229"/>
                <a:gd name="T41" fmla="*/ 274 h 311"/>
                <a:gd name="T42" fmla="*/ 195 w 229"/>
                <a:gd name="T43" fmla="*/ 285 h 311"/>
                <a:gd name="T44" fmla="*/ 189 w 229"/>
                <a:gd name="T45" fmla="*/ 295 h 311"/>
                <a:gd name="T46" fmla="*/ 183 w 229"/>
                <a:gd name="T47" fmla="*/ 303 h 311"/>
                <a:gd name="T48" fmla="*/ 177 w 229"/>
                <a:gd name="T49" fmla="*/ 309 h 311"/>
                <a:gd name="T50" fmla="*/ 174 w 229"/>
                <a:gd name="T51" fmla="*/ 310 h 311"/>
                <a:gd name="T52" fmla="*/ 171 w 229"/>
                <a:gd name="T53" fmla="*/ 311 h 311"/>
                <a:gd name="T54" fmla="*/ 171 w 229"/>
                <a:gd name="T55" fmla="*/ 311 h 311"/>
                <a:gd name="T56" fmla="*/ 164 w 229"/>
                <a:gd name="T57" fmla="*/ 311 h 311"/>
                <a:gd name="T58" fmla="*/ 155 w 229"/>
                <a:gd name="T59" fmla="*/ 309 h 311"/>
                <a:gd name="T60" fmla="*/ 146 w 229"/>
                <a:gd name="T61" fmla="*/ 306 h 311"/>
                <a:gd name="T62" fmla="*/ 136 w 229"/>
                <a:gd name="T63" fmla="*/ 301 h 311"/>
                <a:gd name="T64" fmla="*/ 112 w 229"/>
                <a:gd name="T65" fmla="*/ 289 h 311"/>
                <a:gd name="T66" fmla="*/ 89 w 229"/>
                <a:gd name="T67" fmla="*/ 274 h 311"/>
                <a:gd name="T68" fmla="*/ 68 w 229"/>
                <a:gd name="T69" fmla="*/ 259 h 311"/>
                <a:gd name="T70" fmla="*/ 50 w 229"/>
                <a:gd name="T71" fmla="*/ 247 h 311"/>
                <a:gd name="T72" fmla="*/ 33 w 229"/>
                <a:gd name="T73" fmla="*/ 234 h 311"/>
                <a:gd name="T74" fmla="*/ 33 w 229"/>
                <a:gd name="T75" fmla="*/ 234 h 311"/>
                <a:gd name="T76" fmla="*/ 30 w 229"/>
                <a:gd name="T77" fmla="*/ 225 h 311"/>
                <a:gd name="T78" fmla="*/ 22 w 229"/>
                <a:gd name="T79" fmla="*/ 202 h 311"/>
                <a:gd name="T80" fmla="*/ 13 w 229"/>
                <a:gd name="T81" fmla="*/ 168 h 311"/>
                <a:gd name="T82" fmla="*/ 8 w 229"/>
                <a:gd name="T83" fmla="*/ 147 h 311"/>
                <a:gd name="T84" fmla="*/ 5 w 229"/>
                <a:gd name="T85" fmla="*/ 127 h 311"/>
                <a:gd name="T86" fmla="*/ 1 w 229"/>
                <a:gd name="T87" fmla="*/ 107 h 311"/>
                <a:gd name="T88" fmla="*/ 0 w 229"/>
                <a:gd name="T89" fmla="*/ 86 h 311"/>
                <a:gd name="T90" fmla="*/ 0 w 229"/>
                <a:gd name="T91" fmla="*/ 66 h 311"/>
                <a:gd name="T92" fmla="*/ 2 w 229"/>
                <a:gd name="T93" fmla="*/ 48 h 311"/>
                <a:gd name="T94" fmla="*/ 3 w 229"/>
                <a:gd name="T95" fmla="*/ 40 h 311"/>
                <a:gd name="T96" fmla="*/ 7 w 229"/>
                <a:gd name="T97" fmla="*/ 32 h 311"/>
                <a:gd name="T98" fmla="*/ 9 w 229"/>
                <a:gd name="T99" fmla="*/ 24 h 311"/>
                <a:gd name="T100" fmla="*/ 14 w 229"/>
                <a:gd name="T101" fmla="*/ 17 h 311"/>
                <a:gd name="T102" fmla="*/ 18 w 229"/>
                <a:gd name="T103" fmla="*/ 11 h 311"/>
                <a:gd name="T104" fmla="*/ 24 w 229"/>
                <a:gd name="T105" fmla="*/ 7 h 311"/>
                <a:gd name="T106" fmla="*/ 30 w 229"/>
                <a:gd name="T107" fmla="*/ 2 h 311"/>
                <a:gd name="T108" fmla="*/ 37 w 229"/>
                <a:gd name="T109" fmla="*/ 0 h 311"/>
                <a:gd name="T110" fmla="*/ 37 w 229"/>
                <a:gd name="T111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29" h="311">
                  <a:moveTo>
                    <a:pt x="37" y="0"/>
                  </a:moveTo>
                  <a:lnTo>
                    <a:pt x="37" y="0"/>
                  </a:lnTo>
                  <a:lnTo>
                    <a:pt x="40" y="0"/>
                  </a:lnTo>
                  <a:lnTo>
                    <a:pt x="46" y="4"/>
                  </a:lnTo>
                  <a:lnTo>
                    <a:pt x="68" y="15"/>
                  </a:lnTo>
                  <a:lnTo>
                    <a:pt x="97" y="33"/>
                  </a:lnTo>
                  <a:lnTo>
                    <a:pt x="131" y="56"/>
                  </a:lnTo>
                  <a:lnTo>
                    <a:pt x="165" y="78"/>
                  </a:lnTo>
                  <a:lnTo>
                    <a:pt x="196" y="101"/>
                  </a:lnTo>
                  <a:lnTo>
                    <a:pt x="208" y="111"/>
                  </a:lnTo>
                  <a:lnTo>
                    <a:pt x="218" y="120"/>
                  </a:lnTo>
                  <a:lnTo>
                    <a:pt x="225" y="128"/>
                  </a:lnTo>
                  <a:lnTo>
                    <a:pt x="228" y="134"/>
                  </a:lnTo>
                  <a:lnTo>
                    <a:pt x="228" y="134"/>
                  </a:lnTo>
                  <a:lnTo>
                    <a:pt x="229" y="139"/>
                  </a:lnTo>
                  <a:lnTo>
                    <a:pt x="229" y="148"/>
                  </a:lnTo>
                  <a:lnTo>
                    <a:pt x="226" y="172"/>
                  </a:lnTo>
                  <a:lnTo>
                    <a:pt x="222" y="200"/>
                  </a:lnTo>
                  <a:lnTo>
                    <a:pt x="214" y="231"/>
                  </a:lnTo>
                  <a:lnTo>
                    <a:pt x="205" y="260"/>
                  </a:lnTo>
                  <a:lnTo>
                    <a:pt x="200" y="274"/>
                  </a:lnTo>
                  <a:lnTo>
                    <a:pt x="195" y="285"/>
                  </a:lnTo>
                  <a:lnTo>
                    <a:pt x="189" y="295"/>
                  </a:lnTo>
                  <a:lnTo>
                    <a:pt x="183" y="303"/>
                  </a:lnTo>
                  <a:lnTo>
                    <a:pt x="177" y="309"/>
                  </a:lnTo>
                  <a:lnTo>
                    <a:pt x="174" y="310"/>
                  </a:lnTo>
                  <a:lnTo>
                    <a:pt x="171" y="311"/>
                  </a:lnTo>
                  <a:lnTo>
                    <a:pt x="171" y="311"/>
                  </a:lnTo>
                  <a:lnTo>
                    <a:pt x="164" y="311"/>
                  </a:lnTo>
                  <a:lnTo>
                    <a:pt x="155" y="309"/>
                  </a:lnTo>
                  <a:lnTo>
                    <a:pt x="146" y="306"/>
                  </a:lnTo>
                  <a:lnTo>
                    <a:pt x="136" y="301"/>
                  </a:lnTo>
                  <a:lnTo>
                    <a:pt x="112" y="289"/>
                  </a:lnTo>
                  <a:lnTo>
                    <a:pt x="89" y="274"/>
                  </a:lnTo>
                  <a:lnTo>
                    <a:pt x="68" y="259"/>
                  </a:lnTo>
                  <a:lnTo>
                    <a:pt x="50" y="247"/>
                  </a:lnTo>
                  <a:lnTo>
                    <a:pt x="33" y="234"/>
                  </a:lnTo>
                  <a:lnTo>
                    <a:pt x="33" y="234"/>
                  </a:lnTo>
                  <a:lnTo>
                    <a:pt x="30" y="225"/>
                  </a:lnTo>
                  <a:lnTo>
                    <a:pt x="22" y="202"/>
                  </a:lnTo>
                  <a:lnTo>
                    <a:pt x="13" y="168"/>
                  </a:lnTo>
                  <a:lnTo>
                    <a:pt x="8" y="147"/>
                  </a:lnTo>
                  <a:lnTo>
                    <a:pt x="5" y="127"/>
                  </a:lnTo>
                  <a:lnTo>
                    <a:pt x="1" y="107"/>
                  </a:lnTo>
                  <a:lnTo>
                    <a:pt x="0" y="86"/>
                  </a:lnTo>
                  <a:lnTo>
                    <a:pt x="0" y="66"/>
                  </a:lnTo>
                  <a:lnTo>
                    <a:pt x="2" y="48"/>
                  </a:lnTo>
                  <a:lnTo>
                    <a:pt x="3" y="40"/>
                  </a:lnTo>
                  <a:lnTo>
                    <a:pt x="7" y="32"/>
                  </a:lnTo>
                  <a:lnTo>
                    <a:pt x="9" y="24"/>
                  </a:lnTo>
                  <a:lnTo>
                    <a:pt x="14" y="17"/>
                  </a:lnTo>
                  <a:lnTo>
                    <a:pt x="18" y="11"/>
                  </a:lnTo>
                  <a:lnTo>
                    <a:pt x="24" y="7"/>
                  </a:lnTo>
                  <a:lnTo>
                    <a:pt x="30" y="2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61" name="Freeform 105">
              <a:extLst>
                <a:ext uri="{FF2B5EF4-FFF2-40B4-BE49-F238E27FC236}">
                  <a16:creationId xmlns:a16="http://schemas.microsoft.com/office/drawing/2014/main" xmlns="" id="{EB3E4994-6443-4424-BBD2-4F9E36BCD2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00726" y="2428511"/>
              <a:ext cx="381243" cy="577083"/>
            </a:xfrm>
            <a:custGeom>
              <a:avLst/>
              <a:gdLst>
                <a:gd name="T0" fmla="*/ 5 w 913"/>
                <a:gd name="T1" fmla="*/ 402 h 1382"/>
                <a:gd name="T2" fmla="*/ 46 w 913"/>
                <a:gd name="T3" fmla="*/ 264 h 1382"/>
                <a:gd name="T4" fmla="*/ 90 w 913"/>
                <a:gd name="T5" fmla="*/ 187 h 1382"/>
                <a:gd name="T6" fmla="*/ 145 w 913"/>
                <a:gd name="T7" fmla="*/ 122 h 1382"/>
                <a:gd name="T8" fmla="*/ 246 w 913"/>
                <a:gd name="T9" fmla="*/ 49 h 1382"/>
                <a:gd name="T10" fmla="*/ 306 w 913"/>
                <a:gd name="T11" fmla="*/ 25 h 1382"/>
                <a:gd name="T12" fmla="*/ 370 w 913"/>
                <a:gd name="T13" fmla="*/ 9 h 1382"/>
                <a:gd name="T14" fmla="*/ 460 w 913"/>
                <a:gd name="T15" fmla="*/ 0 h 1382"/>
                <a:gd name="T16" fmla="*/ 602 w 913"/>
                <a:gd name="T17" fmla="*/ 16 h 1382"/>
                <a:gd name="T18" fmla="*/ 685 w 913"/>
                <a:gd name="T19" fmla="*/ 46 h 1382"/>
                <a:gd name="T20" fmla="*/ 787 w 913"/>
                <a:gd name="T21" fmla="*/ 110 h 1382"/>
                <a:gd name="T22" fmla="*/ 841 w 913"/>
                <a:gd name="T23" fmla="*/ 166 h 1382"/>
                <a:gd name="T24" fmla="*/ 881 w 913"/>
                <a:gd name="T25" fmla="*/ 233 h 1382"/>
                <a:gd name="T26" fmla="*/ 901 w 913"/>
                <a:gd name="T27" fmla="*/ 288 h 1382"/>
                <a:gd name="T28" fmla="*/ 911 w 913"/>
                <a:gd name="T29" fmla="*/ 348 h 1382"/>
                <a:gd name="T30" fmla="*/ 913 w 913"/>
                <a:gd name="T31" fmla="*/ 414 h 1382"/>
                <a:gd name="T32" fmla="*/ 902 w 913"/>
                <a:gd name="T33" fmla="*/ 481 h 1382"/>
                <a:gd name="T34" fmla="*/ 879 w 913"/>
                <a:gd name="T35" fmla="*/ 547 h 1382"/>
                <a:gd name="T36" fmla="*/ 858 w 913"/>
                <a:gd name="T37" fmla="*/ 586 h 1382"/>
                <a:gd name="T38" fmla="*/ 810 w 913"/>
                <a:gd name="T39" fmla="*/ 651 h 1382"/>
                <a:gd name="T40" fmla="*/ 741 w 913"/>
                <a:gd name="T41" fmla="*/ 718 h 1382"/>
                <a:gd name="T42" fmla="*/ 669 w 913"/>
                <a:gd name="T43" fmla="*/ 780 h 1382"/>
                <a:gd name="T44" fmla="*/ 619 w 913"/>
                <a:gd name="T45" fmla="*/ 830 h 1382"/>
                <a:gd name="T46" fmla="*/ 593 w 913"/>
                <a:gd name="T47" fmla="*/ 869 h 1382"/>
                <a:gd name="T48" fmla="*/ 584 w 913"/>
                <a:gd name="T49" fmla="*/ 899 h 1382"/>
                <a:gd name="T50" fmla="*/ 573 w 913"/>
                <a:gd name="T51" fmla="*/ 998 h 1382"/>
                <a:gd name="T52" fmla="*/ 334 w 913"/>
                <a:gd name="T53" fmla="*/ 1067 h 1382"/>
                <a:gd name="T54" fmla="*/ 342 w 913"/>
                <a:gd name="T55" fmla="*/ 927 h 1382"/>
                <a:gd name="T56" fmla="*/ 350 w 913"/>
                <a:gd name="T57" fmla="*/ 855 h 1382"/>
                <a:gd name="T58" fmla="*/ 377 w 913"/>
                <a:gd name="T59" fmla="*/ 773 h 1382"/>
                <a:gd name="T60" fmla="*/ 402 w 913"/>
                <a:gd name="T61" fmla="*/ 731 h 1382"/>
                <a:gd name="T62" fmla="*/ 455 w 913"/>
                <a:gd name="T63" fmla="*/ 665 h 1382"/>
                <a:gd name="T64" fmla="*/ 526 w 913"/>
                <a:gd name="T65" fmla="*/ 598 h 1382"/>
                <a:gd name="T66" fmla="*/ 600 w 913"/>
                <a:gd name="T67" fmla="*/ 531 h 1382"/>
                <a:gd name="T68" fmla="*/ 641 w 913"/>
                <a:gd name="T69" fmla="*/ 481 h 1382"/>
                <a:gd name="T70" fmla="*/ 655 w 913"/>
                <a:gd name="T71" fmla="*/ 451 h 1382"/>
                <a:gd name="T72" fmla="*/ 660 w 913"/>
                <a:gd name="T73" fmla="*/ 421 h 1382"/>
                <a:gd name="T74" fmla="*/ 660 w 913"/>
                <a:gd name="T75" fmla="*/ 380 h 1382"/>
                <a:gd name="T76" fmla="*/ 646 w 913"/>
                <a:gd name="T77" fmla="*/ 324 h 1382"/>
                <a:gd name="T78" fmla="*/ 628 w 913"/>
                <a:gd name="T79" fmla="*/ 292 h 1382"/>
                <a:gd name="T80" fmla="*/ 605 w 913"/>
                <a:gd name="T81" fmla="*/ 264 h 1382"/>
                <a:gd name="T82" fmla="*/ 561 w 913"/>
                <a:gd name="T83" fmla="*/ 232 h 1382"/>
                <a:gd name="T84" fmla="*/ 524 w 913"/>
                <a:gd name="T85" fmla="*/ 218 h 1382"/>
                <a:gd name="T86" fmla="*/ 462 w 913"/>
                <a:gd name="T87" fmla="*/ 210 h 1382"/>
                <a:gd name="T88" fmla="*/ 421 w 913"/>
                <a:gd name="T89" fmla="*/ 214 h 1382"/>
                <a:gd name="T90" fmla="*/ 368 w 913"/>
                <a:gd name="T91" fmla="*/ 233 h 1382"/>
                <a:gd name="T92" fmla="*/ 324 w 913"/>
                <a:gd name="T93" fmla="*/ 271 h 1382"/>
                <a:gd name="T94" fmla="*/ 288 w 913"/>
                <a:gd name="T95" fmla="*/ 324 h 1382"/>
                <a:gd name="T96" fmla="*/ 264 w 913"/>
                <a:gd name="T97" fmla="*/ 394 h 1382"/>
                <a:gd name="T98" fmla="*/ 0 w 913"/>
                <a:gd name="T99" fmla="*/ 451 h 1382"/>
                <a:gd name="T100" fmla="*/ 327 w 913"/>
                <a:gd name="T101" fmla="*/ 1122 h 1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13" h="1382">
                  <a:moveTo>
                    <a:pt x="0" y="451"/>
                  </a:moveTo>
                  <a:lnTo>
                    <a:pt x="0" y="451"/>
                  </a:lnTo>
                  <a:lnTo>
                    <a:pt x="5" y="402"/>
                  </a:lnTo>
                  <a:lnTo>
                    <a:pt x="16" y="352"/>
                  </a:lnTo>
                  <a:lnTo>
                    <a:pt x="28" y="308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67" y="225"/>
                  </a:lnTo>
                  <a:lnTo>
                    <a:pt x="90" y="187"/>
                  </a:lnTo>
                  <a:lnTo>
                    <a:pt x="115" y="154"/>
                  </a:lnTo>
                  <a:lnTo>
                    <a:pt x="145" y="122"/>
                  </a:lnTo>
                  <a:lnTo>
                    <a:pt x="145" y="122"/>
                  </a:lnTo>
                  <a:lnTo>
                    <a:pt x="175" y="95"/>
                  </a:lnTo>
                  <a:lnTo>
                    <a:pt x="211" y="71"/>
                  </a:lnTo>
                  <a:lnTo>
                    <a:pt x="246" y="49"/>
                  </a:lnTo>
                  <a:lnTo>
                    <a:pt x="285" y="32"/>
                  </a:lnTo>
                  <a:lnTo>
                    <a:pt x="285" y="32"/>
                  </a:lnTo>
                  <a:lnTo>
                    <a:pt x="306" y="25"/>
                  </a:lnTo>
                  <a:lnTo>
                    <a:pt x="326" y="18"/>
                  </a:lnTo>
                  <a:lnTo>
                    <a:pt x="347" y="12"/>
                  </a:lnTo>
                  <a:lnTo>
                    <a:pt x="370" y="9"/>
                  </a:lnTo>
                  <a:lnTo>
                    <a:pt x="414" y="2"/>
                  </a:lnTo>
                  <a:lnTo>
                    <a:pt x="460" y="0"/>
                  </a:lnTo>
                  <a:lnTo>
                    <a:pt x="460" y="0"/>
                  </a:lnTo>
                  <a:lnTo>
                    <a:pt x="510" y="2"/>
                  </a:lnTo>
                  <a:lnTo>
                    <a:pt x="557" y="7"/>
                  </a:lnTo>
                  <a:lnTo>
                    <a:pt x="602" y="16"/>
                  </a:lnTo>
                  <a:lnTo>
                    <a:pt x="644" y="30"/>
                  </a:lnTo>
                  <a:lnTo>
                    <a:pt x="644" y="30"/>
                  </a:lnTo>
                  <a:lnTo>
                    <a:pt x="685" y="46"/>
                  </a:lnTo>
                  <a:lnTo>
                    <a:pt x="722" y="64"/>
                  </a:lnTo>
                  <a:lnTo>
                    <a:pt x="757" y="85"/>
                  </a:lnTo>
                  <a:lnTo>
                    <a:pt x="787" y="110"/>
                  </a:lnTo>
                  <a:lnTo>
                    <a:pt x="787" y="110"/>
                  </a:lnTo>
                  <a:lnTo>
                    <a:pt x="816" y="138"/>
                  </a:lnTo>
                  <a:lnTo>
                    <a:pt x="841" y="166"/>
                  </a:lnTo>
                  <a:lnTo>
                    <a:pt x="862" y="198"/>
                  </a:lnTo>
                  <a:lnTo>
                    <a:pt x="881" y="233"/>
                  </a:lnTo>
                  <a:lnTo>
                    <a:pt x="881" y="233"/>
                  </a:lnTo>
                  <a:lnTo>
                    <a:pt x="888" y="251"/>
                  </a:lnTo>
                  <a:lnTo>
                    <a:pt x="895" y="271"/>
                  </a:lnTo>
                  <a:lnTo>
                    <a:pt x="901" y="288"/>
                  </a:lnTo>
                  <a:lnTo>
                    <a:pt x="906" y="308"/>
                  </a:lnTo>
                  <a:lnTo>
                    <a:pt x="910" y="327"/>
                  </a:lnTo>
                  <a:lnTo>
                    <a:pt x="911" y="348"/>
                  </a:lnTo>
                  <a:lnTo>
                    <a:pt x="913" y="389"/>
                  </a:lnTo>
                  <a:lnTo>
                    <a:pt x="913" y="389"/>
                  </a:lnTo>
                  <a:lnTo>
                    <a:pt x="913" y="414"/>
                  </a:lnTo>
                  <a:lnTo>
                    <a:pt x="911" y="437"/>
                  </a:lnTo>
                  <a:lnTo>
                    <a:pt x="908" y="460"/>
                  </a:lnTo>
                  <a:lnTo>
                    <a:pt x="902" y="481"/>
                  </a:lnTo>
                  <a:lnTo>
                    <a:pt x="897" y="504"/>
                  </a:lnTo>
                  <a:lnTo>
                    <a:pt x="888" y="525"/>
                  </a:lnTo>
                  <a:lnTo>
                    <a:pt x="879" y="547"/>
                  </a:lnTo>
                  <a:lnTo>
                    <a:pt x="869" y="566"/>
                  </a:lnTo>
                  <a:lnTo>
                    <a:pt x="869" y="566"/>
                  </a:lnTo>
                  <a:lnTo>
                    <a:pt x="858" y="586"/>
                  </a:lnTo>
                  <a:lnTo>
                    <a:pt x="844" y="607"/>
                  </a:lnTo>
                  <a:lnTo>
                    <a:pt x="828" y="628"/>
                  </a:lnTo>
                  <a:lnTo>
                    <a:pt x="810" y="651"/>
                  </a:lnTo>
                  <a:lnTo>
                    <a:pt x="789" y="672"/>
                  </a:lnTo>
                  <a:lnTo>
                    <a:pt x="766" y="695"/>
                  </a:lnTo>
                  <a:lnTo>
                    <a:pt x="741" y="718"/>
                  </a:lnTo>
                  <a:lnTo>
                    <a:pt x="713" y="741"/>
                  </a:lnTo>
                  <a:lnTo>
                    <a:pt x="713" y="741"/>
                  </a:lnTo>
                  <a:lnTo>
                    <a:pt x="669" y="780"/>
                  </a:lnTo>
                  <a:lnTo>
                    <a:pt x="634" y="814"/>
                  </a:lnTo>
                  <a:lnTo>
                    <a:pt x="634" y="814"/>
                  </a:lnTo>
                  <a:lnTo>
                    <a:pt x="619" y="830"/>
                  </a:lnTo>
                  <a:lnTo>
                    <a:pt x="609" y="844"/>
                  </a:lnTo>
                  <a:lnTo>
                    <a:pt x="600" y="856"/>
                  </a:lnTo>
                  <a:lnTo>
                    <a:pt x="593" y="869"/>
                  </a:lnTo>
                  <a:lnTo>
                    <a:pt x="593" y="869"/>
                  </a:lnTo>
                  <a:lnTo>
                    <a:pt x="589" y="881"/>
                  </a:lnTo>
                  <a:lnTo>
                    <a:pt x="584" y="899"/>
                  </a:lnTo>
                  <a:lnTo>
                    <a:pt x="580" y="918"/>
                  </a:lnTo>
                  <a:lnTo>
                    <a:pt x="579" y="941"/>
                  </a:lnTo>
                  <a:lnTo>
                    <a:pt x="573" y="998"/>
                  </a:lnTo>
                  <a:lnTo>
                    <a:pt x="573" y="1067"/>
                  </a:lnTo>
                  <a:lnTo>
                    <a:pt x="334" y="1067"/>
                  </a:lnTo>
                  <a:lnTo>
                    <a:pt x="334" y="1067"/>
                  </a:lnTo>
                  <a:lnTo>
                    <a:pt x="336" y="1017"/>
                  </a:lnTo>
                  <a:lnTo>
                    <a:pt x="338" y="970"/>
                  </a:lnTo>
                  <a:lnTo>
                    <a:pt x="342" y="927"/>
                  </a:lnTo>
                  <a:lnTo>
                    <a:pt x="345" y="888"/>
                  </a:lnTo>
                  <a:lnTo>
                    <a:pt x="345" y="888"/>
                  </a:lnTo>
                  <a:lnTo>
                    <a:pt x="350" y="855"/>
                  </a:lnTo>
                  <a:lnTo>
                    <a:pt x="357" y="823"/>
                  </a:lnTo>
                  <a:lnTo>
                    <a:pt x="366" y="796"/>
                  </a:lnTo>
                  <a:lnTo>
                    <a:pt x="377" y="773"/>
                  </a:lnTo>
                  <a:lnTo>
                    <a:pt x="377" y="773"/>
                  </a:lnTo>
                  <a:lnTo>
                    <a:pt x="388" y="752"/>
                  </a:lnTo>
                  <a:lnTo>
                    <a:pt x="402" y="731"/>
                  </a:lnTo>
                  <a:lnTo>
                    <a:pt x="416" y="708"/>
                  </a:lnTo>
                  <a:lnTo>
                    <a:pt x="434" y="686"/>
                  </a:lnTo>
                  <a:lnTo>
                    <a:pt x="455" y="665"/>
                  </a:lnTo>
                  <a:lnTo>
                    <a:pt x="476" y="642"/>
                  </a:lnTo>
                  <a:lnTo>
                    <a:pt x="499" y="621"/>
                  </a:lnTo>
                  <a:lnTo>
                    <a:pt x="526" y="598"/>
                  </a:lnTo>
                  <a:lnTo>
                    <a:pt x="526" y="598"/>
                  </a:lnTo>
                  <a:lnTo>
                    <a:pt x="568" y="561"/>
                  </a:lnTo>
                  <a:lnTo>
                    <a:pt x="600" y="531"/>
                  </a:lnTo>
                  <a:lnTo>
                    <a:pt x="600" y="531"/>
                  </a:lnTo>
                  <a:lnTo>
                    <a:pt x="623" y="504"/>
                  </a:lnTo>
                  <a:lnTo>
                    <a:pt x="641" y="481"/>
                  </a:lnTo>
                  <a:lnTo>
                    <a:pt x="641" y="481"/>
                  </a:lnTo>
                  <a:lnTo>
                    <a:pt x="651" y="460"/>
                  </a:lnTo>
                  <a:lnTo>
                    <a:pt x="655" y="451"/>
                  </a:lnTo>
                  <a:lnTo>
                    <a:pt x="657" y="441"/>
                  </a:lnTo>
                  <a:lnTo>
                    <a:pt x="657" y="441"/>
                  </a:lnTo>
                  <a:lnTo>
                    <a:pt x="660" y="421"/>
                  </a:lnTo>
                  <a:lnTo>
                    <a:pt x="660" y="400"/>
                  </a:lnTo>
                  <a:lnTo>
                    <a:pt x="660" y="400"/>
                  </a:lnTo>
                  <a:lnTo>
                    <a:pt x="660" y="380"/>
                  </a:lnTo>
                  <a:lnTo>
                    <a:pt x="657" y="361"/>
                  </a:lnTo>
                  <a:lnTo>
                    <a:pt x="653" y="341"/>
                  </a:lnTo>
                  <a:lnTo>
                    <a:pt x="646" y="324"/>
                  </a:lnTo>
                  <a:lnTo>
                    <a:pt x="646" y="324"/>
                  </a:lnTo>
                  <a:lnTo>
                    <a:pt x="637" y="308"/>
                  </a:lnTo>
                  <a:lnTo>
                    <a:pt x="628" y="292"/>
                  </a:lnTo>
                  <a:lnTo>
                    <a:pt x="618" y="278"/>
                  </a:lnTo>
                  <a:lnTo>
                    <a:pt x="605" y="264"/>
                  </a:lnTo>
                  <a:lnTo>
                    <a:pt x="605" y="264"/>
                  </a:lnTo>
                  <a:lnTo>
                    <a:pt x="591" y="253"/>
                  </a:lnTo>
                  <a:lnTo>
                    <a:pt x="577" y="242"/>
                  </a:lnTo>
                  <a:lnTo>
                    <a:pt x="561" y="232"/>
                  </a:lnTo>
                  <a:lnTo>
                    <a:pt x="543" y="225"/>
                  </a:lnTo>
                  <a:lnTo>
                    <a:pt x="543" y="225"/>
                  </a:lnTo>
                  <a:lnTo>
                    <a:pt x="524" y="218"/>
                  </a:lnTo>
                  <a:lnTo>
                    <a:pt x="504" y="214"/>
                  </a:lnTo>
                  <a:lnTo>
                    <a:pt x="485" y="210"/>
                  </a:lnTo>
                  <a:lnTo>
                    <a:pt x="462" y="210"/>
                  </a:lnTo>
                  <a:lnTo>
                    <a:pt x="462" y="210"/>
                  </a:lnTo>
                  <a:lnTo>
                    <a:pt x="441" y="210"/>
                  </a:lnTo>
                  <a:lnTo>
                    <a:pt x="421" y="214"/>
                  </a:lnTo>
                  <a:lnTo>
                    <a:pt x="402" y="219"/>
                  </a:lnTo>
                  <a:lnTo>
                    <a:pt x="384" y="225"/>
                  </a:lnTo>
                  <a:lnTo>
                    <a:pt x="368" y="233"/>
                  </a:lnTo>
                  <a:lnTo>
                    <a:pt x="352" y="244"/>
                  </a:lnTo>
                  <a:lnTo>
                    <a:pt x="336" y="256"/>
                  </a:lnTo>
                  <a:lnTo>
                    <a:pt x="324" y="271"/>
                  </a:lnTo>
                  <a:lnTo>
                    <a:pt x="311" y="287"/>
                  </a:lnTo>
                  <a:lnTo>
                    <a:pt x="299" y="304"/>
                  </a:lnTo>
                  <a:lnTo>
                    <a:pt x="288" y="324"/>
                  </a:lnTo>
                  <a:lnTo>
                    <a:pt x="280" y="347"/>
                  </a:lnTo>
                  <a:lnTo>
                    <a:pt x="271" y="370"/>
                  </a:lnTo>
                  <a:lnTo>
                    <a:pt x="264" y="394"/>
                  </a:lnTo>
                  <a:lnTo>
                    <a:pt x="258" y="423"/>
                  </a:lnTo>
                  <a:lnTo>
                    <a:pt x="253" y="451"/>
                  </a:lnTo>
                  <a:lnTo>
                    <a:pt x="0" y="451"/>
                  </a:lnTo>
                  <a:close/>
                  <a:moveTo>
                    <a:pt x="591" y="1382"/>
                  </a:moveTo>
                  <a:lnTo>
                    <a:pt x="327" y="1382"/>
                  </a:lnTo>
                  <a:lnTo>
                    <a:pt x="327" y="1122"/>
                  </a:lnTo>
                  <a:lnTo>
                    <a:pt x="591" y="1122"/>
                  </a:lnTo>
                  <a:lnTo>
                    <a:pt x="591" y="138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62" name="Freeform 110">
              <a:extLst>
                <a:ext uri="{FF2B5EF4-FFF2-40B4-BE49-F238E27FC236}">
                  <a16:creationId xmlns:a16="http://schemas.microsoft.com/office/drawing/2014/main" xmlns="" id="{EEEE08A9-4C48-47E4-A62D-CA071C03FF77}"/>
                </a:ext>
              </a:extLst>
            </p:cNvPr>
            <p:cNvSpPr/>
            <p:nvPr/>
          </p:nvSpPr>
          <p:spPr>
            <a:xfrm>
              <a:off x="8340671" y="1688629"/>
              <a:ext cx="1719242" cy="1841229"/>
            </a:xfrm>
            <a:custGeom>
              <a:avLst/>
              <a:gdLst>
                <a:gd name="connsiteX0" fmla="*/ 1369667 w 1719242"/>
                <a:gd name="connsiteY0" fmla="*/ 0 h 1841229"/>
                <a:gd name="connsiteX1" fmla="*/ 1710708 w 1719242"/>
                <a:gd name="connsiteY1" fmla="*/ 341041 h 1841229"/>
                <a:gd name="connsiteX2" fmla="*/ 1708073 w 1719242"/>
                <a:gd name="connsiteY2" fmla="*/ 367178 h 1841229"/>
                <a:gd name="connsiteX3" fmla="*/ 1712892 w 1719242"/>
                <a:gd name="connsiteY3" fmla="*/ 385491 h 1841229"/>
                <a:gd name="connsiteX4" fmla="*/ 1717655 w 1719242"/>
                <a:gd name="connsiteY4" fmla="*/ 415653 h 1841229"/>
                <a:gd name="connsiteX5" fmla="*/ 1719242 w 1719242"/>
                <a:gd name="connsiteY5" fmla="*/ 448991 h 1841229"/>
                <a:gd name="connsiteX6" fmla="*/ 1719242 w 1719242"/>
                <a:gd name="connsiteY6" fmla="*/ 479153 h 1841229"/>
                <a:gd name="connsiteX7" fmla="*/ 1714479 w 1719242"/>
                <a:gd name="connsiteY7" fmla="*/ 510903 h 1841229"/>
                <a:gd name="connsiteX8" fmla="*/ 1706542 w 1719242"/>
                <a:gd name="connsiteY8" fmla="*/ 544241 h 1841229"/>
                <a:gd name="connsiteX9" fmla="*/ 1701779 w 1719242"/>
                <a:gd name="connsiteY9" fmla="*/ 560116 h 1841229"/>
                <a:gd name="connsiteX10" fmla="*/ 1693842 w 1719242"/>
                <a:gd name="connsiteY10" fmla="*/ 575991 h 1841229"/>
                <a:gd name="connsiteX11" fmla="*/ 1685905 w 1719242"/>
                <a:gd name="connsiteY11" fmla="*/ 590279 h 1841229"/>
                <a:gd name="connsiteX12" fmla="*/ 1676379 w 1719242"/>
                <a:gd name="connsiteY12" fmla="*/ 606154 h 1841229"/>
                <a:gd name="connsiteX13" fmla="*/ 1665267 w 1719242"/>
                <a:gd name="connsiteY13" fmla="*/ 620441 h 1841229"/>
                <a:gd name="connsiteX14" fmla="*/ 1652567 w 1719242"/>
                <a:gd name="connsiteY14" fmla="*/ 634729 h 1841229"/>
                <a:gd name="connsiteX15" fmla="*/ 1638279 w 1719242"/>
                <a:gd name="connsiteY15" fmla="*/ 650604 h 1841229"/>
                <a:gd name="connsiteX16" fmla="*/ 1623992 w 1719242"/>
                <a:gd name="connsiteY16" fmla="*/ 664891 h 1841229"/>
                <a:gd name="connsiteX17" fmla="*/ 1608117 w 1719242"/>
                <a:gd name="connsiteY17" fmla="*/ 679179 h 1841229"/>
                <a:gd name="connsiteX18" fmla="*/ 1589067 w 1719242"/>
                <a:gd name="connsiteY18" fmla="*/ 691879 h 1841229"/>
                <a:gd name="connsiteX19" fmla="*/ 1568429 w 1719242"/>
                <a:gd name="connsiteY19" fmla="*/ 702991 h 1841229"/>
                <a:gd name="connsiteX20" fmla="*/ 1546205 w 1719242"/>
                <a:gd name="connsiteY20" fmla="*/ 715691 h 1841229"/>
                <a:gd name="connsiteX21" fmla="*/ 1523979 w 1719242"/>
                <a:gd name="connsiteY21" fmla="*/ 728391 h 1841229"/>
                <a:gd name="connsiteX22" fmla="*/ 1496992 w 1719242"/>
                <a:gd name="connsiteY22" fmla="*/ 739504 h 1841229"/>
                <a:gd name="connsiteX23" fmla="*/ 1470004 w 1719242"/>
                <a:gd name="connsiteY23" fmla="*/ 750616 h 1841229"/>
                <a:gd name="connsiteX24" fmla="*/ 1441429 w 1719242"/>
                <a:gd name="connsiteY24" fmla="*/ 761729 h 1841229"/>
                <a:gd name="connsiteX25" fmla="*/ 1408092 w 1719242"/>
                <a:gd name="connsiteY25" fmla="*/ 769666 h 1841229"/>
                <a:gd name="connsiteX26" fmla="*/ 1376342 w 1719242"/>
                <a:gd name="connsiteY26" fmla="*/ 779191 h 1841229"/>
                <a:gd name="connsiteX27" fmla="*/ 1339829 w 1719242"/>
                <a:gd name="connsiteY27" fmla="*/ 788716 h 1841229"/>
                <a:gd name="connsiteX28" fmla="*/ 1300142 w 1719242"/>
                <a:gd name="connsiteY28" fmla="*/ 795066 h 1841229"/>
                <a:gd name="connsiteX29" fmla="*/ 1262042 w 1719242"/>
                <a:gd name="connsiteY29" fmla="*/ 801416 h 1841229"/>
                <a:gd name="connsiteX30" fmla="*/ 1217592 w 1719242"/>
                <a:gd name="connsiteY30" fmla="*/ 806179 h 1841229"/>
                <a:gd name="connsiteX31" fmla="*/ 1173142 w 1719242"/>
                <a:gd name="connsiteY31" fmla="*/ 810941 h 1841229"/>
                <a:gd name="connsiteX32" fmla="*/ 1127104 w 1719242"/>
                <a:gd name="connsiteY32" fmla="*/ 815704 h 1841229"/>
                <a:gd name="connsiteX33" fmla="*/ 1076304 w 1719242"/>
                <a:gd name="connsiteY33" fmla="*/ 818879 h 1841229"/>
                <a:gd name="connsiteX34" fmla="*/ 1023917 w 1719242"/>
                <a:gd name="connsiteY34" fmla="*/ 820466 h 1841229"/>
                <a:gd name="connsiteX35" fmla="*/ 911204 w 1719242"/>
                <a:gd name="connsiteY35" fmla="*/ 822054 h 1841229"/>
                <a:gd name="connsiteX36" fmla="*/ 788967 w 1719242"/>
                <a:gd name="connsiteY36" fmla="*/ 818879 h 1841229"/>
                <a:gd name="connsiteX37" fmla="*/ 795317 w 1719242"/>
                <a:gd name="connsiteY37" fmla="*/ 879204 h 1841229"/>
                <a:gd name="connsiteX38" fmla="*/ 801667 w 1719242"/>
                <a:gd name="connsiteY38" fmla="*/ 934766 h 1841229"/>
                <a:gd name="connsiteX39" fmla="*/ 804842 w 1719242"/>
                <a:gd name="connsiteY39" fmla="*/ 990329 h 1841229"/>
                <a:gd name="connsiteX40" fmla="*/ 804842 w 1719242"/>
                <a:gd name="connsiteY40" fmla="*/ 1015729 h 1841229"/>
                <a:gd name="connsiteX41" fmla="*/ 803254 w 1719242"/>
                <a:gd name="connsiteY41" fmla="*/ 1042716 h 1841229"/>
                <a:gd name="connsiteX42" fmla="*/ 801667 w 1719242"/>
                <a:gd name="connsiteY42" fmla="*/ 1069704 h 1841229"/>
                <a:gd name="connsiteX43" fmla="*/ 798492 w 1719242"/>
                <a:gd name="connsiteY43" fmla="*/ 1096691 h 1841229"/>
                <a:gd name="connsiteX44" fmla="*/ 792142 w 1719242"/>
                <a:gd name="connsiteY44" fmla="*/ 1123679 h 1841229"/>
                <a:gd name="connsiteX45" fmla="*/ 785792 w 1719242"/>
                <a:gd name="connsiteY45" fmla="*/ 1150666 h 1841229"/>
                <a:gd name="connsiteX46" fmla="*/ 776267 w 1719242"/>
                <a:gd name="connsiteY46" fmla="*/ 1177654 h 1841229"/>
                <a:gd name="connsiteX47" fmla="*/ 765154 w 1719242"/>
                <a:gd name="connsiteY47" fmla="*/ 1206229 h 1841229"/>
                <a:gd name="connsiteX48" fmla="*/ 750867 w 1719242"/>
                <a:gd name="connsiteY48" fmla="*/ 1234804 h 1841229"/>
                <a:gd name="connsiteX49" fmla="*/ 736579 w 1719242"/>
                <a:gd name="connsiteY49" fmla="*/ 1266554 h 1841229"/>
                <a:gd name="connsiteX50" fmla="*/ 731817 w 1719242"/>
                <a:gd name="connsiteY50" fmla="*/ 1271317 h 1841229"/>
                <a:gd name="connsiteX51" fmla="*/ 723879 w 1719242"/>
                <a:gd name="connsiteY51" fmla="*/ 1272904 h 1841229"/>
                <a:gd name="connsiteX52" fmla="*/ 717529 w 1719242"/>
                <a:gd name="connsiteY52" fmla="*/ 1269729 h 1841229"/>
                <a:gd name="connsiteX53" fmla="*/ 709592 w 1719242"/>
                <a:gd name="connsiteY53" fmla="*/ 1263379 h 1841229"/>
                <a:gd name="connsiteX54" fmla="*/ 688954 w 1719242"/>
                <a:gd name="connsiteY54" fmla="*/ 1247504 h 1841229"/>
                <a:gd name="connsiteX55" fmla="*/ 665142 w 1719242"/>
                <a:gd name="connsiteY55" fmla="*/ 1228454 h 1841229"/>
                <a:gd name="connsiteX56" fmla="*/ 650854 w 1719242"/>
                <a:gd name="connsiteY56" fmla="*/ 1217342 h 1841229"/>
                <a:gd name="connsiteX57" fmla="*/ 636567 w 1719242"/>
                <a:gd name="connsiteY57" fmla="*/ 1207816 h 1841229"/>
                <a:gd name="connsiteX58" fmla="*/ 622279 w 1719242"/>
                <a:gd name="connsiteY58" fmla="*/ 1201466 h 1841229"/>
                <a:gd name="connsiteX59" fmla="*/ 606404 w 1719242"/>
                <a:gd name="connsiteY59" fmla="*/ 1198291 h 1841229"/>
                <a:gd name="connsiteX60" fmla="*/ 588942 w 1719242"/>
                <a:gd name="connsiteY60" fmla="*/ 1195116 h 1841229"/>
                <a:gd name="connsiteX61" fmla="*/ 573067 w 1719242"/>
                <a:gd name="connsiteY61" fmla="*/ 1198291 h 1841229"/>
                <a:gd name="connsiteX62" fmla="*/ 565129 w 1719242"/>
                <a:gd name="connsiteY62" fmla="*/ 1199879 h 1841229"/>
                <a:gd name="connsiteX63" fmla="*/ 555604 w 1719242"/>
                <a:gd name="connsiteY63" fmla="*/ 1204641 h 1841229"/>
                <a:gd name="connsiteX64" fmla="*/ 546079 w 1719242"/>
                <a:gd name="connsiteY64" fmla="*/ 1207816 h 1841229"/>
                <a:gd name="connsiteX65" fmla="*/ 538142 w 1719242"/>
                <a:gd name="connsiteY65" fmla="*/ 1215754 h 1841229"/>
                <a:gd name="connsiteX66" fmla="*/ 520679 w 1719242"/>
                <a:gd name="connsiteY66" fmla="*/ 1230042 h 1841229"/>
                <a:gd name="connsiteX67" fmla="*/ 511154 w 1719242"/>
                <a:gd name="connsiteY67" fmla="*/ 1244329 h 1841229"/>
                <a:gd name="connsiteX68" fmla="*/ 501629 w 1719242"/>
                <a:gd name="connsiteY68" fmla="*/ 1261792 h 1841229"/>
                <a:gd name="connsiteX69" fmla="*/ 493692 w 1719242"/>
                <a:gd name="connsiteY69" fmla="*/ 1280842 h 1841229"/>
                <a:gd name="connsiteX70" fmla="*/ 492104 w 1719242"/>
                <a:gd name="connsiteY70" fmla="*/ 1299892 h 1841229"/>
                <a:gd name="connsiteX71" fmla="*/ 492104 w 1719242"/>
                <a:gd name="connsiteY71" fmla="*/ 1322117 h 1841229"/>
                <a:gd name="connsiteX72" fmla="*/ 493692 w 1719242"/>
                <a:gd name="connsiteY72" fmla="*/ 1341167 h 1841229"/>
                <a:gd name="connsiteX73" fmla="*/ 500042 w 1719242"/>
                <a:gd name="connsiteY73" fmla="*/ 1364979 h 1841229"/>
                <a:gd name="connsiteX74" fmla="*/ 506392 w 1719242"/>
                <a:gd name="connsiteY74" fmla="*/ 1385617 h 1841229"/>
                <a:gd name="connsiteX75" fmla="*/ 515917 w 1719242"/>
                <a:gd name="connsiteY75" fmla="*/ 1409429 h 1841229"/>
                <a:gd name="connsiteX76" fmla="*/ 528617 w 1719242"/>
                <a:gd name="connsiteY76" fmla="*/ 1433242 h 1841229"/>
                <a:gd name="connsiteX77" fmla="*/ 541317 w 1719242"/>
                <a:gd name="connsiteY77" fmla="*/ 1455467 h 1841229"/>
                <a:gd name="connsiteX78" fmla="*/ 557192 w 1719242"/>
                <a:gd name="connsiteY78" fmla="*/ 1479279 h 1841229"/>
                <a:gd name="connsiteX79" fmla="*/ 574654 w 1719242"/>
                <a:gd name="connsiteY79" fmla="*/ 1503092 h 1841229"/>
                <a:gd name="connsiteX80" fmla="*/ 595292 w 1719242"/>
                <a:gd name="connsiteY80" fmla="*/ 1523729 h 1841229"/>
                <a:gd name="connsiteX81" fmla="*/ 614342 w 1719242"/>
                <a:gd name="connsiteY81" fmla="*/ 1545954 h 1841229"/>
                <a:gd name="connsiteX82" fmla="*/ 627042 w 1719242"/>
                <a:gd name="connsiteY82" fmla="*/ 1560242 h 1841229"/>
                <a:gd name="connsiteX83" fmla="*/ 636567 w 1719242"/>
                <a:gd name="connsiteY83" fmla="*/ 1571354 h 1841229"/>
                <a:gd name="connsiteX84" fmla="*/ 642917 w 1719242"/>
                <a:gd name="connsiteY84" fmla="*/ 1584054 h 1841229"/>
                <a:gd name="connsiteX85" fmla="*/ 650854 w 1719242"/>
                <a:gd name="connsiteY85" fmla="*/ 1596754 h 1841229"/>
                <a:gd name="connsiteX86" fmla="*/ 655617 w 1719242"/>
                <a:gd name="connsiteY86" fmla="*/ 1612629 h 1841229"/>
                <a:gd name="connsiteX87" fmla="*/ 658792 w 1719242"/>
                <a:gd name="connsiteY87" fmla="*/ 1626917 h 1841229"/>
                <a:gd name="connsiteX88" fmla="*/ 661967 w 1719242"/>
                <a:gd name="connsiteY88" fmla="*/ 1642792 h 1841229"/>
                <a:gd name="connsiteX89" fmla="*/ 658792 w 1719242"/>
                <a:gd name="connsiteY89" fmla="*/ 1658667 h 1841229"/>
                <a:gd name="connsiteX90" fmla="*/ 661967 w 1719242"/>
                <a:gd name="connsiteY90" fmla="*/ 1674542 h 1841229"/>
                <a:gd name="connsiteX91" fmla="*/ 663554 w 1719242"/>
                <a:gd name="connsiteY91" fmla="*/ 1709467 h 1841229"/>
                <a:gd name="connsiteX92" fmla="*/ 661967 w 1719242"/>
                <a:gd name="connsiteY92" fmla="*/ 1733279 h 1841229"/>
                <a:gd name="connsiteX93" fmla="*/ 657204 w 1719242"/>
                <a:gd name="connsiteY93" fmla="*/ 1761854 h 1841229"/>
                <a:gd name="connsiteX94" fmla="*/ 652442 w 1719242"/>
                <a:gd name="connsiteY94" fmla="*/ 1796779 h 1841229"/>
                <a:gd name="connsiteX95" fmla="*/ 639742 w 1719242"/>
                <a:gd name="connsiteY95" fmla="*/ 1841229 h 1841229"/>
                <a:gd name="connsiteX96" fmla="*/ 587354 w 1719242"/>
                <a:gd name="connsiteY96" fmla="*/ 1803129 h 1841229"/>
                <a:gd name="connsiteX97" fmla="*/ 542904 w 1719242"/>
                <a:gd name="connsiteY97" fmla="*/ 1768204 h 1841229"/>
                <a:gd name="connsiteX98" fmla="*/ 490517 w 1719242"/>
                <a:gd name="connsiteY98" fmla="*/ 1725342 h 1841229"/>
                <a:gd name="connsiteX99" fmla="*/ 433367 w 1719242"/>
                <a:gd name="connsiteY99" fmla="*/ 1672954 h 1841229"/>
                <a:gd name="connsiteX100" fmla="*/ 404792 w 1719242"/>
                <a:gd name="connsiteY100" fmla="*/ 1644379 h 1841229"/>
                <a:gd name="connsiteX101" fmla="*/ 374629 w 1719242"/>
                <a:gd name="connsiteY101" fmla="*/ 1614217 h 1841229"/>
                <a:gd name="connsiteX102" fmla="*/ 344467 w 1719242"/>
                <a:gd name="connsiteY102" fmla="*/ 1582467 h 1841229"/>
                <a:gd name="connsiteX103" fmla="*/ 315892 w 1719242"/>
                <a:gd name="connsiteY103" fmla="*/ 1547542 h 1841229"/>
                <a:gd name="connsiteX104" fmla="*/ 288904 w 1719242"/>
                <a:gd name="connsiteY104" fmla="*/ 1512617 h 1841229"/>
                <a:gd name="connsiteX105" fmla="*/ 261917 w 1719242"/>
                <a:gd name="connsiteY105" fmla="*/ 1472929 h 1841229"/>
                <a:gd name="connsiteX106" fmla="*/ 239692 w 1719242"/>
                <a:gd name="connsiteY106" fmla="*/ 1433242 h 1841229"/>
                <a:gd name="connsiteX107" fmla="*/ 217467 w 1719242"/>
                <a:gd name="connsiteY107" fmla="*/ 1391967 h 1841229"/>
                <a:gd name="connsiteX108" fmla="*/ 198417 w 1719242"/>
                <a:gd name="connsiteY108" fmla="*/ 1349104 h 1841229"/>
                <a:gd name="connsiteX109" fmla="*/ 180954 w 1719242"/>
                <a:gd name="connsiteY109" fmla="*/ 1303067 h 1841229"/>
                <a:gd name="connsiteX110" fmla="*/ 169842 w 1719242"/>
                <a:gd name="connsiteY110" fmla="*/ 1257029 h 1841229"/>
                <a:gd name="connsiteX111" fmla="*/ 158729 w 1719242"/>
                <a:gd name="connsiteY111" fmla="*/ 1207816 h 1841229"/>
                <a:gd name="connsiteX112" fmla="*/ 158125 w 1719242"/>
                <a:gd name="connsiteY112" fmla="*/ 1199353 h 1841229"/>
                <a:gd name="connsiteX113" fmla="*/ 150362 w 1719242"/>
                <a:gd name="connsiteY113" fmla="*/ 1195140 h 1841229"/>
                <a:gd name="connsiteX114" fmla="*/ 0 w 1719242"/>
                <a:gd name="connsiteY114" fmla="*/ 912343 h 1841229"/>
                <a:gd name="connsiteX115" fmla="*/ 341041 w 1719242"/>
                <a:gd name="connsiteY115" fmla="*/ 571302 h 1841229"/>
                <a:gd name="connsiteX116" fmla="*/ 354648 w 1719242"/>
                <a:gd name="connsiteY116" fmla="*/ 572674 h 1841229"/>
                <a:gd name="connsiteX117" fmla="*/ 355579 w 1719242"/>
                <a:gd name="connsiteY117" fmla="*/ 552178 h 1841229"/>
                <a:gd name="connsiteX118" fmla="*/ 363517 w 1719242"/>
                <a:gd name="connsiteY118" fmla="*/ 520428 h 1841229"/>
                <a:gd name="connsiteX119" fmla="*/ 371454 w 1719242"/>
                <a:gd name="connsiteY119" fmla="*/ 490266 h 1841229"/>
                <a:gd name="connsiteX120" fmla="*/ 382567 w 1719242"/>
                <a:gd name="connsiteY120" fmla="*/ 461691 h 1841229"/>
                <a:gd name="connsiteX121" fmla="*/ 395267 w 1719242"/>
                <a:gd name="connsiteY121" fmla="*/ 433116 h 1841229"/>
                <a:gd name="connsiteX122" fmla="*/ 411142 w 1719242"/>
                <a:gd name="connsiteY122" fmla="*/ 406129 h 1841229"/>
                <a:gd name="connsiteX123" fmla="*/ 430192 w 1719242"/>
                <a:gd name="connsiteY123" fmla="*/ 380728 h 1841229"/>
                <a:gd name="connsiteX124" fmla="*/ 449242 w 1719242"/>
                <a:gd name="connsiteY124" fmla="*/ 356916 h 1841229"/>
                <a:gd name="connsiteX125" fmla="*/ 469879 w 1719242"/>
                <a:gd name="connsiteY125" fmla="*/ 336278 h 1841229"/>
                <a:gd name="connsiteX126" fmla="*/ 492104 w 1719242"/>
                <a:gd name="connsiteY126" fmla="*/ 314053 h 1841229"/>
                <a:gd name="connsiteX127" fmla="*/ 515917 w 1719242"/>
                <a:gd name="connsiteY127" fmla="*/ 295003 h 1841229"/>
                <a:gd name="connsiteX128" fmla="*/ 541317 w 1719242"/>
                <a:gd name="connsiteY128" fmla="*/ 275953 h 1841229"/>
                <a:gd name="connsiteX129" fmla="*/ 568304 w 1719242"/>
                <a:gd name="connsiteY129" fmla="*/ 260078 h 1841229"/>
                <a:gd name="connsiteX130" fmla="*/ 595292 w 1719242"/>
                <a:gd name="connsiteY130" fmla="*/ 245791 h 1841229"/>
                <a:gd name="connsiteX131" fmla="*/ 622279 w 1719242"/>
                <a:gd name="connsiteY131" fmla="*/ 231503 h 1841229"/>
                <a:gd name="connsiteX132" fmla="*/ 650854 w 1719242"/>
                <a:gd name="connsiteY132" fmla="*/ 220391 h 1841229"/>
                <a:gd name="connsiteX133" fmla="*/ 679429 w 1719242"/>
                <a:gd name="connsiteY133" fmla="*/ 209278 h 1841229"/>
                <a:gd name="connsiteX134" fmla="*/ 708004 w 1719242"/>
                <a:gd name="connsiteY134" fmla="*/ 201341 h 1841229"/>
                <a:gd name="connsiteX135" fmla="*/ 734992 w 1719242"/>
                <a:gd name="connsiteY135" fmla="*/ 194991 h 1841229"/>
                <a:gd name="connsiteX136" fmla="*/ 763567 w 1719242"/>
                <a:gd name="connsiteY136" fmla="*/ 190228 h 1841229"/>
                <a:gd name="connsiteX137" fmla="*/ 792142 w 1719242"/>
                <a:gd name="connsiteY137" fmla="*/ 187053 h 1841229"/>
                <a:gd name="connsiteX138" fmla="*/ 820717 w 1719242"/>
                <a:gd name="connsiteY138" fmla="*/ 182291 h 1841229"/>
                <a:gd name="connsiteX139" fmla="*/ 847704 w 1719242"/>
                <a:gd name="connsiteY139" fmla="*/ 182291 h 1841229"/>
                <a:gd name="connsiteX140" fmla="*/ 873104 w 1719242"/>
                <a:gd name="connsiteY140" fmla="*/ 183878 h 1841229"/>
                <a:gd name="connsiteX141" fmla="*/ 898504 w 1719242"/>
                <a:gd name="connsiteY141" fmla="*/ 188641 h 1841229"/>
                <a:gd name="connsiteX142" fmla="*/ 923904 w 1719242"/>
                <a:gd name="connsiteY142" fmla="*/ 191816 h 1841229"/>
                <a:gd name="connsiteX143" fmla="*/ 947717 w 1719242"/>
                <a:gd name="connsiteY143" fmla="*/ 199753 h 1841229"/>
                <a:gd name="connsiteX144" fmla="*/ 968354 w 1719242"/>
                <a:gd name="connsiteY144" fmla="*/ 206103 h 1841229"/>
                <a:gd name="connsiteX145" fmla="*/ 988992 w 1719242"/>
                <a:gd name="connsiteY145" fmla="*/ 217216 h 1841229"/>
                <a:gd name="connsiteX146" fmla="*/ 1006454 w 1719242"/>
                <a:gd name="connsiteY146" fmla="*/ 228328 h 1841229"/>
                <a:gd name="connsiteX147" fmla="*/ 1042009 w 1719242"/>
                <a:gd name="connsiteY147" fmla="*/ 251516 h 1841229"/>
                <a:gd name="connsiteX148" fmla="*/ 1055427 w 1719242"/>
                <a:gd name="connsiteY148" fmla="*/ 208292 h 1841229"/>
                <a:gd name="connsiteX149" fmla="*/ 1369667 w 1719242"/>
                <a:gd name="connsiteY149" fmla="*/ 0 h 1841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1719242" h="1841229">
                  <a:moveTo>
                    <a:pt x="1369667" y="0"/>
                  </a:moveTo>
                  <a:cubicBezTo>
                    <a:pt x="1558019" y="0"/>
                    <a:pt x="1710708" y="152689"/>
                    <a:pt x="1710708" y="341041"/>
                  </a:cubicBezTo>
                  <a:lnTo>
                    <a:pt x="1708073" y="367178"/>
                  </a:lnTo>
                  <a:lnTo>
                    <a:pt x="1712892" y="385491"/>
                  </a:lnTo>
                  <a:lnTo>
                    <a:pt x="1717655" y="415653"/>
                  </a:lnTo>
                  <a:lnTo>
                    <a:pt x="1719242" y="448991"/>
                  </a:lnTo>
                  <a:lnTo>
                    <a:pt x="1719242" y="479153"/>
                  </a:lnTo>
                  <a:lnTo>
                    <a:pt x="1714479" y="510903"/>
                  </a:lnTo>
                  <a:lnTo>
                    <a:pt x="1706542" y="544241"/>
                  </a:lnTo>
                  <a:lnTo>
                    <a:pt x="1701779" y="560116"/>
                  </a:lnTo>
                  <a:lnTo>
                    <a:pt x="1693842" y="575991"/>
                  </a:lnTo>
                  <a:lnTo>
                    <a:pt x="1685905" y="590279"/>
                  </a:lnTo>
                  <a:lnTo>
                    <a:pt x="1676379" y="606154"/>
                  </a:lnTo>
                  <a:lnTo>
                    <a:pt x="1665267" y="620441"/>
                  </a:lnTo>
                  <a:lnTo>
                    <a:pt x="1652567" y="634729"/>
                  </a:lnTo>
                  <a:lnTo>
                    <a:pt x="1638279" y="650604"/>
                  </a:lnTo>
                  <a:lnTo>
                    <a:pt x="1623992" y="664891"/>
                  </a:lnTo>
                  <a:lnTo>
                    <a:pt x="1608117" y="679179"/>
                  </a:lnTo>
                  <a:lnTo>
                    <a:pt x="1589067" y="691879"/>
                  </a:lnTo>
                  <a:lnTo>
                    <a:pt x="1568429" y="702991"/>
                  </a:lnTo>
                  <a:lnTo>
                    <a:pt x="1546205" y="715691"/>
                  </a:lnTo>
                  <a:lnTo>
                    <a:pt x="1523979" y="728391"/>
                  </a:lnTo>
                  <a:lnTo>
                    <a:pt x="1496992" y="739504"/>
                  </a:lnTo>
                  <a:lnTo>
                    <a:pt x="1470004" y="750616"/>
                  </a:lnTo>
                  <a:lnTo>
                    <a:pt x="1441429" y="761729"/>
                  </a:lnTo>
                  <a:lnTo>
                    <a:pt x="1408092" y="769666"/>
                  </a:lnTo>
                  <a:lnTo>
                    <a:pt x="1376342" y="779191"/>
                  </a:lnTo>
                  <a:lnTo>
                    <a:pt x="1339829" y="788716"/>
                  </a:lnTo>
                  <a:lnTo>
                    <a:pt x="1300142" y="795066"/>
                  </a:lnTo>
                  <a:lnTo>
                    <a:pt x="1262042" y="801416"/>
                  </a:lnTo>
                  <a:lnTo>
                    <a:pt x="1217592" y="806179"/>
                  </a:lnTo>
                  <a:lnTo>
                    <a:pt x="1173142" y="810941"/>
                  </a:lnTo>
                  <a:lnTo>
                    <a:pt x="1127104" y="815704"/>
                  </a:lnTo>
                  <a:lnTo>
                    <a:pt x="1076304" y="818879"/>
                  </a:lnTo>
                  <a:lnTo>
                    <a:pt x="1023917" y="820466"/>
                  </a:lnTo>
                  <a:lnTo>
                    <a:pt x="911204" y="822054"/>
                  </a:lnTo>
                  <a:lnTo>
                    <a:pt x="788967" y="818879"/>
                  </a:lnTo>
                  <a:lnTo>
                    <a:pt x="795317" y="879204"/>
                  </a:lnTo>
                  <a:lnTo>
                    <a:pt x="801667" y="934766"/>
                  </a:lnTo>
                  <a:lnTo>
                    <a:pt x="804842" y="990329"/>
                  </a:lnTo>
                  <a:lnTo>
                    <a:pt x="804842" y="1015729"/>
                  </a:lnTo>
                  <a:lnTo>
                    <a:pt x="803254" y="1042716"/>
                  </a:lnTo>
                  <a:lnTo>
                    <a:pt x="801667" y="1069704"/>
                  </a:lnTo>
                  <a:lnTo>
                    <a:pt x="798492" y="1096691"/>
                  </a:lnTo>
                  <a:lnTo>
                    <a:pt x="792142" y="1123679"/>
                  </a:lnTo>
                  <a:lnTo>
                    <a:pt x="785792" y="1150666"/>
                  </a:lnTo>
                  <a:lnTo>
                    <a:pt x="776267" y="1177654"/>
                  </a:lnTo>
                  <a:lnTo>
                    <a:pt x="765154" y="1206229"/>
                  </a:lnTo>
                  <a:lnTo>
                    <a:pt x="750867" y="1234804"/>
                  </a:lnTo>
                  <a:lnTo>
                    <a:pt x="736579" y="1266554"/>
                  </a:lnTo>
                  <a:lnTo>
                    <a:pt x="731817" y="1271317"/>
                  </a:lnTo>
                  <a:lnTo>
                    <a:pt x="723879" y="1272904"/>
                  </a:lnTo>
                  <a:lnTo>
                    <a:pt x="717529" y="1269729"/>
                  </a:lnTo>
                  <a:lnTo>
                    <a:pt x="709592" y="1263379"/>
                  </a:lnTo>
                  <a:lnTo>
                    <a:pt x="688954" y="1247504"/>
                  </a:lnTo>
                  <a:lnTo>
                    <a:pt x="665142" y="1228454"/>
                  </a:lnTo>
                  <a:lnTo>
                    <a:pt x="650854" y="1217342"/>
                  </a:lnTo>
                  <a:lnTo>
                    <a:pt x="636567" y="1207816"/>
                  </a:lnTo>
                  <a:lnTo>
                    <a:pt x="622279" y="1201466"/>
                  </a:lnTo>
                  <a:lnTo>
                    <a:pt x="606404" y="1198291"/>
                  </a:lnTo>
                  <a:lnTo>
                    <a:pt x="588942" y="1195116"/>
                  </a:lnTo>
                  <a:lnTo>
                    <a:pt x="573067" y="1198291"/>
                  </a:lnTo>
                  <a:lnTo>
                    <a:pt x="565129" y="1199879"/>
                  </a:lnTo>
                  <a:lnTo>
                    <a:pt x="555604" y="1204641"/>
                  </a:lnTo>
                  <a:lnTo>
                    <a:pt x="546079" y="1207816"/>
                  </a:lnTo>
                  <a:lnTo>
                    <a:pt x="538142" y="1215754"/>
                  </a:lnTo>
                  <a:lnTo>
                    <a:pt x="520679" y="1230042"/>
                  </a:lnTo>
                  <a:lnTo>
                    <a:pt x="511154" y="1244329"/>
                  </a:lnTo>
                  <a:lnTo>
                    <a:pt x="501629" y="1261792"/>
                  </a:lnTo>
                  <a:lnTo>
                    <a:pt x="493692" y="1280842"/>
                  </a:lnTo>
                  <a:lnTo>
                    <a:pt x="492104" y="1299892"/>
                  </a:lnTo>
                  <a:lnTo>
                    <a:pt x="492104" y="1322117"/>
                  </a:lnTo>
                  <a:lnTo>
                    <a:pt x="493692" y="1341167"/>
                  </a:lnTo>
                  <a:lnTo>
                    <a:pt x="500042" y="1364979"/>
                  </a:lnTo>
                  <a:lnTo>
                    <a:pt x="506392" y="1385617"/>
                  </a:lnTo>
                  <a:lnTo>
                    <a:pt x="515917" y="1409429"/>
                  </a:lnTo>
                  <a:lnTo>
                    <a:pt x="528617" y="1433242"/>
                  </a:lnTo>
                  <a:lnTo>
                    <a:pt x="541317" y="1455467"/>
                  </a:lnTo>
                  <a:lnTo>
                    <a:pt x="557192" y="1479279"/>
                  </a:lnTo>
                  <a:lnTo>
                    <a:pt x="574654" y="1503092"/>
                  </a:lnTo>
                  <a:lnTo>
                    <a:pt x="595292" y="1523729"/>
                  </a:lnTo>
                  <a:lnTo>
                    <a:pt x="614342" y="1545954"/>
                  </a:lnTo>
                  <a:lnTo>
                    <a:pt x="627042" y="1560242"/>
                  </a:lnTo>
                  <a:lnTo>
                    <a:pt x="636567" y="1571354"/>
                  </a:lnTo>
                  <a:lnTo>
                    <a:pt x="642917" y="1584054"/>
                  </a:lnTo>
                  <a:lnTo>
                    <a:pt x="650854" y="1596754"/>
                  </a:lnTo>
                  <a:lnTo>
                    <a:pt x="655617" y="1612629"/>
                  </a:lnTo>
                  <a:lnTo>
                    <a:pt x="658792" y="1626917"/>
                  </a:lnTo>
                  <a:lnTo>
                    <a:pt x="661967" y="1642792"/>
                  </a:lnTo>
                  <a:lnTo>
                    <a:pt x="658792" y="1658667"/>
                  </a:lnTo>
                  <a:lnTo>
                    <a:pt x="661967" y="1674542"/>
                  </a:lnTo>
                  <a:lnTo>
                    <a:pt x="663554" y="1709467"/>
                  </a:lnTo>
                  <a:lnTo>
                    <a:pt x="661967" y="1733279"/>
                  </a:lnTo>
                  <a:lnTo>
                    <a:pt x="657204" y="1761854"/>
                  </a:lnTo>
                  <a:lnTo>
                    <a:pt x="652442" y="1796779"/>
                  </a:lnTo>
                  <a:lnTo>
                    <a:pt x="639742" y="1841229"/>
                  </a:lnTo>
                  <a:lnTo>
                    <a:pt x="587354" y="1803129"/>
                  </a:lnTo>
                  <a:lnTo>
                    <a:pt x="542904" y="1768204"/>
                  </a:lnTo>
                  <a:lnTo>
                    <a:pt x="490517" y="1725342"/>
                  </a:lnTo>
                  <a:lnTo>
                    <a:pt x="433367" y="1672954"/>
                  </a:lnTo>
                  <a:lnTo>
                    <a:pt x="404792" y="1644379"/>
                  </a:lnTo>
                  <a:lnTo>
                    <a:pt x="374629" y="1614217"/>
                  </a:lnTo>
                  <a:lnTo>
                    <a:pt x="344467" y="1582467"/>
                  </a:lnTo>
                  <a:lnTo>
                    <a:pt x="315892" y="1547542"/>
                  </a:lnTo>
                  <a:lnTo>
                    <a:pt x="288904" y="1512617"/>
                  </a:lnTo>
                  <a:lnTo>
                    <a:pt x="261917" y="1472929"/>
                  </a:lnTo>
                  <a:lnTo>
                    <a:pt x="239692" y="1433242"/>
                  </a:lnTo>
                  <a:lnTo>
                    <a:pt x="217467" y="1391967"/>
                  </a:lnTo>
                  <a:lnTo>
                    <a:pt x="198417" y="1349104"/>
                  </a:lnTo>
                  <a:lnTo>
                    <a:pt x="180954" y="1303067"/>
                  </a:lnTo>
                  <a:lnTo>
                    <a:pt x="169842" y="1257029"/>
                  </a:lnTo>
                  <a:lnTo>
                    <a:pt x="158729" y="1207816"/>
                  </a:lnTo>
                  <a:lnTo>
                    <a:pt x="158125" y="1199353"/>
                  </a:lnTo>
                  <a:lnTo>
                    <a:pt x="150362" y="1195140"/>
                  </a:lnTo>
                  <a:cubicBezTo>
                    <a:pt x="59644" y="1133852"/>
                    <a:pt x="0" y="1030063"/>
                    <a:pt x="0" y="912343"/>
                  </a:cubicBezTo>
                  <a:cubicBezTo>
                    <a:pt x="0" y="723991"/>
                    <a:pt x="152689" y="571302"/>
                    <a:pt x="341041" y="571302"/>
                  </a:cubicBezTo>
                  <a:lnTo>
                    <a:pt x="354648" y="572674"/>
                  </a:lnTo>
                  <a:lnTo>
                    <a:pt x="355579" y="552178"/>
                  </a:lnTo>
                  <a:lnTo>
                    <a:pt x="363517" y="520428"/>
                  </a:lnTo>
                  <a:lnTo>
                    <a:pt x="371454" y="490266"/>
                  </a:lnTo>
                  <a:lnTo>
                    <a:pt x="382567" y="461691"/>
                  </a:lnTo>
                  <a:lnTo>
                    <a:pt x="395267" y="433116"/>
                  </a:lnTo>
                  <a:lnTo>
                    <a:pt x="411142" y="406129"/>
                  </a:lnTo>
                  <a:lnTo>
                    <a:pt x="430192" y="380728"/>
                  </a:lnTo>
                  <a:lnTo>
                    <a:pt x="449242" y="356916"/>
                  </a:lnTo>
                  <a:lnTo>
                    <a:pt x="469879" y="336278"/>
                  </a:lnTo>
                  <a:lnTo>
                    <a:pt x="492104" y="314053"/>
                  </a:lnTo>
                  <a:lnTo>
                    <a:pt x="515917" y="295003"/>
                  </a:lnTo>
                  <a:lnTo>
                    <a:pt x="541317" y="275953"/>
                  </a:lnTo>
                  <a:lnTo>
                    <a:pt x="568304" y="260078"/>
                  </a:lnTo>
                  <a:lnTo>
                    <a:pt x="595292" y="245791"/>
                  </a:lnTo>
                  <a:lnTo>
                    <a:pt x="622279" y="231503"/>
                  </a:lnTo>
                  <a:lnTo>
                    <a:pt x="650854" y="220391"/>
                  </a:lnTo>
                  <a:lnTo>
                    <a:pt x="679429" y="209278"/>
                  </a:lnTo>
                  <a:lnTo>
                    <a:pt x="708004" y="201341"/>
                  </a:lnTo>
                  <a:lnTo>
                    <a:pt x="734992" y="194991"/>
                  </a:lnTo>
                  <a:lnTo>
                    <a:pt x="763567" y="190228"/>
                  </a:lnTo>
                  <a:lnTo>
                    <a:pt x="792142" y="187053"/>
                  </a:lnTo>
                  <a:lnTo>
                    <a:pt x="820717" y="182291"/>
                  </a:lnTo>
                  <a:lnTo>
                    <a:pt x="847704" y="182291"/>
                  </a:lnTo>
                  <a:lnTo>
                    <a:pt x="873104" y="183878"/>
                  </a:lnTo>
                  <a:lnTo>
                    <a:pt x="898504" y="188641"/>
                  </a:lnTo>
                  <a:lnTo>
                    <a:pt x="923904" y="191816"/>
                  </a:lnTo>
                  <a:lnTo>
                    <a:pt x="947717" y="199753"/>
                  </a:lnTo>
                  <a:lnTo>
                    <a:pt x="968354" y="206103"/>
                  </a:lnTo>
                  <a:lnTo>
                    <a:pt x="988992" y="217216"/>
                  </a:lnTo>
                  <a:lnTo>
                    <a:pt x="1006454" y="228328"/>
                  </a:lnTo>
                  <a:lnTo>
                    <a:pt x="1042009" y="251516"/>
                  </a:lnTo>
                  <a:lnTo>
                    <a:pt x="1055427" y="208292"/>
                  </a:lnTo>
                  <a:cubicBezTo>
                    <a:pt x="1107199" y="85888"/>
                    <a:pt x="1228403" y="0"/>
                    <a:pt x="1369667" y="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</p:grpSp>
      <p:sp>
        <p:nvSpPr>
          <p:cNvPr id="64" name="文字方塊 63"/>
          <p:cNvSpPr txBox="1"/>
          <p:nvPr/>
        </p:nvSpPr>
        <p:spPr>
          <a:xfrm>
            <a:off x="164592" y="82296"/>
            <a:ext cx="3145536" cy="6126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63" name="TextBox 253"/>
          <p:cNvSpPr txBox="1"/>
          <p:nvPr/>
        </p:nvSpPr>
        <p:spPr>
          <a:xfrm>
            <a:off x="3749040" y="2195954"/>
            <a:ext cx="7973568" cy="34022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在生活中，經常會因為忙碌而忘東忘西，而其中鑰匙就是匆忙出門後最容易忘記的一項</a:t>
            </a:r>
            <a:r>
              <a:rPr lang="zh-TW" altLang="en-US" sz="24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物品，而現今</a:t>
            </a:r>
            <a:r>
              <a:rPr lang="zh-TW" altLang="en-US" sz="2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市面上有許多不同種類的智慧門鎖，可以透過智慧型手機、指紋、密碼又或者是卡片就能輕鬆解鎖，但除了指紋跟密碼之外</a:t>
            </a:r>
            <a:r>
              <a:rPr lang="zh-TW" altLang="en-US" sz="24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，我們想知道有</a:t>
            </a:r>
            <a:r>
              <a:rPr lang="zh-TW" altLang="en-US" sz="2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沒有</a:t>
            </a:r>
            <a:r>
              <a:rPr lang="zh-TW" altLang="en-US" sz="24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更</a:t>
            </a:r>
            <a:r>
              <a:rPr lang="zh-TW" altLang="en-US" sz="2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便利</a:t>
            </a:r>
            <a:r>
              <a:rPr lang="zh-TW" altLang="en-US" sz="24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的方式</a:t>
            </a:r>
            <a:r>
              <a:rPr lang="zh-TW" altLang="en-US" sz="2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，</a:t>
            </a:r>
            <a:r>
              <a:rPr lang="zh-TW" altLang="en-US" sz="24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於是</a:t>
            </a:r>
            <a:r>
              <a:rPr lang="zh-TW" altLang="en-US" sz="2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就想做一套符合自身所需的門禁系統。</a:t>
            </a:r>
          </a:p>
        </p:txBody>
      </p:sp>
      <p:grpSp>
        <p:nvGrpSpPr>
          <p:cNvPr id="6" name="群組 5"/>
          <p:cNvGrpSpPr/>
          <p:nvPr/>
        </p:nvGrpSpPr>
        <p:grpSpPr>
          <a:xfrm>
            <a:off x="3749040" y="1057125"/>
            <a:ext cx="7973568" cy="832610"/>
            <a:chOff x="3749040" y="520772"/>
            <a:chExt cx="7973568" cy="832610"/>
          </a:xfrm>
        </p:grpSpPr>
        <p:sp>
          <p:nvSpPr>
            <p:cNvPr id="65" name="Rectangle 254"/>
            <p:cNvSpPr/>
            <p:nvPr/>
          </p:nvSpPr>
          <p:spPr>
            <a:xfrm>
              <a:off x="5474907" y="520772"/>
              <a:ext cx="4309173" cy="786891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TW" altLang="en-US" sz="4800" b="1" dirty="0">
                  <a:solidFill>
                    <a:schemeClr val="bg2">
                      <a:lumMod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微软雅黑 Light" panose="020B0502040204020203" pitchFamily="34" charset="-122"/>
                </a:rPr>
                <a:t>開發動機及目的</a:t>
              </a:r>
              <a:endParaRPr lang="en-US" sz="4800" b="1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3749040" y="1307663"/>
              <a:ext cx="7973568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23581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27270" y="1666124"/>
            <a:ext cx="2384573" cy="2384573"/>
            <a:chOff x="4240335" y="3008435"/>
            <a:chExt cx="3711332" cy="3711332"/>
          </a:xfrm>
        </p:grpSpPr>
        <p:sp>
          <p:nvSpPr>
            <p:cNvPr id="3" name="椭圆 2"/>
            <p:cNvSpPr/>
            <p:nvPr/>
          </p:nvSpPr>
          <p:spPr>
            <a:xfrm>
              <a:off x="4240335" y="3008435"/>
              <a:ext cx="3711332" cy="3711332"/>
            </a:xfrm>
            <a:prstGeom prst="ellipse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9525"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865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710169" y="3478269"/>
              <a:ext cx="2771663" cy="2771663"/>
              <a:chOff x="2193191" y="1899415"/>
              <a:chExt cx="2421376" cy="2421376"/>
            </a:xfrm>
            <a:effectLst/>
          </p:grpSpPr>
          <p:sp>
            <p:nvSpPr>
              <p:cNvPr id="5" name="椭圆 4"/>
              <p:cNvSpPr/>
              <p:nvPr/>
            </p:nvSpPr>
            <p:spPr>
              <a:xfrm>
                <a:off x="2193191" y="1899415"/>
                <a:ext cx="2421376" cy="2421376"/>
              </a:xfrm>
              <a:prstGeom prst="ellipse">
                <a:avLst/>
              </a:prstGeom>
              <a:solidFill>
                <a:schemeClr val="accent3"/>
              </a:solidFill>
              <a:ln w="31750"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127000" dist="63500" dir="13500000">
                  <a:schemeClr val="accent3">
                    <a:lumMod val="50000"/>
                    <a:alpha val="8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altLang="en-US" sz="18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345502" y="2051726"/>
                <a:ext cx="2116756" cy="21167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50800">
                <a:noFill/>
              </a:ln>
              <a:effectLst>
                <a:outerShdw blurRad="152400" dist="63500" dir="2700000" algn="tl" rotWithShape="0">
                  <a:schemeClr val="accent3">
                    <a:lumMod val="50000"/>
                    <a:alpha val="64000"/>
                  </a:scheme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82550" h="254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altLang="en-US" sz="18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24" name="任意多边形 23"/>
          <p:cNvSpPr/>
          <p:nvPr/>
        </p:nvSpPr>
        <p:spPr>
          <a:xfrm>
            <a:off x="600" y="-348344"/>
            <a:ext cx="2718956" cy="7417183"/>
          </a:xfrm>
          <a:custGeom>
            <a:avLst/>
            <a:gdLst>
              <a:gd name="connsiteX0" fmla="*/ 0 w 2837789"/>
              <a:gd name="connsiteY0" fmla="*/ 0 h 8001905"/>
              <a:gd name="connsiteX1" fmla="*/ 2837788 w 2837789"/>
              <a:gd name="connsiteY1" fmla="*/ 0 h 8001905"/>
              <a:gd name="connsiteX2" fmla="*/ 2837788 w 2837789"/>
              <a:gd name="connsiteY2" fmla="*/ 1968500 h 8001905"/>
              <a:gd name="connsiteX3" fmla="*/ 2837789 w 2837789"/>
              <a:gd name="connsiteY3" fmla="*/ 1968500 h 8001905"/>
              <a:gd name="connsiteX4" fmla="*/ 2837789 w 2837789"/>
              <a:gd name="connsiteY4" fmla="*/ 2363879 h 8001905"/>
              <a:gd name="connsiteX5" fmla="*/ 2618085 w 2837789"/>
              <a:gd name="connsiteY5" fmla="*/ 2386026 h 8001905"/>
              <a:gd name="connsiteX6" fmla="*/ 1747634 w 2837789"/>
              <a:gd name="connsiteY6" fmla="*/ 3454034 h 8001905"/>
              <a:gd name="connsiteX7" fmla="*/ 2618085 w 2837789"/>
              <a:gd name="connsiteY7" fmla="*/ 4522042 h 8001905"/>
              <a:gd name="connsiteX8" fmla="*/ 2837789 w 2837789"/>
              <a:gd name="connsiteY8" fmla="*/ 4544190 h 8001905"/>
              <a:gd name="connsiteX9" fmla="*/ 2837789 w 2837789"/>
              <a:gd name="connsiteY9" fmla="*/ 6858000 h 8001905"/>
              <a:gd name="connsiteX10" fmla="*/ 2837788 w 2837789"/>
              <a:gd name="connsiteY10" fmla="*/ 6858000 h 8001905"/>
              <a:gd name="connsiteX11" fmla="*/ 2837788 w 2837789"/>
              <a:gd name="connsiteY11" fmla="*/ 8001905 h 8001905"/>
              <a:gd name="connsiteX12" fmla="*/ 0 w 2837789"/>
              <a:gd name="connsiteY12" fmla="*/ 8001905 h 8001905"/>
              <a:gd name="connsiteX13" fmla="*/ 0 w 2837789"/>
              <a:gd name="connsiteY13" fmla="*/ 6858000 h 8001905"/>
              <a:gd name="connsiteX14" fmla="*/ 0 w 2837789"/>
              <a:gd name="connsiteY14" fmla="*/ 6376305 h 8001905"/>
              <a:gd name="connsiteX15" fmla="*/ 0 w 2837789"/>
              <a:gd name="connsiteY15" fmla="*/ 2133600 h 8001905"/>
              <a:gd name="connsiteX16" fmla="*/ 0 w 2837789"/>
              <a:gd name="connsiteY16" fmla="*/ 1968500 h 800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37789" h="8001905">
                <a:moveTo>
                  <a:pt x="0" y="0"/>
                </a:moveTo>
                <a:lnTo>
                  <a:pt x="2837788" y="0"/>
                </a:lnTo>
                <a:lnTo>
                  <a:pt x="2837788" y="1968500"/>
                </a:lnTo>
                <a:lnTo>
                  <a:pt x="2837789" y="1968500"/>
                </a:lnTo>
                <a:lnTo>
                  <a:pt x="2837789" y="2363879"/>
                </a:lnTo>
                <a:lnTo>
                  <a:pt x="2618085" y="2386026"/>
                </a:lnTo>
                <a:cubicBezTo>
                  <a:pt x="2121320" y="2487680"/>
                  <a:pt x="1747634" y="2927218"/>
                  <a:pt x="1747634" y="3454034"/>
                </a:cubicBezTo>
                <a:cubicBezTo>
                  <a:pt x="1747634" y="3980852"/>
                  <a:pt x="2121320" y="4420389"/>
                  <a:pt x="2618085" y="4522042"/>
                </a:cubicBezTo>
                <a:lnTo>
                  <a:pt x="2837789" y="4544190"/>
                </a:lnTo>
                <a:lnTo>
                  <a:pt x="2837789" y="6858000"/>
                </a:lnTo>
                <a:lnTo>
                  <a:pt x="2837788" y="6858000"/>
                </a:lnTo>
                <a:lnTo>
                  <a:pt x="2837788" y="8001905"/>
                </a:lnTo>
                <a:lnTo>
                  <a:pt x="0" y="8001905"/>
                </a:lnTo>
                <a:lnTo>
                  <a:pt x="0" y="6858000"/>
                </a:lnTo>
                <a:lnTo>
                  <a:pt x="0" y="6376305"/>
                </a:lnTo>
                <a:lnTo>
                  <a:pt x="0" y="2133600"/>
                </a:lnTo>
                <a:lnTo>
                  <a:pt x="0" y="19685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1865"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002060" y="4379076"/>
            <a:ext cx="6838231" cy="4289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1865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856487" y="2092177"/>
            <a:ext cx="4805036" cy="156654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altLang="zh-CN" sz="9600" b="1" dirty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PART </a:t>
            </a:r>
            <a:r>
              <a:rPr lang="en-US" altLang="zh-CN" sz="9600" b="1" dirty="0" smtClean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0</a:t>
            </a:r>
            <a:r>
              <a:rPr lang="en-US" altLang="zh-TW" sz="9600" b="1" dirty="0" smtClean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2</a:t>
            </a:r>
            <a:endParaRPr lang="en-US" altLang="zh-CN" sz="9600" b="1" dirty="0">
              <a:solidFill>
                <a:schemeClr val="accent4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30463" y="3777733"/>
            <a:ext cx="3314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defRPr/>
            </a:pPr>
            <a:r>
              <a:rPr lang="zh-TW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微软雅黑 Light" panose="020B0502040204020203" pitchFamily="34" charset="-122"/>
              </a:rPr>
              <a:t>開發內容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微软雅黑 Light" panose="020B0502040204020203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383327" y="2490049"/>
            <a:ext cx="702937" cy="707692"/>
            <a:chOff x="5042691" y="2273920"/>
            <a:chExt cx="702937" cy="707692"/>
          </a:xfrm>
          <a:solidFill>
            <a:schemeClr val="accent5"/>
          </a:solidFill>
        </p:grpSpPr>
        <p:sp>
          <p:nvSpPr>
            <p:cNvPr id="26" name="Freeform 12"/>
            <p:cNvSpPr/>
            <p:nvPr/>
          </p:nvSpPr>
          <p:spPr bwMode="auto">
            <a:xfrm>
              <a:off x="5284806" y="2789968"/>
              <a:ext cx="460822" cy="191644"/>
            </a:xfrm>
            <a:custGeom>
              <a:avLst/>
              <a:gdLst>
                <a:gd name="T0" fmla="*/ 25 w 533"/>
                <a:gd name="T1" fmla="*/ 165 h 222"/>
                <a:gd name="T2" fmla="*/ 158 w 533"/>
                <a:gd name="T3" fmla="*/ 165 h 222"/>
                <a:gd name="T4" fmla="*/ 158 w 533"/>
                <a:gd name="T5" fmla="*/ 108 h 222"/>
                <a:gd name="T6" fmla="*/ 184 w 533"/>
                <a:gd name="T7" fmla="*/ 83 h 222"/>
                <a:gd name="T8" fmla="*/ 317 w 533"/>
                <a:gd name="T9" fmla="*/ 83 h 222"/>
                <a:gd name="T10" fmla="*/ 317 w 533"/>
                <a:gd name="T11" fmla="*/ 25 h 222"/>
                <a:gd name="T12" fmla="*/ 343 w 533"/>
                <a:gd name="T13" fmla="*/ 0 h 222"/>
                <a:gd name="T14" fmla="*/ 533 w 533"/>
                <a:gd name="T15" fmla="*/ 0 h 222"/>
                <a:gd name="T16" fmla="*/ 533 w 533"/>
                <a:gd name="T17" fmla="*/ 32 h 222"/>
                <a:gd name="T18" fmla="*/ 508 w 533"/>
                <a:gd name="T19" fmla="*/ 57 h 222"/>
                <a:gd name="T20" fmla="*/ 375 w 533"/>
                <a:gd name="T21" fmla="*/ 57 h 222"/>
                <a:gd name="T22" fmla="*/ 375 w 533"/>
                <a:gd name="T23" fmla="*/ 114 h 222"/>
                <a:gd name="T24" fmla="*/ 349 w 533"/>
                <a:gd name="T25" fmla="*/ 140 h 222"/>
                <a:gd name="T26" fmla="*/ 216 w 533"/>
                <a:gd name="T27" fmla="*/ 140 h 222"/>
                <a:gd name="T28" fmla="*/ 216 w 533"/>
                <a:gd name="T29" fmla="*/ 197 h 222"/>
                <a:gd name="T30" fmla="*/ 190 w 533"/>
                <a:gd name="T31" fmla="*/ 222 h 222"/>
                <a:gd name="T32" fmla="*/ 0 w 533"/>
                <a:gd name="T33" fmla="*/ 222 h 222"/>
                <a:gd name="T34" fmla="*/ 0 w 533"/>
                <a:gd name="T35" fmla="*/ 191 h 222"/>
                <a:gd name="T36" fmla="*/ 25 w 533"/>
                <a:gd name="T37" fmla="*/ 16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3" h="222">
                  <a:moveTo>
                    <a:pt x="25" y="165"/>
                  </a:moveTo>
                  <a:cubicBezTo>
                    <a:pt x="158" y="165"/>
                    <a:pt x="158" y="165"/>
                    <a:pt x="158" y="165"/>
                  </a:cubicBezTo>
                  <a:cubicBezTo>
                    <a:pt x="158" y="108"/>
                    <a:pt x="158" y="108"/>
                    <a:pt x="158" y="108"/>
                  </a:cubicBezTo>
                  <a:cubicBezTo>
                    <a:pt x="158" y="94"/>
                    <a:pt x="170" y="83"/>
                    <a:pt x="184" y="83"/>
                  </a:cubicBezTo>
                  <a:cubicBezTo>
                    <a:pt x="317" y="83"/>
                    <a:pt x="317" y="83"/>
                    <a:pt x="317" y="83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11"/>
                    <a:pt x="329" y="0"/>
                    <a:pt x="343" y="0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33" y="32"/>
                    <a:pt x="533" y="32"/>
                    <a:pt x="533" y="32"/>
                  </a:cubicBezTo>
                  <a:cubicBezTo>
                    <a:pt x="533" y="46"/>
                    <a:pt x="522" y="57"/>
                    <a:pt x="508" y="57"/>
                  </a:cubicBezTo>
                  <a:cubicBezTo>
                    <a:pt x="375" y="57"/>
                    <a:pt x="375" y="57"/>
                    <a:pt x="375" y="57"/>
                  </a:cubicBezTo>
                  <a:cubicBezTo>
                    <a:pt x="375" y="114"/>
                    <a:pt x="375" y="114"/>
                    <a:pt x="375" y="114"/>
                  </a:cubicBezTo>
                  <a:cubicBezTo>
                    <a:pt x="375" y="128"/>
                    <a:pt x="363" y="140"/>
                    <a:pt x="349" y="140"/>
                  </a:cubicBezTo>
                  <a:cubicBezTo>
                    <a:pt x="216" y="140"/>
                    <a:pt x="216" y="140"/>
                    <a:pt x="216" y="140"/>
                  </a:cubicBezTo>
                  <a:cubicBezTo>
                    <a:pt x="216" y="197"/>
                    <a:pt x="216" y="197"/>
                    <a:pt x="216" y="197"/>
                  </a:cubicBezTo>
                  <a:cubicBezTo>
                    <a:pt x="216" y="211"/>
                    <a:pt x="204" y="222"/>
                    <a:pt x="19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77"/>
                    <a:pt x="11" y="165"/>
                    <a:pt x="25" y="1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65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27" name="Freeform 13"/>
            <p:cNvSpPr>
              <a:spLocks noEditPoints="1"/>
            </p:cNvSpPr>
            <p:nvPr/>
          </p:nvSpPr>
          <p:spPr bwMode="auto">
            <a:xfrm>
              <a:off x="5042691" y="2273920"/>
              <a:ext cx="529214" cy="655758"/>
            </a:xfrm>
            <a:custGeom>
              <a:avLst/>
              <a:gdLst>
                <a:gd name="T0" fmla="*/ 28 w 612"/>
                <a:gd name="T1" fmla="*/ 504 h 759"/>
                <a:gd name="T2" fmla="*/ 148 w 612"/>
                <a:gd name="T3" fmla="*/ 514 h 759"/>
                <a:gd name="T4" fmla="*/ 179 w 612"/>
                <a:gd name="T5" fmla="*/ 488 h 759"/>
                <a:gd name="T6" fmla="*/ 184 w 612"/>
                <a:gd name="T7" fmla="*/ 423 h 759"/>
                <a:gd name="T8" fmla="*/ 158 w 612"/>
                <a:gd name="T9" fmla="*/ 392 h 759"/>
                <a:gd name="T10" fmla="*/ 38 w 612"/>
                <a:gd name="T11" fmla="*/ 381 h 759"/>
                <a:gd name="T12" fmla="*/ 7 w 612"/>
                <a:gd name="T13" fmla="*/ 407 h 759"/>
                <a:gd name="T14" fmla="*/ 2 w 612"/>
                <a:gd name="T15" fmla="*/ 473 h 759"/>
                <a:gd name="T16" fmla="*/ 28 w 612"/>
                <a:gd name="T17" fmla="*/ 504 h 759"/>
                <a:gd name="T18" fmla="*/ 157 w 612"/>
                <a:gd name="T19" fmla="*/ 669 h 759"/>
                <a:gd name="T20" fmla="*/ 254 w 612"/>
                <a:gd name="T21" fmla="*/ 487 h 759"/>
                <a:gd name="T22" fmla="*/ 334 w 612"/>
                <a:gd name="T23" fmla="*/ 512 h 759"/>
                <a:gd name="T24" fmla="*/ 342 w 612"/>
                <a:gd name="T25" fmla="*/ 515 h 759"/>
                <a:gd name="T26" fmla="*/ 216 w 612"/>
                <a:gd name="T27" fmla="*/ 722 h 759"/>
                <a:gd name="T28" fmla="*/ 157 w 612"/>
                <a:gd name="T29" fmla="*/ 669 h 759"/>
                <a:gd name="T30" fmla="*/ 379 w 612"/>
                <a:gd name="T31" fmla="*/ 7 h 759"/>
                <a:gd name="T32" fmla="*/ 426 w 612"/>
                <a:gd name="T33" fmla="*/ 84 h 759"/>
                <a:gd name="T34" fmla="*/ 349 w 612"/>
                <a:gd name="T35" fmla="*/ 150 h 759"/>
                <a:gd name="T36" fmla="*/ 304 w 612"/>
                <a:gd name="T37" fmla="*/ 59 h 759"/>
                <a:gd name="T38" fmla="*/ 379 w 612"/>
                <a:gd name="T39" fmla="*/ 7 h 759"/>
                <a:gd name="T40" fmla="*/ 371 w 612"/>
                <a:gd name="T41" fmla="*/ 183 h 759"/>
                <a:gd name="T42" fmla="*/ 403 w 612"/>
                <a:gd name="T43" fmla="*/ 199 h 759"/>
                <a:gd name="T44" fmla="*/ 574 w 612"/>
                <a:gd name="T45" fmla="*/ 278 h 759"/>
                <a:gd name="T46" fmla="*/ 579 w 612"/>
                <a:gd name="T47" fmla="*/ 341 h 759"/>
                <a:gd name="T48" fmla="*/ 398 w 612"/>
                <a:gd name="T49" fmla="*/ 296 h 759"/>
                <a:gd name="T50" fmla="*/ 381 w 612"/>
                <a:gd name="T51" fmla="*/ 385 h 759"/>
                <a:gd name="T52" fmla="*/ 390 w 612"/>
                <a:gd name="T53" fmla="*/ 402 h 759"/>
                <a:gd name="T54" fmla="*/ 561 w 612"/>
                <a:gd name="T55" fmla="*/ 593 h 759"/>
                <a:gd name="T56" fmla="*/ 489 w 612"/>
                <a:gd name="T57" fmla="*/ 626 h 759"/>
                <a:gd name="T58" fmla="*/ 233 w 612"/>
                <a:gd name="T59" fmla="*/ 447 h 759"/>
                <a:gd name="T60" fmla="*/ 203 w 612"/>
                <a:gd name="T61" fmla="*/ 392 h 759"/>
                <a:gd name="T62" fmla="*/ 231 w 612"/>
                <a:gd name="T63" fmla="*/ 239 h 759"/>
                <a:gd name="T64" fmla="*/ 157 w 612"/>
                <a:gd name="T65" fmla="*/ 344 h 759"/>
                <a:gd name="T66" fmla="*/ 95 w 612"/>
                <a:gd name="T67" fmla="*/ 332 h 759"/>
                <a:gd name="T68" fmla="*/ 247 w 612"/>
                <a:gd name="T69" fmla="*/ 155 h 759"/>
                <a:gd name="T70" fmla="*/ 313 w 612"/>
                <a:gd name="T71" fmla="*/ 163 h 759"/>
                <a:gd name="T72" fmla="*/ 349 w 612"/>
                <a:gd name="T73" fmla="*/ 227 h 759"/>
                <a:gd name="T74" fmla="*/ 371 w 612"/>
                <a:gd name="T75" fmla="*/ 183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12" h="759">
                  <a:moveTo>
                    <a:pt x="28" y="504"/>
                  </a:moveTo>
                  <a:cubicBezTo>
                    <a:pt x="148" y="514"/>
                    <a:pt x="148" y="514"/>
                    <a:pt x="148" y="514"/>
                  </a:cubicBezTo>
                  <a:cubicBezTo>
                    <a:pt x="164" y="516"/>
                    <a:pt x="177" y="504"/>
                    <a:pt x="179" y="488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6" y="407"/>
                    <a:pt x="174" y="393"/>
                    <a:pt x="158" y="392"/>
                  </a:cubicBezTo>
                  <a:cubicBezTo>
                    <a:pt x="38" y="381"/>
                    <a:pt x="38" y="381"/>
                    <a:pt x="38" y="381"/>
                  </a:cubicBezTo>
                  <a:cubicBezTo>
                    <a:pt x="23" y="380"/>
                    <a:pt x="9" y="392"/>
                    <a:pt x="7" y="407"/>
                  </a:cubicBezTo>
                  <a:cubicBezTo>
                    <a:pt x="2" y="473"/>
                    <a:pt x="2" y="473"/>
                    <a:pt x="2" y="473"/>
                  </a:cubicBezTo>
                  <a:cubicBezTo>
                    <a:pt x="0" y="489"/>
                    <a:pt x="12" y="503"/>
                    <a:pt x="28" y="504"/>
                  </a:cubicBezTo>
                  <a:close/>
                  <a:moveTo>
                    <a:pt x="157" y="669"/>
                  </a:moveTo>
                  <a:cubicBezTo>
                    <a:pt x="220" y="595"/>
                    <a:pt x="230" y="592"/>
                    <a:pt x="254" y="487"/>
                  </a:cubicBezTo>
                  <a:cubicBezTo>
                    <a:pt x="280" y="496"/>
                    <a:pt x="307" y="504"/>
                    <a:pt x="334" y="512"/>
                  </a:cubicBezTo>
                  <a:cubicBezTo>
                    <a:pt x="337" y="513"/>
                    <a:pt x="339" y="514"/>
                    <a:pt x="342" y="515"/>
                  </a:cubicBezTo>
                  <a:cubicBezTo>
                    <a:pt x="303" y="633"/>
                    <a:pt x="296" y="637"/>
                    <a:pt x="216" y="722"/>
                  </a:cubicBezTo>
                  <a:cubicBezTo>
                    <a:pt x="180" y="759"/>
                    <a:pt x="122" y="709"/>
                    <a:pt x="157" y="669"/>
                  </a:cubicBezTo>
                  <a:close/>
                  <a:moveTo>
                    <a:pt x="379" y="7"/>
                  </a:moveTo>
                  <a:cubicBezTo>
                    <a:pt x="413" y="15"/>
                    <a:pt x="434" y="49"/>
                    <a:pt x="426" y="84"/>
                  </a:cubicBezTo>
                  <a:cubicBezTo>
                    <a:pt x="419" y="120"/>
                    <a:pt x="383" y="157"/>
                    <a:pt x="349" y="150"/>
                  </a:cubicBezTo>
                  <a:cubicBezTo>
                    <a:pt x="315" y="143"/>
                    <a:pt x="297" y="94"/>
                    <a:pt x="304" y="59"/>
                  </a:cubicBezTo>
                  <a:cubicBezTo>
                    <a:pt x="312" y="23"/>
                    <a:pt x="345" y="0"/>
                    <a:pt x="379" y="7"/>
                  </a:cubicBezTo>
                  <a:close/>
                  <a:moveTo>
                    <a:pt x="371" y="183"/>
                  </a:moveTo>
                  <a:cubicBezTo>
                    <a:pt x="378" y="185"/>
                    <a:pt x="393" y="190"/>
                    <a:pt x="403" y="199"/>
                  </a:cubicBezTo>
                  <a:cubicBezTo>
                    <a:pt x="494" y="286"/>
                    <a:pt x="474" y="282"/>
                    <a:pt x="574" y="278"/>
                  </a:cubicBezTo>
                  <a:cubicBezTo>
                    <a:pt x="612" y="277"/>
                    <a:pt x="611" y="338"/>
                    <a:pt x="579" y="341"/>
                  </a:cubicBezTo>
                  <a:cubicBezTo>
                    <a:pt x="477" y="350"/>
                    <a:pt x="470" y="358"/>
                    <a:pt x="398" y="296"/>
                  </a:cubicBezTo>
                  <a:cubicBezTo>
                    <a:pt x="381" y="385"/>
                    <a:pt x="381" y="385"/>
                    <a:pt x="381" y="385"/>
                  </a:cubicBezTo>
                  <a:cubicBezTo>
                    <a:pt x="380" y="392"/>
                    <a:pt x="383" y="399"/>
                    <a:pt x="390" y="402"/>
                  </a:cubicBezTo>
                  <a:cubicBezTo>
                    <a:pt x="494" y="448"/>
                    <a:pt x="515" y="448"/>
                    <a:pt x="561" y="593"/>
                  </a:cubicBezTo>
                  <a:cubicBezTo>
                    <a:pt x="578" y="638"/>
                    <a:pt x="510" y="668"/>
                    <a:pt x="489" y="626"/>
                  </a:cubicBezTo>
                  <a:cubicBezTo>
                    <a:pt x="417" y="484"/>
                    <a:pt x="405" y="506"/>
                    <a:pt x="233" y="447"/>
                  </a:cubicBezTo>
                  <a:cubicBezTo>
                    <a:pt x="211" y="435"/>
                    <a:pt x="203" y="416"/>
                    <a:pt x="203" y="392"/>
                  </a:cubicBezTo>
                  <a:cubicBezTo>
                    <a:pt x="231" y="239"/>
                    <a:pt x="231" y="239"/>
                    <a:pt x="231" y="239"/>
                  </a:cubicBezTo>
                  <a:cubicBezTo>
                    <a:pt x="164" y="260"/>
                    <a:pt x="171" y="259"/>
                    <a:pt x="157" y="344"/>
                  </a:cubicBezTo>
                  <a:cubicBezTo>
                    <a:pt x="151" y="376"/>
                    <a:pt x="91" y="372"/>
                    <a:pt x="95" y="332"/>
                  </a:cubicBezTo>
                  <a:cubicBezTo>
                    <a:pt x="107" y="207"/>
                    <a:pt x="126" y="199"/>
                    <a:pt x="247" y="155"/>
                  </a:cubicBezTo>
                  <a:cubicBezTo>
                    <a:pt x="264" y="149"/>
                    <a:pt x="304" y="160"/>
                    <a:pt x="313" y="163"/>
                  </a:cubicBezTo>
                  <a:cubicBezTo>
                    <a:pt x="349" y="227"/>
                    <a:pt x="349" y="227"/>
                    <a:pt x="349" y="227"/>
                  </a:cubicBezTo>
                  <a:cubicBezTo>
                    <a:pt x="371" y="183"/>
                    <a:pt x="371" y="183"/>
                    <a:pt x="371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65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937705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群組 73"/>
          <p:cNvGrpSpPr/>
          <p:nvPr/>
        </p:nvGrpSpPr>
        <p:grpSpPr>
          <a:xfrm>
            <a:off x="617875" y="863158"/>
            <a:ext cx="10956250" cy="4576671"/>
            <a:chOff x="780054" y="863158"/>
            <a:chExt cx="10956250" cy="4576671"/>
          </a:xfrm>
        </p:grpSpPr>
        <p:grpSp>
          <p:nvGrpSpPr>
            <p:cNvPr id="59" name="群組 58"/>
            <p:cNvGrpSpPr/>
            <p:nvPr/>
          </p:nvGrpSpPr>
          <p:grpSpPr>
            <a:xfrm>
              <a:off x="5310292" y="2438371"/>
              <a:ext cx="1678585" cy="2063796"/>
              <a:chOff x="5304389" y="2216179"/>
              <a:chExt cx="1678585" cy="2063796"/>
            </a:xfrm>
          </p:grpSpPr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xmlns="" id="{0ADEE247-13CE-45F4-9529-5CB252DB4ECD}"/>
                  </a:ext>
                </a:extLst>
              </p:cNvPr>
              <p:cNvSpPr/>
              <p:nvPr/>
            </p:nvSpPr>
            <p:spPr>
              <a:xfrm>
                <a:off x="5362552" y="2216179"/>
                <a:ext cx="1443654" cy="1436874"/>
              </a:xfrm>
              <a:custGeom>
                <a:avLst/>
                <a:gdLst>
                  <a:gd name="connsiteX0" fmla="*/ 196850 w 338138"/>
                  <a:gd name="connsiteY0" fmla="*/ 301625 h 336550"/>
                  <a:gd name="connsiteX1" fmla="*/ 184150 w 338138"/>
                  <a:gd name="connsiteY1" fmla="*/ 314325 h 336550"/>
                  <a:gd name="connsiteX2" fmla="*/ 196850 w 338138"/>
                  <a:gd name="connsiteY2" fmla="*/ 327025 h 336550"/>
                  <a:gd name="connsiteX3" fmla="*/ 209550 w 338138"/>
                  <a:gd name="connsiteY3" fmla="*/ 314325 h 336550"/>
                  <a:gd name="connsiteX4" fmla="*/ 196850 w 338138"/>
                  <a:gd name="connsiteY4" fmla="*/ 301625 h 336550"/>
                  <a:gd name="connsiteX5" fmla="*/ 140495 w 338138"/>
                  <a:gd name="connsiteY5" fmla="*/ 301625 h 336550"/>
                  <a:gd name="connsiteX6" fmla="*/ 128588 w 338138"/>
                  <a:gd name="connsiteY6" fmla="*/ 314325 h 336550"/>
                  <a:gd name="connsiteX7" fmla="*/ 140495 w 338138"/>
                  <a:gd name="connsiteY7" fmla="*/ 327025 h 336550"/>
                  <a:gd name="connsiteX8" fmla="*/ 152402 w 338138"/>
                  <a:gd name="connsiteY8" fmla="*/ 314325 h 336550"/>
                  <a:gd name="connsiteX9" fmla="*/ 140495 w 338138"/>
                  <a:gd name="connsiteY9" fmla="*/ 301625 h 336550"/>
                  <a:gd name="connsiteX10" fmla="*/ 295275 w 338138"/>
                  <a:gd name="connsiteY10" fmla="*/ 266700 h 336550"/>
                  <a:gd name="connsiteX11" fmla="*/ 282575 w 338138"/>
                  <a:gd name="connsiteY11" fmla="*/ 278607 h 336550"/>
                  <a:gd name="connsiteX12" fmla="*/ 295275 w 338138"/>
                  <a:gd name="connsiteY12" fmla="*/ 290514 h 336550"/>
                  <a:gd name="connsiteX13" fmla="*/ 307975 w 338138"/>
                  <a:gd name="connsiteY13" fmla="*/ 278607 h 336550"/>
                  <a:gd name="connsiteX14" fmla="*/ 295275 w 338138"/>
                  <a:gd name="connsiteY14" fmla="*/ 266700 h 336550"/>
                  <a:gd name="connsiteX15" fmla="*/ 42863 w 338138"/>
                  <a:gd name="connsiteY15" fmla="*/ 266700 h 336550"/>
                  <a:gd name="connsiteX16" fmla="*/ 30163 w 338138"/>
                  <a:gd name="connsiteY16" fmla="*/ 278607 h 336550"/>
                  <a:gd name="connsiteX17" fmla="*/ 42863 w 338138"/>
                  <a:gd name="connsiteY17" fmla="*/ 290514 h 336550"/>
                  <a:gd name="connsiteX18" fmla="*/ 55563 w 338138"/>
                  <a:gd name="connsiteY18" fmla="*/ 278607 h 336550"/>
                  <a:gd name="connsiteX19" fmla="*/ 42863 w 338138"/>
                  <a:gd name="connsiteY19" fmla="*/ 266700 h 336550"/>
                  <a:gd name="connsiteX20" fmla="*/ 219538 w 338138"/>
                  <a:gd name="connsiteY20" fmla="*/ 200025 h 336550"/>
                  <a:gd name="connsiteX21" fmla="*/ 254805 w 338138"/>
                  <a:gd name="connsiteY21" fmla="*/ 200025 h 336550"/>
                  <a:gd name="connsiteX22" fmla="*/ 260029 w 338138"/>
                  <a:gd name="connsiteY22" fmla="*/ 205303 h 336550"/>
                  <a:gd name="connsiteX23" fmla="*/ 260029 w 338138"/>
                  <a:gd name="connsiteY23" fmla="*/ 272596 h 336550"/>
                  <a:gd name="connsiteX24" fmla="*/ 271785 w 338138"/>
                  <a:gd name="connsiteY24" fmla="*/ 272596 h 336550"/>
                  <a:gd name="connsiteX25" fmla="*/ 293990 w 338138"/>
                  <a:gd name="connsiteY25" fmla="*/ 254124 h 336550"/>
                  <a:gd name="connsiteX26" fmla="*/ 317501 w 338138"/>
                  <a:gd name="connsiteY26" fmla="*/ 277874 h 336550"/>
                  <a:gd name="connsiteX27" fmla="*/ 293990 w 338138"/>
                  <a:gd name="connsiteY27" fmla="*/ 301625 h 336550"/>
                  <a:gd name="connsiteX28" fmla="*/ 271785 w 338138"/>
                  <a:gd name="connsiteY28" fmla="*/ 283152 h 336550"/>
                  <a:gd name="connsiteX29" fmla="*/ 254805 w 338138"/>
                  <a:gd name="connsiteY29" fmla="*/ 283152 h 336550"/>
                  <a:gd name="connsiteX30" fmla="*/ 249580 w 338138"/>
                  <a:gd name="connsiteY30" fmla="*/ 277874 h 336550"/>
                  <a:gd name="connsiteX31" fmla="*/ 249580 w 338138"/>
                  <a:gd name="connsiteY31" fmla="*/ 210581 h 336550"/>
                  <a:gd name="connsiteX32" fmla="*/ 219538 w 338138"/>
                  <a:gd name="connsiteY32" fmla="*/ 210581 h 336550"/>
                  <a:gd name="connsiteX33" fmla="*/ 214313 w 338138"/>
                  <a:gd name="connsiteY33" fmla="*/ 205303 h 336550"/>
                  <a:gd name="connsiteX34" fmla="*/ 219538 w 338138"/>
                  <a:gd name="connsiteY34" fmla="*/ 200025 h 336550"/>
                  <a:gd name="connsiteX35" fmla="*/ 162217 w 338138"/>
                  <a:gd name="connsiteY35" fmla="*/ 200025 h 336550"/>
                  <a:gd name="connsiteX36" fmla="*/ 198081 w 338138"/>
                  <a:gd name="connsiteY36" fmla="*/ 200025 h 336550"/>
                  <a:gd name="connsiteX37" fmla="*/ 203395 w 338138"/>
                  <a:gd name="connsiteY37" fmla="*/ 205276 h 336550"/>
                  <a:gd name="connsiteX38" fmla="*/ 203395 w 338138"/>
                  <a:gd name="connsiteY38" fmla="*/ 290604 h 336550"/>
                  <a:gd name="connsiteX39" fmla="*/ 220663 w 338138"/>
                  <a:gd name="connsiteY39" fmla="*/ 312921 h 336550"/>
                  <a:gd name="connsiteX40" fmla="*/ 198081 w 338138"/>
                  <a:gd name="connsiteY40" fmla="*/ 336550 h 336550"/>
                  <a:gd name="connsiteX41" fmla="*/ 174172 w 338138"/>
                  <a:gd name="connsiteY41" fmla="*/ 312921 h 336550"/>
                  <a:gd name="connsiteX42" fmla="*/ 192768 w 338138"/>
                  <a:gd name="connsiteY42" fmla="*/ 290604 h 336550"/>
                  <a:gd name="connsiteX43" fmla="*/ 192768 w 338138"/>
                  <a:gd name="connsiteY43" fmla="*/ 210527 h 336550"/>
                  <a:gd name="connsiteX44" fmla="*/ 162217 w 338138"/>
                  <a:gd name="connsiteY44" fmla="*/ 210527 h 336550"/>
                  <a:gd name="connsiteX45" fmla="*/ 155575 w 338138"/>
                  <a:gd name="connsiteY45" fmla="*/ 205276 h 336550"/>
                  <a:gd name="connsiteX46" fmla="*/ 162217 w 338138"/>
                  <a:gd name="connsiteY46" fmla="*/ 200025 h 336550"/>
                  <a:gd name="connsiteX47" fmla="*/ 103738 w 338138"/>
                  <a:gd name="connsiteY47" fmla="*/ 200025 h 336550"/>
                  <a:gd name="connsiteX48" fmla="*/ 139603 w 338138"/>
                  <a:gd name="connsiteY48" fmla="*/ 200025 h 336550"/>
                  <a:gd name="connsiteX49" fmla="*/ 144916 w 338138"/>
                  <a:gd name="connsiteY49" fmla="*/ 205276 h 336550"/>
                  <a:gd name="connsiteX50" fmla="*/ 144916 w 338138"/>
                  <a:gd name="connsiteY50" fmla="*/ 290604 h 336550"/>
                  <a:gd name="connsiteX51" fmla="*/ 163513 w 338138"/>
                  <a:gd name="connsiteY51" fmla="*/ 312921 h 336550"/>
                  <a:gd name="connsiteX52" fmla="*/ 139603 w 338138"/>
                  <a:gd name="connsiteY52" fmla="*/ 336550 h 336550"/>
                  <a:gd name="connsiteX53" fmla="*/ 117022 w 338138"/>
                  <a:gd name="connsiteY53" fmla="*/ 312921 h 336550"/>
                  <a:gd name="connsiteX54" fmla="*/ 134290 w 338138"/>
                  <a:gd name="connsiteY54" fmla="*/ 290604 h 336550"/>
                  <a:gd name="connsiteX55" fmla="*/ 134290 w 338138"/>
                  <a:gd name="connsiteY55" fmla="*/ 210527 h 336550"/>
                  <a:gd name="connsiteX56" fmla="*/ 103738 w 338138"/>
                  <a:gd name="connsiteY56" fmla="*/ 210527 h 336550"/>
                  <a:gd name="connsiteX57" fmla="*/ 98425 w 338138"/>
                  <a:gd name="connsiteY57" fmla="*/ 205276 h 336550"/>
                  <a:gd name="connsiteX58" fmla="*/ 103738 w 338138"/>
                  <a:gd name="connsiteY58" fmla="*/ 200025 h 336550"/>
                  <a:gd name="connsiteX59" fmla="*/ 256382 w 338138"/>
                  <a:gd name="connsiteY59" fmla="*/ 72732 h 336550"/>
                  <a:gd name="connsiteX60" fmla="*/ 262996 w 338138"/>
                  <a:gd name="connsiteY60" fmla="*/ 75319 h 336550"/>
                  <a:gd name="connsiteX61" fmla="*/ 268288 w 338138"/>
                  <a:gd name="connsiteY61" fmla="*/ 101189 h 336550"/>
                  <a:gd name="connsiteX62" fmla="*/ 262996 w 338138"/>
                  <a:gd name="connsiteY62" fmla="*/ 106363 h 336550"/>
                  <a:gd name="connsiteX63" fmla="*/ 257705 w 338138"/>
                  <a:gd name="connsiteY63" fmla="*/ 101189 h 336550"/>
                  <a:gd name="connsiteX64" fmla="*/ 253736 w 338138"/>
                  <a:gd name="connsiteY64" fmla="*/ 79199 h 336550"/>
                  <a:gd name="connsiteX65" fmla="*/ 256382 w 338138"/>
                  <a:gd name="connsiteY65" fmla="*/ 72732 h 336550"/>
                  <a:gd name="connsiteX66" fmla="*/ 195792 w 338138"/>
                  <a:gd name="connsiteY66" fmla="*/ 28575 h 336550"/>
                  <a:gd name="connsiteX67" fmla="*/ 252677 w 338138"/>
                  <a:gd name="connsiteY67" fmla="*/ 55622 h 336550"/>
                  <a:gd name="connsiteX68" fmla="*/ 251354 w 338138"/>
                  <a:gd name="connsiteY68" fmla="*/ 63736 h 336550"/>
                  <a:gd name="connsiteX69" fmla="*/ 247385 w 338138"/>
                  <a:gd name="connsiteY69" fmla="*/ 65088 h 336550"/>
                  <a:gd name="connsiteX70" fmla="*/ 243417 w 338138"/>
                  <a:gd name="connsiteY70" fmla="*/ 62383 h 336550"/>
                  <a:gd name="connsiteX71" fmla="*/ 195792 w 338138"/>
                  <a:gd name="connsiteY71" fmla="*/ 39394 h 336550"/>
                  <a:gd name="connsiteX72" fmla="*/ 190500 w 338138"/>
                  <a:gd name="connsiteY72" fmla="*/ 33984 h 336550"/>
                  <a:gd name="connsiteX73" fmla="*/ 195792 w 338138"/>
                  <a:gd name="connsiteY73" fmla="*/ 28575 h 336550"/>
                  <a:gd name="connsiteX74" fmla="*/ 195486 w 338138"/>
                  <a:gd name="connsiteY74" fmla="*/ 0 h 336550"/>
                  <a:gd name="connsiteX75" fmla="*/ 266812 w 338138"/>
                  <a:gd name="connsiteY75" fmla="*/ 28977 h 336550"/>
                  <a:gd name="connsiteX76" fmla="*/ 297192 w 338138"/>
                  <a:gd name="connsiteY76" fmla="*/ 97468 h 336550"/>
                  <a:gd name="connsiteX77" fmla="*/ 324930 w 338138"/>
                  <a:gd name="connsiteY77" fmla="*/ 115908 h 336550"/>
                  <a:gd name="connsiteX78" fmla="*/ 338138 w 338138"/>
                  <a:gd name="connsiteY78" fmla="*/ 152788 h 336550"/>
                  <a:gd name="connsiteX79" fmla="*/ 280021 w 338138"/>
                  <a:gd name="connsiteY79" fmla="*/ 210742 h 336550"/>
                  <a:gd name="connsiteX80" fmla="*/ 277379 w 338138"/>
                  <a:gd name="connsiteY80" fmla="*/ 210742 h 336550"/>
                  <a:gd name="connsiteX81" fmla="*/ 272095 w 338138"/>
                  <a:gd name="connsiteY81" fmla="*/ 205474 h 336550"/>
                  <a:gd name="connsiteX82" fmla="*/ 277379 w 338138"/>
                  <a:gd name="connsiteY82" fmla="*/ 200205 h 336550"/>
                  <a:gd name="connsiteX83" fmla="*/ 280021 w 338138"/>
                  <a:gd name="connsiteY83" fmla="*/ 200205 h 336550"/>
                  <a:gd name="connsiteX84" fmla="*/ 327571 w 338138"/>
                  <a:gd name="connsiteY84" fmla="*/ 152788 h 336550"/>
                  <a:gd name="connsiteX85" fmla="*/ 290587 w 338138"/>
                  <a:gd name="connsiteY85" fmla="*/ 106688 h 336550"/>
                  <a:gd name="connsiteX86" fmla="*/ 286625 w 338138"/>
                  <a:gd name="connsiteY86" fmla="*/ 101420 h 336550"/>
                  <a:gd name="connsiteX87" fmla="*/ 195486 w 338138"/>
                  <a:gd name="connsiteY87" fmla="*/ 10537 h 336550"/>
                  <a:gd name="connsiteX88" fmla="*/ 114914 w 338138"/>
                  <a:gd name="connsiteY88" fmla="*/ 57954 h 336550"/>
                  <a:gd name="connsiteX89" fmla="*/ 108310 w 338138"/>
                  <a:gd name="connsiteY89" fmla="*/ 60588 h 336550"/>
                  <a:gd name="connsiteX90" fmla="*/ 93781 w 338138"/>
                  <a:gd name="connsiteY90" fmla="*/ 56637 h 336550"/>
                  <a:gd name="connsiteX91" fmla="*/ 58118 w 338138"/>
                  <a:gd name="connsiteY91" fmla="*/ 88248 h 336550"/>
                  <a:gd name="connsiteX92" fmla="*/ 54155 w 338138"/>
                  <a:gd name="connsiteY92" fmla="*/ 93517 h 336550"/>
                  <a:gd name="connsiteX93" fmla="*/ 10567 w 338138"/>
                  <a:gd name="connsiteY93" fmla="*/ 146203 h 336550"/>
                  <a:gd name="connsiteX94" fmla="*/ 64722 w 338138"/>
                  <a:gd name="connsiteY94" fmla="*/ 200205 h 336550"/>
                  <a:gd name="connsiteX95" fmla="*/ 83214 w 338138"/>
                  <a:gd name="connsiteY95" fmla="*/ 200205 h 336550"/>
                  <a:gd name="connsiteX96" fmla="*/ 88497 w 338138"/>
                  <a:gd name="connsiteY96" fmla="*/ 205474 h 336550"/>
                  <a:gd name="connsiteX97" fmla="*/ 88497 w 338138"/>
                  <a:gd name="connsiteY97" fmla="*/ 277917 h 336550"/>
                  <a:gd name="connsiteX98" fmla="*/ 83214 w 338138"/>
                  <a:gd name="connsiteY98" fmla="*/ 283185 h 336550"/>
                  <a:gd name="connsiteX99" fmla="*/ 66043 w 338138"/>
                  <a:gd name="connsiteY99" fmla="*/ 283185 h 336550"/>
                  <a:gd name="connsiteX100" fmla="*/ 43588 w 338138"/>
                  <a:gd name="connsiteY100" fmla="*/ 301625 h 336550"/>
                  <a:gd name="connsiteX101" fmla="*/ 19813 w 338138"/>
                  <a:gd name="connsiteY101" fmla="*/ 277917 h 336550"/>
                  <a:gd name="connsiteX102" fmla="*/ 43588 w 338138"/>
                  <a:gd name="connsiteY102" fmla="*/ 254208 h 336550"/>
                  <a:gd name="connsiteX103" fmla="*/ 66043 w 338138"/>
                  <a:gd name="connsiteY103" fmla="*/ 272648 h 336550"/>
                  <a:gd name="connsiteX104" fmla="*/ 77930 w 338138"/>
                  <a:gd name="connsiteY104" fmla="*/ 272648 h 336550"/>
                  <a:gd name="connsiteX105" fmla="*/ 77930 w 338138"/>
                  <a:gd name="connsiteY105" fmla="*/ 210742 h 336550"/>
                  <a:gd name="connsiteX106" fmla="*/ 64722 w 338138"/>
                  <a:gd name="connsiteY106" fmla="*/ 210742 h 336550"/>
                  <a:gd name="connsiteX107" fmla="*/ 0 w 338138"/>
                  <a:gd name="connsiteY107" fmla="*/ 146203 h 336550"/>
                  <a:gd name="connsiteX108" fmla="*/ 48872 w 338138"/>
                  <a:gd name="connsiteY108" fmla="*/ 82980 h 336550"/>
                  <a:gd name="connsiteX109" fmla="*/ 93781 w 338138"/>
                  <a:gd name="connsiteY109" fmla="*/ 46100 h 336550"/>
                  <a:gd name="connsiteX110" fmla="*/ 108310 w 338138"/>
                  <a:gd name="connsiteY110" fmla="*/ 48734 h 336550"/>
                  <a:gd name="connsiteX111" fmla="*/ 195486 w 338138"/>
                  <a:gd name="connsiteY111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338138" h="336550">
                    <a:moveTo>
                      <a:pt x="196850" y="301625"/>
                    </a:moveTo>
                    <a:cubicBezTo>
                      <a:pt x="189836" y="301625"/>
                      <a:pt x="184150" y="307311"/>
                      <a:pt x="184150" y="314325"/>
                    </a:cubicBezTo>
                    <a:cubicBezTo>
                      <a:pt x="184150" y="321339"/>
                      <a:pt x="189836" y="327025"/>
                      <a:pt x="196850" y="327025"/>
                    </a:cubicBezTo>
                    <a:cubicBezTo>
                      <a:pt x="203864" y="327025"/>
                      <a:pt x="209550" y="321339"/>
                      <a:pt x="209550" y="314325"/>
                    </a:cubicBezTo>
                    <a:cubicBezTo>
                      <a:pt x="209550" y="307311"/>
                      <a:pt x="203864" y="301625"/>
                      <a:pt x="196850" y="301625"/>
                    </a:cubicBezTo>
                    <a:close/>
                    <a:moveTo>
                      <a:pt x="140495" y="301625"/>
                    </a:moveTo>
                    <a:cubicBezTo>
                      <a:pt x="133919" y="301625"/>
                      <a:pt x="128588" y="307311"/>
                      <a:pt x="128588" y="314325"/>
                    </a:cubicBezTo>
                    <a:cubicBezTo>
                      <a:pt x="128588" y="321339"/>
                      <a:pt x="133919" y="327025"/>
                      <a:pt x="140495" y="327025"/>
                    </a:cubicBezTo>
                    <a:cubicBezTo>
                      <a:pt x="147071" y="327025"/>
                      <a:pt x="152402" y="321339"/>
                      <a:pt x="152402" y="314325"/>
                    </a:cubicBezTo>
                    <a:cubicBezTo>
                      <a:pt x="152402" y="307311"/>
                      <a:pt x="147071" y="301625"/>
                      <a:pt x="140495" y="301625"/>
                    </a:cubicBezTo>
                    <a:close/>
                    <a:moveTo>
                      <a:pt x="295275" y="266700"/>
                    </a:moveTo>
                    <a:cubicBezTo>
                      <a:pt x="288261" y="266700"/>
                      <a:pt x="282575" y="272031"/>
                      <a:pt x="282575" y="278607"/>
                    </a:cubicBezTo>
                    <a:cubicBezTo>
                      <a:pt x="282575" y="285183"/>
                      <a:pt x="288261" y="290514"/>
                      <a:pt x="295275" y="290514"/>
                    </a:cubicBezTo>
                    <a:cubicBezTo>
                      <a:pt x="302289" y="290514"/>
                      <a:pt x="307975" y="285183"/>
                      <a:pt x="307975" y="278607"/>
                    </a:cubicBezTo>
                    <a:cubicBezTo>
                      <a:pt x="307975" y="272031"/>
                      <a:pt x="302289" y="266700"/>
                      <a:pt x="295275" y="266700"/>
                    </a:cubicBezTo>
                    <a:close/>
                    <a:moveTo>
                      <a:pt x="42863" y="266700"/>
                    </a:moveTo>
                    <a:cubicBezTo>
                      <a:pt x="35849" y="266700"/>
                      <a:pt x="30163" y="272031"/>
                      <a:pt x="30163" y="278607"/>
                    </a:cubicBezTo>
                    <a:cubicBezTo>
                      <a:pt x="30163" y="285183"/>
                      <a:pt x="35849" y="290514"/>
                      <a:pt x="42863" y="290514"/>
                    </a:cubicBezTo>
                    <a:cubicBezTo>
                      <a:pt x="49877" y="290514"/>
                      <a:pt x="55563" y="285183"/>
                      <a:pt x="55563" y="278607"/>
                    </a:cubicBezTo>
                    <a:cubicBezTo>
                      <a:pt x="55563" y="272031"/>
                      <a:pt x="49877" y="266700"/>
                      <a:pt x="42863" y="266700"/>
                    </a:cubicBezTo>
                    <a:close/>
                    <a:moveTo>
                      <a:pt x="219538" y="200025"/>
                    </a:moveTo>
                    <a:cubicBezTo>
                      <a:pt x="219538" y="200025"/>
                      <a:pt x="219538" y="200025"/>
                      <a:pt x="254805" y="200025"/>
                    </a:cubicBezTo>
                    <a:cubicBezTo>
                      <a:pt x="258723" y="200025"/>
                      <a:pt x="260029" y="201344"/>
                      <a:pt x="260029" y="205303"/>
                    </a:cubicBezTo>
                    <a:cubicBezTo>
                      <a:pt x="260029" y="205303"/>
                      <a:pt x="260029" y="205303"/>
                      <a:pt x="260029" y="272596"/>
                    </a:cubicBezTo>
                    <a:cubicBezTo>
                      <a:pt x="260029" y="272596"/>
                      <a:pt x="260029" y="272596"/>
                      <a:pt x="271785" y="272596"/>
                    </a:cubicBezTo>
                    <a:cubicBezTo>
                      <a:pt x="274397" y="262041"/>
                      <a:pt x="283540" y="254124"/>
                      <a:pt x="293990" y="254124"/>
                    </a:cubicBezTo>
                    <a:cubicBezTo>
                      <a:pt x="307052" y="254124"/>
                      <a:pt x="317501" y="264680"/>
                      <a:pt x="317501" y="277874"/>
                    </a:cubicBezTo>
                    <a:cubicBezTo>
                      <a:pt x="317501" y="291069"/>
                      <a:pt x="307052" y="301625"/>
                      <a:pt x="293990" y="301625"/>
                    </a:cubicBezTo>
                    <a:cubicBezTo>
                      <a:pt x="283540" y="301625"/>
                      <a:pt x="274397" y="293708"/>
                      <a:pt x="271785" y="283152"/>
                    </a:cubicBezTo>
                    <a:cubicBezTo>
                      <a:pt x="271785" y="283152"/>
                      <a:pt x="271785" y="283152"/>
                      <a:pt x="254805" y="283152"/>
                    </a:cubicBezTo>
                    <a:cubicBezTo>
                      <a:pt x="252192" y="283152"/>
                      <a:pt x="249580" y="280513"/>
                      <a:pt x="249580" y="277874"/>
                    </a:cubicBezTo>
                    <a:cubicBezTo>
                      <a:pt x="249580" y="277874"/>
                      <a:pt x="249580" y="277874"/>
                      <a:pt x="249580" y="210581"/>
                    </a:cubicBezTo>
                    <a:cubicBezTo>
                      <a:pt x="249580" y="210581"/>
                      <a:pt x="249580" y="210581"/>
                      <a:pt x="219538" y="210581"/>
                    </a:cubicBezTo>
                    <a:cubicBezTo>
                      <a:pt x="216925" y="210581"/>
                      <a:pt x="214313" y="207942"/>
                      <a:pt x="214313" y="205303"/>
                    </a:cubicBezTo>
                    <a:cubicBezTo>
                      <a:pt x="214313" y="201344"/>
                      <a:pt x="216925" y="200025"/>
                      <a:pt x="219538" y="200025"/>
                    </a:cubicBezTo>
                    <a:close/>
                    <a:moveTo>
                      <a:pt x="162217" y="200025"/>
                    </a:moveTo>
                    <a:cubicBezTo>
                      <a:pt x="162217" y="200025"/>
                      <a:pt x="162217" y="200025"/>
                      <a:pt x="198081" y="200025"/>
                    </a:cubicBezTo>
                    <a:cubicBezTo>
                      <a:pt x="200738" y="200025"/>
                      <a:pt x="203395" y="201338"/>
                      <a:pt x="203395" y="205276"/>
                    </a:cubicBezTo>
                    <a:cubicBezTo>
                      <a:pt x="203395" y="205276"/>
                      <a:pt x="203395" y="205276"/>
                      <a:pt x="203395" y="290604"/>
                    </a:cubicBezTo>
                    <a:cubicBezTo>
                      <a:pt x="214021" y="293230"/>
                      <a:pt x="220663" y="302419"/>
                      <a:pt x="220663" y="312921"/>
                    </a:cubicBezTo>
                    <a:cubicBezTo>
                      <a:pt x="220663" y="326048"/>
                      <a:pt x="211365" y="336550"/>
                      <a:pt x="198081" y="336550"/>
                    </a:cubicBezTo>
                    <a:cubicBezTo>
                      <a:pt x="184798" y="336550"/>
                      <a:pt x="174172" y="326048"/>
                      <a:pt x="174172" y="312921"/>
                    </a:cubicBezTo>
                    <a:cubicBezTo>
                      <a:pt x="174172" y="302419"/>
                      <a:pt x="182142" y="293230"/>
                      <a:pt x="192768" y="290604"/>
                    </a:cubicBezTo>
                    <a:cubicBezTo>
                      <a:pt x="192768" y="290604"/>
                      <a:pt x="192768" y="290604"/>
                      <a:pt x="192768" y="210527"/>
                    </a:cubicBezTo>
                    <a:cubicBezTo>
                      <a:pt x="192768" y="210527"/>
                      <a:pt x="192768" y="210527"/>
                      <a:pt x="162217" y="210527"/>
                    </a:cubicBezTo>
                    <a:cubicBezTo>
                      <a:pt x="158232" y="210527"/>
                      <a:pt x="155575" y="207901"/>
                      <a:pt x="155575" y="205276"/>
                    </a:cubicBezTo>
                    <a:cubicBezTo>
                      <a:pt x="155575" y="201338"/>
                      <a:pt x="158232" y="200025"/>
                      <a:pt x="162217" y="200025"/>
                    </a:cubicBezTo>
                    <a:close/>
                    <a:moveTo>
                      <a:pt x="103738" y="200025"/>
                    </a:moveTo>
                    <a:cubicBezTo>
                      <a:pt x="103738" y="200025"/>
                      <a:pt x="103738" y="200025"/>
                      <a:pt x="139603" y="200025"/>
                    </a:cubicBezTo>
                    <a:cubicBezTo>
                      <a:pt x="142260" y="200025"/>
                      <a:pt x="144916" y="201338"/>
                      <a:pt x="144916" y="205276"/>
                    </a:cubicBezTo>
                    <a:cubicBezTo>
                      <a:pt x="144916" y="205276"/>
                      <a:pt x="144916" y="205276"/>
                      <a:pt x="144916" y="290604"/>
                    </a:cubicBezTo>
                    <a:cubicBezTo>
                      <a:pt x="155543" y="293230"/>
                      <a:pt x="163513" y="302419"/>
                      <a:pt x="163513" y="312921"/>
                    </a:cubicBezTo>
                    <a:cubicBezTo>
                      <a:pt x="163513" y="326048"/>
                      <a:pt x="152886" y="336550"/>
                      <a:pt x="139603" y="336550"/>
                    </a:cubicBezTo>
                    <a:cubicBezTo>
                      <a:pt x="126320" y="336550"/>
                      <a:pt x="117022" y="326048"/>
                      <a:pt x="117022" y="312921"/>
                    </a:cubicBezTo>
                    <a:cubicBezTo>
                      <a:pt x="117022" y="302419"/>
                      <a:pt x="123663" y="293230"/>
                      <a:pt x="134290" y="290604"/>
                    </a:cubicBezTo>
                    <a:cubicBezTo>
                      <a:pt x="134290" y="290604"/>
                      <a:pt x="134290" y="290604"/>
                      <a:pt x="134290" y="210527"/>
                    </a:cubicBezTo>
                    <a:cubicBezTo>
                      <a:pt x="134290" y="210527"/>
                      <a:pt x="134290" y="210527"/>
                      <a:pt x="103738" y="210527"/>
                    </a:cubicBezTo>
                    <a:cubicBezTo>
                      <a:pt x="101082" y="210527"/>
                      <a:pt x="98425" y="207901"/>
                      <a:pt x="98425" y="205276"/>
                    </a:cubicBezTo>
                    <a:cubicBezTo>
                      <a:pt x="98425" y="201338"/>
                      <a:pt x="101082" y="200025"/>
                      <a:pt x="103738" y="200025"/>
                    </a:cubicBezTo>
                    <a:close/>
                    <a:moveTo>
                      <a:pt x="256382" y="72732"/>
                    </a:moveTo>
                    <a:cubicBezTo>
                      <a:pt x="259028" y="71438"/>
                      <a:pt x="262996" y="72732"/>
                      <a:pt x="262996" y="75319"/>
                    </a:cubicBezTo>
                    <a:cubicBezTo>
                      <a:pt x="266965" y="84373"/>
                      <a:pt x="268288" y="92134"/>
                      <a:pt x="268288" y="101189"/>
                    </a:cubicBezTo>
                    <a:cubicBezTo>
                      <a:pt x="268288" y="103776"/>
                      <a:pt x="265642" y="106363"/>
                      <a:pt x="262996" y="106363"/>
                    </a:cubicBezTo>
                    <a:cubicBezTo>
                      <a:pt x="260351" y="106363"/>
                      <a:pt x="257705" y="103776"/>
                      <a:pt x="257705" y="101189"/>
                    </a:cubicBezTo>
                    <a:cubicBezTo>
                      <a:pt x="257705" y="93428"/>
                      <a:pt x="256382" y="86960"/>
                      <a:pt x="253736" y="79199"/>
                    </a:cubicBezTo>
                    <a:cubicBezTo>
                      <a:pt x="252413" y="76612"/>
                      <a:pt x="253736" y="74025"/>
                      <a:pt x="256382" y="72732"/>
                    </a:cubicBezTo>
                    <a:close/>
                    <a:moveTo>
                      <a:pt x="195792" y="28575"/>
                    </a:moveTo>
                    <a:cubicBezTo>
                      <a:pt x="216958" y="28575"/>
                      <a:pt x="238125" y="38041"/>
                      <a:pt x="252677" y="55622"/>
                    </a:cubicBezTo>
                    <a:cubicBezTo>
                      <a:pt x="254000" y="58326"/>
                      <a:pt x="254000" y="61031"/>
                      <a:pt x="251354" y="63736"/>
                    </a:cubicBezTo>
                    <a:cubicBezTo>
                      <a:pt x="250031" y="63736"/>
                      <a:pt x="248708" y="65088"/>
                      <a:pt x="247385" y="65088"/>
                    </a:cubicBezTo>
                    <a:cubicBezTo>
                      <a:pt x="246063" y="65088"/>
                      <a:pt x="244740" y="63736"/>
                      <a:pt x="243417" y="62383"/>
                    </a:cubicBezTo>
                    <a:cubicBezTo>
                      <a:pt x="231510" y="47508"/>
                      <a:pt x="214313" y="39394"/>
                      <a:pt x="195792" y="39394"/>
                    </a:cubicBezTo>
                    <a:cubicBezTo>
                      <a:pt x="191823" y="39394"/>
                      <a:pt x="190500" y="36689"/>
                      <a:pt x="190500" y="33984"/>
                    </a:cubicBezTo>
                    <a:cubicBezTo>
                      <a:pt x="190500" y="31280"/>
                      <a:pt x="191823" y="28575"/>
                      <a:pt x="195792" y="28575"/>
                    </a:cubicBezTo>
                    <a:close/>
                    <a:moveTo>
                      <a:pt x="195486" y="0"/>
                    </a:moveTo>
                    <a:cubicBezTo>
                      <a:pt x="221903" y="0"/>
                      <a:pt x="248320" y="10537"/>
                      <a:pt x="266812" y="28977"/>
                    </a:cubicBezTo>
                    <a:cubicBezTo>
                      <a:pt x="285304" y="47417"/>
                      <a:pt x="295871" y="71126"/>
                      <a:pt x="297192" y="97468"/>
                    </a:cubicBezTo>
                    <a:cubicBezTo>
                      <a:pt x="307758" y="100103"/>
                      <a:pt x="318325" y="106688"/>
                      <a:pt x="324930" y="115908"/>
                    </a:cubicBezTo>
                    <a:cubicBezTo>
                      <a:pt x="334175" y="126445"/>
                      <a:pt x="338138" y="139617"/>
                      <a:pt x="338138" y="152788"/>
                    </a:cubicBezTo>
                    <a:cubicBezTo>
                      <a:pt x="338138" y="184400"/>
                      <a:pt x="311721" y="210742"/>
                      <a:pt x="280021" y="210742"/>
                    </a:cubicBezTo>
                    <a:cubicBezTo>
                      <a:pt x="280021" y="210742"/>
                      <a:pt x="280021" y="210742"/>
                      <a:pt x="277379" y="210742"/>
                    </a:cubicBezTo>
                    <a:cubicBezTo>
                      <a:pt x="273416" y="210742"/>
                      <a:pt x="272095" y="208108"/>
                      <a:pt x="272095" y="205474"/>
                    </a:cubicBezTo>
                    <a:cubicBezTo>
                      <a:pt x="272095" y="201522"/>
                      <a:pt x="273416" y="200205"/>
                      <a:pt x="277379" y="200205"/>
                    </a:cubicBezTo>
                    <a:cubicBezTo>
                      <a:pt x="277379" y="200205"/>
                      <a:pt x="277379" y="200205"/>
                      <a:pt x="280021" y="200205"/>
                    </a:cubicBezTo>
                    <a:cubicBezTo>
                      <a:pt x="306438" y="200205"/>
                      <a:pt x="327571" y="177814"/>
                      <a:pt x="327571" y="152788"/>
                    </a:cubicBezTo>
                    <a:cubicBezTo>
                      <a:pt x="327571" y="130397"/>
                      <a:pt x="311721" y="110640"/>
                      <a:pt x="290587" y="106688"/>
                    </a:cubicBezTo>
                    <a:cubicBezTo>
                      <a:pt x="287946" y="105371"/>
                      <a:pt x="286625" y="104054"/>
                      <a:pt x="286625" y="101420"/>
                    </a:cubicBezTo>
                    <a:cubicBezTo>
                      <a:pt x="286625" y="51368"/>
                      <a:pt x="245678" y="10537"/>
                      <a:pt x="195486" y="10537"/>
                    </a:cubicBezTo>
                    <a:cubicBezTo>
                      <a:pt x="162465" y="10537"/>
                      <a:pt x="130764" y="28977"/>
                      <a:pt x="114914" y="57954"/>
                    </a:cubicBezTo>
                    <a:cubicBezTo>
                      <a:pt x="113593" y="60588"/>
                      <a:pt x="110952" y="61906"/>
                      <a:pt x="108310" y="60588"/>
                    </a:cubicBezTo>
                    <a:cubicBezTo>
                      <a:pt x="104347" y="57954"/>
                      <a:pt x="99064" y="56637"/>
                      <a:pt x="93781" y="56637"/>
                    </a:cubicBezTo>
                    <a:cubicBezTo>
                      <a:pt x="76609" y="56637"/>
                      <a:pt x="60759" y="71126"/>
                      <a:pt x="58118" y="88248"/>
                    </a:cubicBezTo>
                    <a:cubicBezTo>
                      <a:pt x="58118" y="90883"/>
                      <a:pt x="56797" y="92200"/>
                      <a:pt x="54155" y="93517"/>
                    </a:cubicBezTo>
                    <a:cubicBezTo>
                      <a:pt x="29059" y="97468"/>
                      <a:pt x="10567" y="119860"/>
                      <a:pt x="10567" y="146203"/>
                    </a:cubicBezTo>
                    <a:cubicBezTo>
                      <a:pt x="10567" y="175180"/>
                      <a:pt x="35663" y="200205"/>
                      <a:pt x="64722" y="200205"/>
                    </a:cubicBezTo>
                    <a:cubicBezTo>
                      <a:pt x="64722" y="200205"/>
                      <a:pt x="64722" y="200205"/>
                      <a:pt x="83214" y="200205"/>
                    </a:cubicBezTo>
                    <a:cubicBezTo>
                      <a:pt x="85855" y="200205"/>
                      <a:pt x="88497" y="201522"/>
                      <a:pt x="88497" y="205474"/>
                    </a:cubicBezTo>
                    <a:cubicBezTo>
                      <a:pt x="88497" y="205474"/>
                      <a:pt x="88497" y="205474"/>
                      <a:pt x="88497" y="277917"/>
                    </a:cubicBezTo>
                    <a:cubicBezTo>
                      <a:pt x="88497" y="280551"/>
                      <a:pt x="85855" y="283185"/>
                      <a:pt x="83214" y="283185"/>
                    </a:cubicBezTo>
                    <a:cubicBezTo>
                      <a:pt x="83214" y="283185"/>
                      <a:pt x="83214" y="283185"/>
                      <a:pt x="66043" y="283185"/>
                    </a:cubicBezTo>
                    <a:cubicBezTo>
                      <a:pt x="63401" y="293722"/>
                      <a:pt x="54155" y="301625"/>
                      <a:pt x="43588" y="301625"/>
                    </a:cubicBezTo>
                    <a:cubicBezTo>
                      <a:pt x="30380" y="301625"/>
                      <a:pt x="19813" y="291088"/>
                      <a:pt x="19813" y="277917"/>
                    </a:cubicBezTo>
                    <a:cubicBezTo>
                      <a:pt x="19813" y="264745"/>
                      <a:pt x="30380" y="254208"/>
                      <a:pt x="43588" y="254208"/>
                    </a:cubicBezTo>
                    <a:cubicBezTo>
                      <a:pt x="54155" y="254208"/>
                      <a:pt x="63401" y="262111"/>
                      <a:pt x="66043" y="272648"/>
                    </a:cubicBezTo>
                    <a:cubicBezTo>
                      <a:pt x="66043" y="272648"/>
                      <a:pt x="66043" y="272648"/>
                      <a:pt x="77930" y="272648"/>
                    </a:cubicBezTo>
                    <a:cubicBezTo>
                      <a:pt x="77930" y="272648"/>
                      <a:pt x="77930" y="272648"/>
                      <a:pt x="77930" y="210742"/>
                    </a:cubicBezTo>
                    <a:cubicBezTo>
                      <a:pt x="77930" y="210742"/>
                      <a:pt x="77930" y="210742"/>
                      <a:pt x="64722" y="210742"/>
                    </a:cubicBezTo>
                    <a:cubicBezTo>
                      <a:pt x="29059" y="210742"/>
                      <a:pt x="0" y="181765"/>
                      <a:pt x="0" y="146203"/>
                    </a:cubicBezTo>
                    <a:cubicBezTo>
                      <a:pt x="0" y="115908"/>
                      <a:pt x="19813" y="90883"/>
                      <a:pt x="48872" y="82980"/>
                    </a:cubicBezTo>
                    <a:cubicBezTo>
                      <a:pt x="52834" y="61906"/>
                      <a:pt x="72647" y="46100"/>
                      <a:pt x="93781" y="46100"/>
                    </a:cubicBezTo>
                    <a:cubicBezTo>
                      <a:pt x="99064" y="46100"/>
                      <a:pt x="103026" y="47417"/>
                      <a:pt x="108310" y="48734"/>
                    </a:cubicBezTo>
                    <a:cubicBezTo>
                      <a:pt x="126802" y="18440"/>
                      <a:pt x="159823" y="0"/>
                      <a:pt x="195486" y="0"/>
                    </a:cubicBezTo>
                    <a:close/>
                  </a:path>
                </a:pathLst>
              </a:custGeom>
              <a:solidFill>
                <a:srgbClr val="D8574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1867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8" name="文本框 53">
                <a:extLst>
                  <a:ext uri="{FF2B5EF4-FFF2-40B4-BE49-F238E27FC236}">
                    <a16:creationId xmlns:a16="http://schemas.microsoft.com/office/drawing/2014/main" xmlns="" id="{1C9B2EF0-0BD7-48D4-B91A-8768AB9B64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389" y="3756755"/>
                <a:ext cx="16785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TW" altLang="en-US" sz="2800" b="1" dirty="0" smtClean="0">
                    <a:solidFill>
                      <a:schemeClr val="bg2">
                        <a:lumMod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sym typeface="微软雅黑 Light" panose="020B0502040204020203" pitchFamily="34" charset="-122"/>
                  </a:rPr>
                  <a:t>開發內容</a:t>
                </a:r>
                <a:endParaRPr lang="en-US" altLang="zh-TW" sz="2800" b="1" dirty="0" smtClean="0">
                  <a:solidFill>
                    <a:schemeClr val="bg2">
                      <a:lumMod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 Light" panose="020B0502040204020203" pitchFamily="34" charset="-122"/>
                </a:endParaRPr>
              </a:p>
            </p:txBody>
          </p:sp>
        </p:grpSp>
        <p:grpSp>
          <p:nvGrpSpPr>
            <p:cNvPr id="60" name="群組 59"/>
            <p:cNvGrpSpPr/>
            <p:nvPr/>
          </p:nvGrpSpPr>
          <p:grpSpPr>
            <a:xfrm>
              <a:off x="780054" y="863158"/>
              <a:ext cx="4673239" cy="4576671"/>
              <a:chOff x="185694" y="863158"/>
              <a:chExt cx="4673239" cy="4576671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xmlns="" id="{7DCD70DB-D8D2-4557-A635-382C35C365D4}"/>
                  </a:ext>
                </a:extLst>
              </p:cNvPr>
              <p:cNvGrpSpPr/>
              <p:nvPr/>
            </p:nvGrpSpPr>
            <p:grpSpPr>
              <a:xfrm>
                <a:off x="1677885" y="1614858"/>
                <a:ext cx="3181048" cy="3479342"/>
                <a:chOff x="1307468" y="1948564"/>
                <a:chExt cx="2713719" cy="2968189"/>
              </a:xfrm>
            </p:grpSpPr>
            <p:grpSp>
              <p:nvGrpSpPr>
                <p:cNvPr id="9" name="组合 8">
                  <a:extLst>
                    <a:ext uri="{FF2B5EF4-FFF2-40B4-BE49-F238E27FC236}">
                      <a16:creationId xmlns:a16="http://schemas.microsoft.com/office/drawing/2014/main" xmlns="" id="{B83B190F-3112-4192-A6F0-A2CA072F7A04}"/>
                    </a:ext>
                  </a:extLst>
                </p:cNvPr>
                <p:cNvGrpSpPr/>
                <p:nvPr/>
              </p:nvGrpSpPr>
              <p:grpSpPr>
                <a:xfrm>
                  <a:off x="1410010" y="1948564"/>
                  <a:ext cx="2611177" cy="2968189"/>
                  <a:chOff x="1193500" y="1742913"/>
                  <a:chExt cx="3761195" cy="2968189"/>
                </a:xfrm>
              </p:grpSpPr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xmlns="" id="{2F335358-AFD2-495C-9FC6-A01416173B0F}"/>
                      </a:ext>
                    </a:extLst>
                  </p:cNvPr>
                  <p:cNvSpPr/>
                  <p:nvPr/>
                </p:nvSpPr>
                <p:spPr>
                  <a:xfrm>
                    <a:off x="1193500" y="1742913"/>
                    <a:ext cx="3761195" cy="439380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noAutofit/>
                  </a:bodyPr>
                  <a:lstStyle/>
                  <a:p>
                    <a:r>
                      <a:rPr lang="en-US" altLang="zh-CN" sz="2000" b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HC-SR501</a:t>
                    </a:r>
                    <a:r>
                      <a:rPr lang="zh-TW" altLang="en-US" sz="2000" b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  </a:t>
                    </a:r>
                    <a:endParaRPr lang="en-US" altLang="zh-TW" sz="2000" b="1" dirty="0" smtClean="0">
                      <a:solidFill>
                        <a:schemeClr val="bg2">
                          <a:lumMod val="25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sym typeface="微软雅黑 Light" panose="020B0502040204020203" pitchFamily="34" charset="-122"/>
                    </a:endParaRPr>
                  </a:p>
                  <a:p>
                    <a:r>
                      <a:rPr lang="zh-TW" altLang="en-US" sz="2000" b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人體</a:t>
                    </a:r>
                    <a:r>
                      <a:rPr lang="zh-TW" altLang="en-US" sz="20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紅外線感應模組</a:t>
                    </a:r>
                    <a:endParaRPr lang="zh-CN" altLang="en-US" sz="2000" b="1" dirty="0">
                      <a:solidFill>
                        <a:schemeClr val="bg2">
                          <a:lumMod val="25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sym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9" name="矩形 18">
                    <a:extLst>
                      <a:ext uri="{FF2B5EF4-FFF2-40B4-BE49-F238E27FC236}">
                        <a16:creationId xmlns:a16="http://schemas.microsoft.com/office/drawing/2014/main" xmlns="" id="{3DAEB720-4ACA-4BB8-9356-342C27B45B68}"/>
                      </a:ext>
                    </a:extLst>
                  </p:cNvPr>
                  <p:cNvSpPr/>
                  <p:nvPr/>
                </p:nvSpPr>
                <p:spPr>
                  <a:xfrm>
                    <a:off x="1193500" y="3032180"/>
                    <a:ext cx="3761195" cy="307777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r>
                      <a:rPr lang="en-US" altLang="zh-CN" sz="2000" b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LED</a:t>
                    </a:r>
                    <a:r>
                      <a:rPr lang="zh-TW" altLang="en-US" sz="2000" b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燈</a:t>
                    </a:r>
                    <a:endParaRPr lang="zh-CN" altLang="en-US" sz="2000" b="1" dirty="0">
                      <a:solidFill>
                        <a:schemeClr val="bg2">
                          <a:lumMod val="25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sym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xmlns="" id="{1BC9004B-7AEB-434A-83BC-40495A723A4B}"/>
                      </a:ext>
                    </a:extLst>
                  </p:cNvPr>
                  <p:cNvSpPr/>
                  <p:nvPr/>
                </p:nvSpPr>
                <p:spPr>
                  <a:xfrm>
                    <a:off x="1193500" y="4191807"/>
                    <a:ext cx="3761195" cy="519295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noAutofit/>
                  </a:bodyPr>
                  <a:lstStyle/>
                  <a:p>
                    <a:r>
                      <a:rPr lang="en-US" altLang="zh-CN" sz="20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KY-016 </a:t>
                    </a:r>
                    <a:endParaRPr lang="en-US" altLang="zh-CN" sz="2000" b="1" dirty="0" smtClean="0">
                      <a:solidFill>
                        <a:schemeClr val="bg2">
                          <a:lumMod val="25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sym typeface="微软雅黑 Light" panose="020B0502040204020203" pitchFamily="34" charset="-122"/>
                    </a:endParaRPr>
                  </a:p>
                  <a:p>
                    <a:r>
                      <a:rPr lang="en-US" altLang="zh-CN" sz="2000" b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LED</a:t>
                    </a:r>
                    <a:r>
                      <a:rPr lang="zh-CN" altLang="en-US" sz="20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模組</a:t>
                    </a:r>
                  </a:p>
                </p:txBody>
              </p:sp>
            </p:grpSp>
            <p:grpSp>
              <p:nvGrpSpPr>
                <p:cNvPr id="10" name="组合 9">
                  <a:extLst>
                    <a:ext uri="{FF2B5EF4-FFF2-40B4-BE49-F238E27FC236}">
                      <a16:creationId xmlns:a16="http://schemas.microsoft.com/office/drawing/2014/main" xmlns="" id="{FFD7DFA2-814C-452B-8E66-49AEC945374F}"/>
                    </a:ext>
                  </a:extLst>
                </p:cNvPr>
                <p:cNvGrpSpPr/>
                <p:nvPr/>
              </p:nvGrpSpPr>
              <p:grpSpPr>
                <a:xfrm>
                  <a:off x="1307468" y="2710116"/>
                  <a:ext cx="2448272" cy="1338747"/>
                  <a:chOff x="1307468" y="2924944"/>
                  <a:chExt cx="2448272" cy="1338747"/>
                </a:xfrm>
              </p:grpSpPr>
              <p:cxnSp>
                <p:nvCxnSpPr>
                  <p:cNvPr id="11" name="直接连接符 10">
                    <a:extLst>
                      <a:ext uri="{FF2B5EF4-FFF2-40B4-BE49-F238E27FC236}">
                        <a16:creationId xmlns:a16="http://schemas.microsoft.com/office/drawing/2014/main" xmlns="" id="{F8D0B3F1-C4B0-42B4-9271-E2096D90610B}"/>
                      </a:ext>
                    </a:extLst>
                  </p:cNvPr>
                  <p:cNvCxnSpPr/>
                  <p:nvPr/>
                </p:nvCxnSpPr>
                <p:spPr>
                  <a:xfrm>
                    <a:off x="1307468" y="2924944"/>
                    <a:ext cx="2448272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直接连接符 11">
                    <a:extLst>
                      <a:ext uri="{FF2B5EF4-FFF2-40B4-BE49-F238E27FC236}">
                        <a16:creationId xmlns:a16="http://schemas.microsoft.com/office/drawing/2014/main" xmlns="" id="{259EA2EF-7BB3-4AD8-843E-241F7BF8AF0C}"/>
                      </a:ext>
                    </a:extLst>
                  </p:cNvPr>
                  <p:cNvCxnSpPr/>
                  <p:nvPr/>
                </p:nvCxnSpPr>
                <p:spPr>
                  <a:xfrm>
                    <a:off x="1307468" y="4263691"/>
                    <a:ext cx="2448272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47" name="圖片 46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5694" y="863158"/>
                <a:ext cx="1612392" cy="1612392"/>
              </a:xfrm>
              <a:prstGeom prst="rect">
                <a:avLst/>
              </a:prstGeom>
            </p:spPr>
          </p:pic>
          <p:pic>
            <p:nvPicPr>
              <p:cNvPr id="48" name="圖片 4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64" y="2625765"/>
                <a:ext cx="1361548" cy="1361548"/>
              </a:xfrm>
              <a:prstGeom prst="rect">
                <a:avLst/>
              </a:prstGeom>
            </p:spPr>
          </p:pic>
          <p:pic>
            <p:nvPicPr>
              <p:cNvPr id="49" name="圖片 48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464" y="4030277"/>
                <a:ext cx="1409552" cy="1409552"/>
              </a:xfrm>
              <a:prstGeom prst="rect">
                <a:avLst/>
              </a:prstGeom>
            </p:spPr>
          </p:pic>
        </p:grpSp>
        <p:grpSp>
          <p:nvGrpSpPr>
            <p:cNvPr id="73" name="群組 72"/>
            <p:cNvGrpSpPr/>
            <p:nvPr/>
          </p:nvGrpSpPr>
          <p:grpSpPr>
            <a:xfrm>
              <a:off x="6739170" y="863158"/>
              <a:ext cx="4997134" cy="4531110"/>
              <a:chOff x="6678210" y="1711774"/>
              <a:chExt cx="4997134" cy="4531110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xmlns="" id="{CC39DB75-462A-415B-95F3-6E52E475FF0E}"/>
                  </a:ext>
                </a:extLst>
              </p:cNvPr>
              <p:cNvGrpSpPr/>
              <p:nvPr/>
            </p:nvGrpSpPr>
            <p:grpSpPr>
              <a:xfrm>
                <a:off x="6678210" y="2463474"/>
                <a:ext cx="3223254" cy="1870913"/>
                <a:chOff x="8170811" y="2158194"/>
                <a:chExt cx="2749725" cy="1596056"/>
              </a:xfrm>
            </p:grpSpPr>
            <p:grpSp>
              <p:nvGrpSpPr>
                <p:cNvPr id="22" name="组合 21">
                  <a:extLst>
                    <a:ext uri="{FF2B5EF4-FFF2-40B4-BE49-F238E27FC236}">
                      <a16:creationId xmlns:a16="http://schemas.microsoft.com/office/drawing/2014/main" xmlns="" id="{5355E3C8-9BCD-447B-8DA4-D724DB1D124D}"/>
                    </a:ext>
                  </a:extLst>
                </p:cNvPr>
                <p:cNvGrpSpPr/>
                <p:nvPr/>
              </p:nvGrpSpPr>
              <p:grpSpPr>
                <a:xfrm>
                  <a:off x="8170811" y="2158194"/>
                  <a:ext cx="2611178" cy="1596056"/>
                  <a:chOff x="1193497" y="1737715"/>
                  <a:chExt cx="3761196" cy="1596056"/>
                </a:xfrm>
              </p:grpSpPr>
              <p:sp>
                <p:nvSpPr>
                  <p:cNvPr id="33" name="矩形 32">
                    <a:extLst>
                      <a:ext uri="{FF2B5EF4-FFF2-40B4-BE49-F238E27FC236}">
                        <a16:creationId xmlns:a16="http://schemas.microsoft.com/office/drawing/2014/main" xmlns="" id="{DF991002-C7B3-48C4-977E-AF5A4A74A080}"/>
                      </a:ext>
                    </a:extLst>
                  </p:cNvPr>
                  <p:cNvSpPr/>
                  <p:nvPr/>
                </p:nvSpPr>
                <p:spPr>
                  <a:xfrm>
                    <a:off x="1193498" y="1737715"/>
                    <a:ext cx="3761195" cy="584603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/>
                    <a:r>
                      <a:rPr lang="en-US" altLang="zh-TW" sz="2000" b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TTP223B</a:t>
                    </a:r>
                    <a:r>
                      <a:rPr lang="zh-TW" altLang="en-US" sz="2000" b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  </a:t>
                    </a:r>
                    <a:endParaRPr lang="en-US" altLang="zh-TW" sz="2000" b="1" dirty="0" smtClean="0">
                      <a:solidFill>
                        <a:schemeClr val="bg2">
                          <a:lumMod val="25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sym typeface="微软雅黑 Light" panose="020B0502040204020203" pitchFamily="34" charset="-122"/>
                    </a:endParaRPr>
                  </a:p>
                  <a:p>
                    <a:pPr algn="r"/>
                    <a:r>
                      <a:rPr lang="zh-TW" altLang="en-US" sz="2000" b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觸摸</a:t>
                    </a:r>
                    <a:r>
                      <a:rPr lang="zh-TW" altLang="en-US" sz="20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感測器模組</a:t>
                    </a:r>
                    <a:endParaRPr lang="zh-CN" altLang="en-US" sz="2000" b="1" dirty="0">
                      <a:solidFill>
                        <a:schemeClr val="bg2">
                          <a:lumMod val="25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sym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1" name="矩形 30">
                    <a:extLst>
                      <a:ext uri="{FF2B5EF4-FFF2-40B4-BE49-F238E27FC236}">
                        <a16:creationId xmlns:a16="http://schemas.microsoft.com/office/drawing/2014/main" xmlns="" id="{D2228D0C-047C-4A2D-9542-8A935554F631}"/>
                      </a:ext>
                    </a:extLst>
                  </p:cNvPr>
                  <p:cNvSpPr/>
                  <p:nvPr/>
                </p:nvSpPr>
                <p:spPr>
                  <a:xfrm>
                    <a:off x="1193497" y="3025994"/>
                    <a:ext cx="3761195" cy="307777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/>
                    <a:r>
                      <a:rPr lang="zh-TW" altLang="en-US" sz="2000" b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sym typeface="微软雅黑 Light" panose="020B0502040204020203" pitchFamily="34" charset="-122"/>
                      </a:rPr>
                      <a:t>攝像頭</a:t>
                    </a:r>
                    <a:endParaRPr lang="zh-CN" altLang="en-US" sz="2000" b="1" dirty="0">
                      <a:solidFill>
                        <a:schemeClr val="bg2">
                          <a:lumMod val="25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sym typeface="微软雅黑 Light" panose="020B0502040204020203" pitchFamily="34" charset="-122"/>
                    </a:endParaRPr>
                  </a:p>
                </p:txBody>
              </p:sp>
            </p:grpSp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xmlns="" id="{91D293B3-4048-43A4-B682-2741C4CE04F4}"/>
                    </a:ext>
                  </a:extLst>
                </p:cNvPr>
                <p:cNvCxnSpPr/>
                <p:nvPr/>
              </p:nvCxnSpPr>
              <p:spPr>
                <a:xfrm>
                  <a:off x="8472264" y="2924944"/>
                  <a:ext cx="2448272" cy="0"/>
                </a:xfrm>
                <a:prstGeom prst="line">
                  <a:avLst/>
                </a:prstGeom>
                <a:ln>
                  <a:solidFill>
                    <a:schemeClr val="tx1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61" name="圖片 6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69068" y="1711774"/>
                <a:ext cx="1522476" cy="1522476"/>
              </a:xfrm>
              <a:prstGeom prst="rect">
                <a:avLst/>
              </a:prstGeom>
            </p:spPr>
          </p:pic>
          <p:pic>
            <p:nvPicPr>
              <p:cNvPr id="62" name="圖片 61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85267" y="3537512"/>
                <a:ext cx="1690077" cy="1127268"/>
              </a:xfrm>
              <a:prstGeom prst="rect">
                <a:avLst/>
              </a:prstGeom>
            </p:spPr>
          </p:pic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xmlns="" id="{D2228D0C-047C-4A2D-9542-8A935554F631}"/>
                  </a:ext>
                </a:extLst>
              </p:cNvPr>
              <p:cNvSpPr/>
              <p:nvPr/>
            </p:nvSpPr>
            <p:spPr>
              <a:xfrm>
                <a:off x="6740989" y="5395053"/>
                <a:ext cx="3060847" cy="847831"/>
              </a:xfrm>
              <a:prstGeom prst="rect">
                <a:avLst/>
              </a:prstGeom>
            </p:spPr>
            <p:txBody>
              <a:bodyPr wrap="square" lIns="0" tIns="0" rIns="0" bIns="0">
                <a:normAutofit/>
              </a:bodyPr>
              <a:lstStyle/>
              <a:p>
                <a:pPr algn="r"/>
                <a:r>
                  <a:rPr lang="en-US" altLang="zh-CN" sz="2000" b="1" dirty="0">
                    <a:solidFill>
                      <a:schemeClr val="bg2">
                        <a:lumMod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sym typeface="微软雅黑 Light" panose="020B0502040204020203" pitchFamily="34" charset="-122"/>
                  </a:rPr>
                  <a:t>HD44780U </a:t>
                </a:r>
                <a:endParaRPr lang="en-US" altLang="zh-CN" sz="2000" b="1" dirty="0" smtClean="0">
                  <a:solidFill>
                    <a:schemeClr val="bg2">
                      <a:lumMod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 Light" panose="020B0502040204020203" pitchFamily="34" charset="-122"/>
                </a:endParaRPr>
              </a:p>
              <a:p>
                <a:pPr algn="r"/>
                <a:r>
                  <a:rPr lang="zh-CN" altLang="en-US" sz="2000" b="1" dirty="0" smtClean="0">
                    <a:solidFill>
                      <a:schemeClr val="bg2">
                        <a:lumMod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sym typeface="微软雅黑 Light" panose="020B0502040204020203" pitchFamily="34" charset="-122"/>
                  </a:rPr>
                  <a:t>點</a:t>
                </a:r>
                <a:r>
                  <a:rPr lang="zh-CN" altLang="en-US" sz="2000" b="1" dirty="0">
                    <a:solidFill>
                      <a:schemeClr val="bg2">
                        <a:lumMod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sym typeface="微软雅黑 Light" panose="020B0502040204020203" pitchFamily="34" charset="-122"/>
                  </a:rPr>
                  <a:t>陣液晶模組</a:t>
                </a:r>
              </a:p>
            </p:txBody>
          </p:sp>
          <p:cxnSp>
            <p:nvCxnSpPr>
              <p:cNvPr id="72" name="直接连接符 22">
                <a:extLst>
                  <a:ext uri="{FF2B5EF4-FFF2-40B4-BE49-F238E27FC236}">
                    <a16:creationId xmlns:a16="http://schemas.microsoft.com/office/drawing/2014/main" xmlns="" id="{91D293B3-4048-43A4-B682-2741C4CE04F4}"/>
                  </a:ext>
                </a:extLst>
              </p:cNvPr>
              <p:cNvCxnSpPr/>
              <p:nvPr/>
            </p:nvCxnSpPr>
            <p:spPr>
              <a:xfrm>
                <a:off x="7084192" y="4929494"/>
                <a:ext cx="2869888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6" name="圖片 7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849" y="4023645"/>
            <a:ext cx="1522476" cy="152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19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27270" y="1666124"/>
            <a:ext cx="2384573" cy="2384573"/>
            <a:chOff x="4240335" y="3008435"/>
            <a:chExt cx="3711332" cy="3711332"/>
          </a:xfrm>
        </p:grpSpPr>
        <p:sp>
          <p:nvSpPr>
            <p:cNvPr id="3" name="椭圆 2"/>
            <p:cNvSpPr/>
            <p:nvPr/>
          </p:nvSpPr>
          <p:spPr>
            <a:xfrm>
              <a:off x="4240335" y="3008435"/>
              <a:ext cx="3711332" cy="3711332"/>
            </a:xfrm>
            <a:prstGeom prst="ellipse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9525"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865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710169" y="3478269"/>
              <a:ext cx="2771663" cy="2771663"/>
              <a:chOff x="2193191" y="1899415"/>
              <a:chExt cx="2421376" cy="2421376"/>
            </a:xfrm>
            <a:effectLst/>
          </p:grpSpPr>
          <p:sp>
            <p:nvSpPr>
              <p:cNvPr id="5" name="椭圆 4"/>
              <p:cNvSpPr/>
              <p:nvPr/>
            </p:nvSpPr>
            <p:spPr>
              <a:xfrm>
                <a:off x="2193191" y="1899415"/>
                <a:ext cx="2421376" cy="2421376"/>
              </a:xfrm>
              <a:prstGeom prst="ellipse">
                <a:avLst/>
              </a:prstGeom>
              <a:solidFill>
                <a:schemeClr val="accent3"/>
              </a:solidFill>
              <a:ln w="31750"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127000" dist="63500" dir="13500000">
                  <a:schemeClr val="accent3">
                    <a:lumMod val="50000"/>
                    <a:alpha val="8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altLang="en-US" sz="18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345502" y="2051726"/>
                <a:ext cx="2116756" cy="21167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50800">
                <a:noFill/>
              </a:ln>
              <a:effectLst>
                <a:outerShdw blurRad="152400" dist="63500" dir="2700000" algn="tl" rotWithShape="0">
                  <a:schemeClr val="accent3">
                    <a:lumMod val="50000"/>
                    <a:alpha val="64000"/>
                  </a:scheme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82550" h="254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altLang="en-US" sz="18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24" name="任意多边形 23"/>
          <p:cNvSpPr/>
          <p:nvPr/>
        </p:nvSpPr>
        <p:spPr>
          <a:xfrm>
            <a:off x="600" y="-348344"/>
            <a:ext cx="2718956" cy="7417183"/>
          </a:xfrm>
          <a:custGeom>
            <a:avLst/>
            <a:gdLst>
              <a:gd name="connsiteX0" fmla="*/ 0 w 2837789"/>
              <a:gd name="connsiteY0" fmla="*/ 0 h 8001905"/>
              <a:gd name="connsiteX1" fmla="*/ 2837788 w 2837789"/>
              <a:gd name="connsiteY1" fmla="*/ 0 h 8001905"/>
              <a:gd name="connsiteX2" fmla="*/ 2837788 w 2837789"/>
              <a:gd name="connsiteY2" fmla="*/ 1968500 h 8001905"/>
              <a:gd name="connsiteX3" fmla="*/ 2837789 w 2837789"/>
              <a:gd name="connsiteY3" fmla="*/ 1968500 h 8001905"/>
              <a:gd name="connsiteX4" fmla="*/ 2837789 w 2837789"/>
              <a:gd name="connsiteY4" fmla="*/ 2363879 h 8001905"/>
              <a:gd name="connsiteX5" fmla="*/ 2618085 w 2837789"/>
              <a:gd name="connsiteY5" fmla="*/ 2386026 h 8001905"/>
              <a:gd name="connsiteX6" fmla="*/ 1747634 w 2837789"/>
              <a:gd name="connsiteY6" fmla="*/ 3454034 h 8001905"/>
              <a:gd name="connsiteX7" fmla="*/ 2618085 w 2837789"/>
              <a:gd name="connsiteY7" fmla="*/ 4522042 h 8001905"/>
              <a:gd name="connsiteX8" fmla="*/ 2837789 w 2837789"/>
              <a:gd name="connsiteY8" fmla="*/ 4544190 h 8001905"/>
              <a:gd name="connsiteX9" fmla="*/ 2837789 w 2837789"/>
              <a:gd name="connsiteY9" fmla="*/ 6858000 h 8001905"/>
              <a:gd name="connsiteX10" fmla="*/ 2837788 w 2837789"/>
              <a:gd name="connsiteY10" fmla="*/ 6858000 h 8001905"/>
              <a:gd name="connsiteX11" fmla="*/ 2837788 w 2837789"/>
              <a:gd name="connsiteY11" fmla="*/ 8001905 h 8001905"/>
              <a:gd name="connsiteX12" fmla="*/ 0 w 2837789"/>
              <a:gd name="connsiteY12" fmla="*/ 8001905 h 8001905"/>
              <a:gd name="connsiteX13" fmla="*/ 0 w 2837789"/>
              <a:gd name="connsiteY13" fmla="*/ 6858000 h 8001905"/>
              <a:gd name="connsiteX14" fmla="*/ 0 w 2837789"/>
              <a:gd name="connsiteY14" fmla="*/ 6376305 h 8001905"/>
              <a:gd name="connsiteX15" fmla="*/ 0 w 2837789"/>
              <a:gd name="connsiteY15" fmla="*/ 2133600 h 8001905"/>
              <a:gd name="connsiteX16" fmla="*/ 0 w 2837789"/>
              <a:gd name="connsiteY16" fmla="*/ 1968500 h 800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37789" h="8001905">
                <a:moveTo>
                  <a:pt x="0" y="0"/>
                </a:moveTo>
                <a:lnTo>
                  <a:pt x="2837788" y="0"/>
                </a:lnTo>
                <a:lnTo>
                  <a:pt x="2837788" y="1968500"/>
                </a:lnTo>
                <a:lnTo>
                  <a:pt x="2837789" y="1968500"/>
                </a:lnTo>
                <a:lnTo>
                  <a:pt x="2837789" y="2363879"/>
                </a:lnTo>
                <a:lnTo>
                  <a:pt x="2618085" y="2386026"/>
                </a:lnTo>
                <a:cubicBezTo>
                  <a:pt x="2121320" y="2487680"/>
                  <a:pt x="1747634" y="2927218"/>
                  <a:pt x="1747634" y="3454034"/>
                </a:cubicBezTo>
                <a:cubicBezTo>
                  <a:pt x="1747634" y="3980852"/>
                  <a:pt x="2121320" y="4420389"/>
                  <a:pt x="2618085" y="4522042"/>
                </a:cubicBezTo>
                <a:lnTo>
                  <a:pt x="2837789" y="4544190"/>
                </a:lnTo>
                <a:lnTo>
                  <a:pt x="2837789" y="6858000"/>
                </a:lnTo>
                <a:lnTo>
                  <a:pt x="2837788" y="6858000"/>
                </a:lnTo>
                <a:lnTo>
                  <a:pt x="2837788" y="8001905"/>
                </a:lnTo>
                <a:lnTo>
                  <a:pt x="0" y="8001905"/>
                </a:lnTo>
                <a:lnTo>
                  <a:pt x="0" y="6858000"/>
                </a:lnTo>
                <a:lnTo>
                  <a:pt x="0" y="6376305"/>
                </a:lnTo>
                <a:lnTo>
                  <a:pt x="0" y="2133600"/>
                </a:lnTo>
                <a:lnTo>
                  <a:pt x="0" y="19685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1865"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002060" y="4379076"/>
            <a:ext cx="6838231" cy="4289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1865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856487" y="2092177"/>
            <a:ext cx="4805036" cy="156654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altLang="zh-CN" sz="9600" b="1" dirty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PART </a:t>
            </a:r>
            <a:r>
              <a:rPr lang="en-US" altLang="zh-CN" sz="9600" b="1" dirty="0" smtClean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0</a:t>
            </a:r>
            <a:r>
              <a:rPr lang="en-US" altLang="zh-TW" sz="9600" b="1" dirty="0" smtClean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3</a:t>
            </a:r>
            <a:endParaRPr lang="en-US" altLang="zh-CN" sz="9600" b="1" dirty="0">
              <a:solidFill>
                <a:schemeClr val="accent4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30463" y="3777733"/>
            <a:ext cx="3314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defRPr/>
            </a:pPr>
            <a:r>
              <a:rPr lang="zh-TW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微软雅黑 Light" panose="020B0502040204020203" pitchFamily="34" charset="-122"/>
              </a:rPr>
              <a:t>系統設計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微软雅黑 Light" panose="020B0502040204020203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383327" y="2490049"/>
            <a:ext cx="702937" cy="707692"/>
            <a:chOff x="5042691" y="2273920"/>
            <a:chExt cx="702937" cy="707692"/>
          </a:xfrm>
          <a:solidFill>
            <a:schemeClr val="accent5"/>
          </a:solidFill>
        </p:grpSpPr>
        <p:sp>
          <p:nvSpPr>
            <p:cNvPr id="26" name="Freeform 12"/>
            <p:cNvSpPr/>
            <p:nvPr/>
          </p:nvSpPr>
          <p:spPr bwMode="auto">
            <a:xfrm>
              <a:off x="5284806" y="2789968"/>
              <a:ext cx="460822" cy="191644"/>
            </a:xfrm>
            <a:custGeom>
              <a:avLst/>
              <a:gdLst>
                <a:gd name="T0" fmla="*/ 25 w 533"/>
                <a:gd name="T1" fmla="*/ 165 h 222"/>
                <a:gd name="T2" fmla="*/ 158 w 533"/>
                <a:gd name="T3" fmla="*/ 165 h 222"/>
                <a:gd name="T4" fmla="*/ 158 w 533"/>
                <a:gd name="T5" fmla="*/ 108 h 222"/>
                <a:gd name="T6" fmla="*/ 184 w 533"/>
                <a:gd name="T7" fmla="*/ 83 h 222"/>
                <a:gd name="T8" fmla="*/ 317 w 533"/>
                <a:gd name="T9" fmla="*/ 83 h 222"/>
                <a:gd name="T10" fmla="*/ 317 w 533"/>
                <a:gd name="T11" fmla="*/ 25 h 222"/>
                <a:gd name="T12" fmla="*/ 343 w 533"/>
                <a:gd name="T13" fmla="*/ 0 h 222"/>
                <a:gd name="T14" fmla="*/ 533 w 533"/>
                <a:gd name="T15" fmla="*/ 0 h 222"/>
                <a:gd name="T16" fmla="*/ 533 w 533"/>
                <a:gd name="T17" fmla="*/ 32 h 222"/>
                <a:gd name="T18" fmla="*/ 508 w 533"/>
                <a:gd name="T19" fmla="*/ 57 h 222"/>
                <a:gd name="T20" fmla="*/ 375 w 533"/>
                <a:gd name="T21" fmla="*/ 57 h 222"/>
                <a:gd name="T22" fmla="*/ 375 w 533"/>
                <a:gd name="T23" fmla="*/ 114 h 222"/>
                <a:gd name="T24" fmla="*/ 349 w 533"/>
                <a:gd name="T25" fmla="*/ 140 h 222"/>
                <a:gd name="T26" fmla="*/ 216 w 533"/>
                <a:gd name="T27" fmla="*/ 140 h 222"/>
                <a:gd name="T28" fmla="*/ 216 w 533"/>
                <a:gd name="T29" fmla="*/ 197 h 222"/>
                <a:gd name="T30" fmla="*/ 190 w 533"/>
                <a:gd name="T31" fmla="*/ 222 h 222"/>
                <a:gd name="T32" fmla="*/ 0 w 533"/>
                <a:gd name="T33" fmla="*/ 222 h 222"/>
                <a:gd name="T34" fmla="*/ 0 w 533"/>
                <a:gd name="T35" fmla="*/ 191 h 222"/>
                <a:gd name="T36" fmla="*/ 25 w 533"/>
                <a:gd name="T37" fmla="*/ 16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3" h="222">
                  <a:moveTo>
                    <a:pt x="25" y="165"/>
                  </a:moveTo>
                  <a:cubicBezTo>
                    <a:pt x="158" y="165"/>
                    <a:pt x="158" y="165"/>
                    <a:pt x="158" y="165"/>
                  </a:cubicBezTo>
                  <a:cubicBezTo>
                    <a:pt x="158" y="108"/>
                    <a:pt x="158" y="108"/>
                    <a:pt x="158" y="108"/>
                  </a:cubicBezTo>
                  <a:cubicBezTo>
                    <a:pt x="158" y="94"/>
                    <a:pt x="170" y="83"/>
                    <a:pt x="184" y="83"/>
                  </a:cubicBezTo>
                  <a:cubicBezTo>
                    <a:pt x="317" y="83"/>
                    <a:pt x="317" y="83"/>
                    <a:pt x="317" y="83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11"/>
                    <a:pt x="329" y="0"/>
                    <a:pt x="343" y="0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33" y="32"/>
                    <a:pt x="533" y="32"/>
                    <a:pt x="533" y="32"/>
                  </a:cubicBezTo>
                  <a:cubicBezTo>
                    <a:pt x="533" y="46"/>
                    <a:pt x="522" y="57"/>
                    <a:pt x="508" y="57"/>
                  </a:cubicBezTo>
                  <a:cubicBezTo>
                    <a:pt x="375" y="57"/>
                    <a:pt x="375" y="57"/>
                    <a:pt x="375" y="57"/>
                  </a:cubicBezTo>
                  <a:cubicBezTo>
                    <a:pt x="375" y="114"/>
                    <a:pt x="375" y="114"/>
                    <a:pt x="375" y="114"/>
                  </a:cubicBezTo>
                  <a:cubicBezTo>
                    <a:pt x="375" y="128"/>
                    <a:pt x="363" y="140"/>
                    <a:pt x="349" y="140"/>
                  </a:cubicBezTo>
                  <a:cubicBezTo>
                    <a:pt x="216" y="140"/>
                    <a:pt x="216" y="140"/>
                    <a:pt x="216" y="140"/>
                  </a:cubicBezTo>
                  <a:cubicBezTo>
                    <a:pt x="216" y="197"/>
                    <a:pt x="216" y="197"/>
                    <a:pt x="216" y="197"/>
                  </a:cubicBezTo>
                  <a:cubicBezTo>
                    <a:pt x="216" y="211"/>
                    <a:pt x="204" y="222"/>
                    <a:pt x="19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77"/>
                    <a:pt x="11" y="165"/>
                    <a:pt x="25" y="1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65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27" name="Freeform 13"/>
            <p:cNvSpPr>
              <a:spLocks noEditPoints="1"/>
            </p:cNvSpPr>
            <p:nvPr/>
          </p:nvSpPr>
          <p:spPr bwMode="auto">
            <a:xfrm>
              <a:off x="5042691" y="2273920"/>
              <a:ext cx="529214" cy="655758"/>
            </a:xfrm>
            <a:custGeom>
              <a:avLst/>
              <a:gdLst>
                <a:gd name="T0" fmla="*/ 28 w 612"/>
                <a:gd name="T1" fmla="*/ 504 h 759"/>
                <a:gd name="T2" fmla="*/ 148 w 612"/>
                <a:gd name="T3" fmla="*/ 514 h 759"/>
                <a:gd name="T4" fmla="*/ 179 w 612"/>
                <a:gd name="T5" fmla="*/ 488 h 759"/>
                <a:gd name="T6" fmla="*/ 184 w 612"/>
                <a:gd name="T7" fmla="*/ 423 h 759"/>
                <a:gd name="T8" fmla="*/ 158 w 612"/>
                <a:gd name="T9" fmla="*/ 392 h 759"/>
                <a:gd name="T10" fmla="*/ 38 w 612"/>
                <a:gd name="T11" fmla="*/ 381 h 759"/>
                <a:gd name="T12" fmla="*/ 7 w 612"/>
                <a:gd name="T13" fmla="*/ 407 h 759"/>
                <a:gd name="T14" fmla="*/ 2 w 612"/>
                <a:gd name="T15" fmla="*/ 473 h 759"/>
                <a:gd name="T16" fmla="*/ 28 w 612"/>
                <a:gd name="T17" fmla="*/ 504 h 759"/>
                <a:gd name="T18" fmla="*/ 157 w 612"/>
                <a:gd name="T19" fmla="*/ 669 h 759"/>
                <a:gd name="T20" fmla="*/ 254 w 612"/>
                <a:gd name="T21" fmla="*/ 487 h 759"/>
                <a:gd name="T22" fmla="*/ 334 w 612"/>
                <a:gd name="T23" fmla="*/ 512 h 759"/>
                <a:gd name="T24" fmla="*/ 342 w 612"/>
                <a:gd name="T25" fmla="*/ 515 h 759"/>
                <a:gd name="T26" fmla="*/ 216 w 612"/>
                <a:gd name="T27" fmla="*/ 722 h 759"/>
                <a:gd name="T28" fmla="*/ 157 w 612"/>
                <a:gd name="T29" fmla="*/ 669 h 759"/>
                <a:gd name="T30" fmla="*/ 379 w 612"/>
                <a:gd name="T31" fmla="*/ 7 h 759"/>
                <a:gd name="T32" fmla="*/ 426 w 612"/>
                <a:gd name="T33" fmla="*/ 84 h 759"/>
                <a:gd name="T34" fmla="*/ 349 w 612"/>
                <a:gd name="T35" fmla="*/ 150 h 759"/>
                <a:gd name="T36" fmla="*/ 304 w 612"/>
                <a:gd name="T37" fmla="*/ 59 h 759"/>
                <a:gd name="T38" fmla="*/ 379 w 612"/>
                <a:gd name="T39" fmla="*/ 7 h 759"/>
                <a:gd name="T40" fmla="*/ 371 w 612"/>
                <a:gd name="T41" fmla="*/ 183 h 759"/>
                <a:gd name="T42" fmla="*/ 403 w 612"/>
                <a:gd name="T43" fmla="*/ 199 h 759"/>
                <a:gd name="T44" fmla="*/ 574 w 612"/>
                <a:gd name="T45" fmla="*/ 278 h 759"/>
                <a:gd name="T46" fmla="*/ 579 w 612"/>
                <a:gd name="T47" fmla="*/ 341 h 759"/>
                <a:gd name="T48" fmla="*/ 398 w 612"/>
                <a:gd name="T49" fmla="*/ 296 h 759"/>
                <a:gd name="T50" fmla="*/ 381 w 612"/>
                <a:gd name="T51" fmla="*/ 385 h 759"/>
                <a:gd name="T52" fmla="*/ 390 w 612"/>
                <a:gd name="T53" fmla="*/ 402 h 759"/>
                <a:gd name="T54" fmla="*/ 561 w 612"/>
                <a:gd name="T55" fmla="*/ 593 h 759"/>
                <a:gd name="T56" fmla="*/ 489 w 612"/>
                <a:gd name="T57" fmla="*/ 626 h 759"/>
                <a:gd name="T58" fmla="*/ 233 w 612"/>
                <a:gd name="T59" fmla="*/ 447 h 759"/>
                <a:gd name="T60" fmla="*/ 203 w 612"/>
                <a:gd name="T61" fmla="*/ 392 h 759"/>
                <a:gd name="T62" fmla="*/ 231 w 612"/>
                <a:gd name="T63" fmla="*/ 239 h 759"/>
                <a:gd name="T64" fmla="*/ 157 w 612"/>
                <a:gd name="T65" fmla="*/ 344 h 759"/>
                <a:gd name="T66" fmla="*/ 95 w 612"/>
                <a:gd name="T67" fmla="*/ 332 h 759"/>
                <a:gd name="T68" fmla="*/ 247 w 612"/>
                <a:gd name="T69" fmla="*/ 155 h 759"/>
                <a:gd name="T70" fmla="*/ 313 w 612"/>
                <a:gd name="T71" fmla="*/ 163 h 759"/>
                <a:gd name="T72" fmla="*/ 349 w 612"/>
                <a:gd name="T73" fmla="*/ 227 h 759"/>
                <a:gd name="T74" fmla="*/ 371 w 612"/>
                <a:gd name="T75" fmla="*/ 183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12" h="759">
                  <a:moveTo>
                    <a:pt x="28" y="504"/>
                  </a:moveTo>
                  <a:cubicBezTo>
                    <a:pt x="148" y="514"/>
                    <a:pt x="148" y="514"/>
                    <a:pt x="148" y="514"/>
                  </a:cubicBezTo>
                  <a:cubicBezTo>
                    <a:pt x="164" y="516"/>
                    <a:pt x="177" y="504"/>
                    <a:pt x="179" y="488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6" y="407"/>
                    <a:pt x="174" y="393"/>
                    <a:pt x="158" y="392"/>
                  </a:cubicBezTo>
                  <a:cubicBezTo>
                    <a:pt x="38" y="381"/>
                    <a:pt x="38" y="381"/>
                    <a:pt x="38" y="381"/>
                  </a:cubicBezTo>
                  <a:cubicBezTo>
                    <a:pt x="23" y="380"/>
                    <a:pt x="9" y="392"/>
                    <a:pt x="7" y="407"/>
                  </a:cubicBezTo>
                  <a:cubicBezTo>
                    <a:pt x="2" y="473"/>
                    <a:pt x="2" y="473"/>
                    <a:pt x="2" y="473"/>
                  </a:cubicBezTo>
                  <a:cubicBezTo>
                    <a:pt x="0" y="489"/>
                    <a:pt x="12" y="503"/>
                    <a:pt x="28" y="504"/>
                  </a:cubicBezTo>
                  <a:close/>
                  <a:moveTo>
                    <a:pt x="157" y="669"/>
                  </a:moveTo>
                  <a:cubicBezTo>
                    <a:pt x="220" y="595"/>
                    <a:pt x="230" y="592"/>
                    <a:pt x="254" y="487"/>
                  </a:cubicBezTo>
                  <a:cubicBezTo>
                    <a:pt x="280" y="496"/>
                    <a:pt x="307" y="504"/>
                    <a:pt x="334" y="512"/>
                  </a:cubicBezTo>
                  <a:cubicBezTo>
                    <a:pt x="337" y="513"/>
                    <a:pt x="339" y="514"/>
                    <a:pt x="342" y="515"/>
                  </a:cubicBezTo>
                  <a:cubicBezTo>
                    <a:pt x="303" y="633"/>
                    <a:pt x="296" y="637"/>
                    <a:pt x="216" y="722"/>
                  </a:cubicBezTo>
                  <a:cubicBezTo>
                    <a:pt x="180" y="759"/>
                    <a:pt x="122" y="709"/>
                    <a:pt x="157" y="669"/>
                  </a:cubicBezTo>
                  <a:close/>
                  <a:moveTo>
                    <a:pt x="379" y="7"/>
                  </a:moveTo>
                  <a:cubicBezTo>
                    <a:pt x="413" y="15"/>
                    <a:pt x="434" y="49"/>
                    <a:pt x="426" y="84"/>
                  </a:cubicBezTo>
                  <a:cubicBezTo>
                    <a:pt x="419" y="120"/>
                    <a:pt x="383" y="157"/>
                    <a:pt x="349" y="150"/>
                  </a:cubicBezTo>
                  <a:cubicBezTo>
                    <a:pt x="315" y="143"/>
                    <a:pt x="297" y="94"/>
                    <a:pt x="304" y="59"/>
                  </a:cubicBezTo>
                  <a:cubicBezTo>
                    <a:pt x="312" y="23"/>
                    <a:pt x="345" y="0"/>
                    <a:pt x="379" y="7"/>
                  </a:cubicBezTo>
                  <a:close/>
                  <a:moveTo>
                    <a:pt x="371" y="183"/>
                  </a:moveTo>
                  <a:cubicBezTo>
                    <a:pt x="378" y="185"/>
                    <a:pt x="393" y="190"/>
                    <a:pt x="403" y="199"/>
                  </a:cubicBezTo>
                  <a:cubicBezTo>
                    <a:pt x="494" y="286"/>
                    <a:pt x="474" y="282"/>
                    <a:pt x="574" y="278"/>
                  </a:cubicBezTo>
                  <a:cubicBezTo>
                    <a:pt x="612" y="277"/>
                    <a:pt x="611" y="338"/>
                    <a:pt x="579" y="341"/>
                  </a:cubicBezTo>
                  <a:cubicBezTo>
                    <a:pt x="477" y="350"/>
                    <a:pt x="470" y="358"/>
                    <a:pt x="398" y="296"/>
                  </a:cubicBezTo>
                  <a:cubicBezTo>
                    <a:pt x="381" y="385"/>
                    <a:pt x="381" y="385"/>
                    <a:pt x="381" y="385"/>
                  </a:cubicBezTo>
                  <a:cubicBezTo>
                    <a:pt x="380" y="392"/>
                    <a:pt x="383" y="399"/>
                    <a:pt x="390" y="402"/>
                  </a:cubicBezTo>
                  <a:cubicBezTo>
                    <a:pt x="494" y="448"/>
                    <a:pt x="515" y="448"/>
                    <a:pt x="561" y="593"/>
                  </a:cubicBezTo>
                  <a:cubicBezTo>
                    <a:pt x="578" y="638"/>
                    <a:pt x="510" y="668"/>
                    <a:pt x="489" y="626"/>
                  </a:cubicBezTo>
                  <a:cubicBezTo>
                    <a:pt x="417" y="484"/>
                    <a:pt x="405" y="506"/>
                    <a:pt x="233" y="447"/>
                  </a:cubicBezTo>
                  <a:cubicBezTo>
                    <a:pt x="211" y="435"/>
                    <a:pt x="203" y="416"/>
                    <a:pt x="203" y="392"/>
                  </a:cubicBezTo>
                  <a:cubicBezTo>
                    <a:pt x="231" y="239"/>
                    <a:pt x="231" y="239"/>
                    <a:pt x="231" y="239"/>
                  </a:cubicBezTo>
                  <a:cubicBezTo>
                    <a:pt x="164" y="260"/>
                    <a:pt x="171" y="259"/>
                    <a:pt x="157" y="344"/>
                  </a:cubicBezTo>
                  <a:cubicBezTo>
                    <a:pt x="151" y="376"/>
                    <a:pt x="91" y="372"/>
                    <a:pt x="95" y="332"/>
                  </a:cubicBezTo>
                  <a:cubicBezTo>
                    <a:pt x="107" y="207"/>
                    <a:pt x="126" y="199"/>
                    <a:pt x="247" y="155"/>
                  </a:cubicBezTo>
                  <a:cubicBezTo>
                    <a:pt x="264" y="149"/>
                    <a:pt x="304" y="160"/>
                    <a:pt x="313" y="163"/>
                  </a:cubicBezTo>
                  <a:cubicBezTo>
                    <a:pt x="349" y="227"/>
                    <a:pt x="349" y="227"/>
                    <a:pt x="349" y="227"/>
                  </a:cubicBezTo>
                  <a:cubicBezTo>
                    <a:pt x="371" y="183"/>
                    <a:pt x="371" y="183"/>
                    <a:pt x="371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65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937705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54"/>
          <p:cNvSpPr/>
          <p:nvPr/>
        </p:nvSpPr>
        <p:spPr>
          <a:xfrm>
            <a:off x="5048171" y="376405"/>
            <a:ext cx="2095658" cy="4973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zh-TW" altLang="en-US" sz="3200" b="1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線路配置圖</a:t>
            </a:r>
            <a:endParaRPr lang="en-US" sz="3200" b="1" dirty="0">
              <a:solidFill>
                <a:schemeClr val="bg2">
                  <a:lumMod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微软雅黑 Light" panose="020B0502040204020203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09216" y="970256"/>
            <a:ext cx="7973568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1553480" y="1346200"/>
            <a:ext cx="9085040" cy="4320000"/>
            <a:chOff x="726440" y="1234440"/>
            <a:chExt cx="9085040" cy="4320000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440" y="1234440"/>
              <a:ext cx="4320000" cy="4320000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1480" y="1234440"/>
              <a:ext cx="4320000" cy="43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6375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54"/>
          <p:cNvSpPr/>
          <p:nvPr/>
        </p:nvSpPr>
        <p:spPr>
          <a:xfrm>
            <a:off x="9193450" y="2471165"/>
            <a:ext cx="1637110" cy="61747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zh-TW" altLang="en-US" sz="4000" b="1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邏輯圖</a:t>
            </a:r>
            <a:endParaRPr lang="en-US" sz="4000" b="1" dirty="0">
              <a:solidFill>
                <a:schemeClr val="bg2">
                  <a:lumMod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微软雅黑 Light" panose="020B0502040204020203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99568" y="3200728"/>
            <a:ext cx="12515088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532" y="102085"/>
            <a:ext cx="6683468" cy="627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7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15" y="340360"/>
            <a:ext cx="9072563" cy="5806440"/>
          </a:xfrm>
          <a:prstGeom prst="rect">
            <a:avLst/>
          </a:prstGeom>
        </p:spPr>
      </p:pic>
      <p:grpSp>
        <p:nvGrpSpPr>
          <p:cNvPr id="9" name="群組 8"/>
          <p:cNvGrpSpPr/>
          <p:nvPr/>
        </p:nvGrpSpPr>
        <p:grpSpPr>
          <a:xfrm>
            <a:off x="8587383" y="279073"/>
            <a:ext cx="3381248" cy="714322"/>
            <a:chOff x="7603554" y="1262125"/>
            <a:chExt cx="3381248" cy="714322"/>
          </a:xfrm>
        </p:grpSpPr>
        <p:sp>
          <p:nvSpPr>
            <p:cNvPr id="7" name="Rectangle 254"/>
            <p:cNvSpPr/>
            <p:nvPr/>
          </p:nvSpPr>
          <p:spPr>
            <a:xfrm>
              <a:off x="8231783" y="1262125"/>
              <a:ext cx="2124790" cy="617475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TW" altLang="en-US" sz="4000" b="1" dirty="0">
                  <a:solidFill>
                    <a:schemeClr val="bg2">
                      <a:lumMod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微软雅黑 Light" panose="020B0502040204020203" pitchFamily="34" charset="-122"/>
                </a:rPr>
                <a:t>主程式碼</a:t>
              </a:r>
              <a:endParaRPr lang="en-US" sz="4000" b="1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7603554" y="1930728"/>
              <a:ext cx="3381248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965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8587383" y="279073"/>
            <a:ext cx="3381248" cy="714322"/>
            <a:chOff x="7603554" y="1262125"/>
            <a:chExt cx="3381248" cy="714322"/>
          </a:xfrm>
        </p:grpSpPr>
        <p:sp>
          <p:nvSpPr>
            <p:cNvPr id="7" name="Rectangle 254"/>
            <p:cNvSpPr/>
            <p:nvPr/>
          </p:nvSpPr>
          <p:spPr>
            <a:xfrm>
              <a:off x="8231783" y="1262125"/>
              <a:ext cx="2124790" cy="617475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TW" altLang="en-US" sz="4000" b="1" dirty="0">
                  <a:solidFill>
                    <a:schemeClr val="bg2">
                      <a:lumMod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微软雅黑 Light" panose="020B0502040204020203" pitchFamily="34" charset="-122"/>
                </a:rPr>
                <a:t>主程式碼</a:t>
              </a:r>
              <a:endParaRPr lang="en-US" sz="4000" b="1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7603554" y="1930728"/>
              <a:ext cx="3381248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86" y="136832"/>
            <a:ext cx="7365249" cy="626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6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27270" y="1666124"/>
            <a:ext cx="2384573" cy="2384573"/>
            <a:chOff x="4240335" y="3008435"/>
            <a:chExt cx="3711332" cy="3711332"/>
          </a:xfrm>
        </p:grpSpPr>
        <p:sp>
          <p:nvSpPr>
            <p:cNvPr id="3" name="椭圆 2"/>
            <p:cNvSpPr/>
            <p:nvPr/>
          </p:nvSpPr>
          <p:spPr>
            <a:xfrm>
              <a:off x="4240335" y="3008435"/>
              <a:ext cx="3711332" cy="3711332"/>
            </a:xfrm>
            <a:prstGeom prst="ellipse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9525"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865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710169" y="3478269"/>
              <a:ext cx="2771663" cy="2771663"/>
              <a:chOff x="2193191" y="1899415"/>
              <a:chExt cx="2421376" cy="2421376"/>
            </a:xfrm>
            <a:effectLst/>
          </p:grpSpPr>
          <p:sp>
            <p:nvSpPr>
              <p:cNvPr id="5" name="椭圆 4"/>
              <p:cNvSpPr/>
              <p:nvPr/>
            </p:nvSpPr>
            <p:spPr>
              <a:xfrm>
                <a:off x="2193191" y="1899415"/>
                <a:ext cx="2421376" cy="2421376"/>
              </a:xfrm>
              <a:prstGeom prst="ellipse">
                <a:avLst/>
              </a:prstGeom>
              <a:solidFill>
                <a:schemeClr val="accent3"/>
              </a:solidFill>
              <a:ln w="31750"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127000" dist="63500" dir="13500000">
                  <a:schemeClr val="accent3">
                    <a:lumMod val="50000"/>
                    <a:alpha val="8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altLang="en-US" sz="18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345502" y="2051726"/>
                <a:ext cx="2116756" cy="21167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50800">
                <a:noFill/>
              </a:ln>
              <a:effectLst>
                <a:outerShdw blurRad="152400" dist="63500" dir="2700000" algn="tl" rotWithShape="0">
                  <a:schemeClr val="accent3">
                    <a:lumMod val="50000"/>
                    <a:alpha val="64000"/>
                  </a:scheme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82550" h="254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altLang="en-US" sz="18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24" name="任意多边形 23"/>
          <p:cNvSpPr/>
          <p:nvPr/>
        </p:nvSpPr>
        <p:spPr>
          <a:xfrm>
            <a:off x="600" y="-348344"/>
            <a:ext cx="2718956" cy="7417183"/>
          </a:xfrm>
          <a:custGeom>
            <a:avLst/>
            <a:gdLst>
              <a:gd name="connsiteX0" fmla="*/ 0 w 2837789"/>
              <a:gd name="connsiteY0" fmla="*/ 0 h 8001905"/>
              <a:gd name="connsiteX1" fmla="*/ 2837788 w 2837789"/>
              <a:gd name="connsiteY1" fmla="*/ 0 h 8001905"/>
              <a:gd name="connsiteX2" fmla="*/ 2837788 w 2837789"/>
              <a:gd name="connsiteY2" fmla="*/ 1968500 h 8001905"/>
              <a:gd name="connsiteX3" fmla="*/ 2837789 w 2837789"/>
              <a:gd name="connsiteY3" fmla="*/ 1968500 h 8001905"/>
              <a:gd name="connsiteX4" fmla="*/ 2837789 w 2837789"/>
              <a:gd name="connsiteY4" fmla="*/ 2363879 h 8001905"/>
              <a:gd name="connsiteX5" fmla="*/ 2618085 w 2837789"/>
              <a:gd name="connsiteY5" fmla="*/ 2386026 h 8001905"/>
              <a:gd name="connsiteX6" fmla="*/ 1747634 w 2837789"/>
              <a:gd name="connsiteY6" fmla="*/ 3454034 h 8001905"/>
              <a:gd name="connsiteX7" fmla="*/ 2618085 w 2837789"/>
              <a:gd name="connsiteY7" fmla="*/ 4522042 h 8001905"/>
              <a:gd name="connsiteX8" fmla="*/ 2837789 w 2837789"/>
              <a:gd name="connsiteY8" fmla="*/ 4544190 h 8001905"/>
              <a:gd name="connsiteX9" fmla="*/ 2837789 w 2837789"/>
              <a:gd name="connsiteY9" fmla="*/ 6858000 h 8001905"/>
              <a:gd name="connsiteX10" fmla="*/ 2837788 w 2837789"/>
              <a:gd name="connsiteY10" fmla="*/ 6858000 h 8001905"/>
              <a:gd name="connsiteX11" fmla="*/ 2837788 w 2837789"/>
              <a:gd name="connsiteY11" fmla="*/ 8001905 h 8001905"/>
              <a:gd name="connsiteX12" fmla="*/ 0 w 2837789"/>
              <a:gd name="connsiteY12" fmla="*/ 8001905 h 8001905"/>
              <a:gd name="connsiteX13" fmla="*/ 0 w 2837789"/>
              <a:gd name="connsiteY13" fmla="*/ 6858000 h 8001905"/>
              <a:gd name="connsiteX14" fmla="*/ 0 w 2837789"/>
              <a:gd name="connsiteY14" fmla="*/ 6376305 h 8001905"/>
              <a:gd name="connsiteX15" fmla="*/ 0 w 2837789"/>
              <a:gd name="connsiteY15" fmla="*/ 2133600 h 8001905"/>
              <a:gd name="connsiteX16" fmla="*/ 0 w 2837789"/>
              <a:gd name="connsiteY16" fmla="*/ 1968500 h 800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37789" h="8001905">
                <a:moveTo>
                  <a:pt x="0" y="0"/>
                </a:moveTo>
                <a:lnTo>
                  <a:pt x="2837788" y="0"/>
                </a:lnTo>
                <a:lnTo>
                  <a:pt x="2837788" y="1968500"/>
                </a:lnTo>
                <a:lnTo>
                  <a:pt x="2837789" y="1968500"/>
                </a:lnTo>
                <a:lnTo>
                  <a:pt x="2837789" y="2363879"/>
                </a:lnTo>
                <a:lnTo>
                  <a:pt x="2618085" y="2386026"/>
                </a:lnTo>
                <a:cubicBezTo>
                  <a:pt x="2121320" y="2487680"/>
                  <a:pt x="1747634" y="2927218"/>
                  <a:pt x="1747634" y="3454034"/>
                </a:cubicBezTo>
                <a:cubicBezTo>
                  <a:pt x="1747634" y="3980852"/>
                  <a:pt x="2121320" y="4420389"/>
                  <a:pt x="2618085" y="4522042"/>
                </a:cubicBezTo>
                <a:lnTo>
                  <a:pt x="2837789" y="4544190"/>
                </a:lnTo>
                <a:lnTo>
                  <a:pt x="2837789" y="6858000"/>
                </a:lnTo>
                <a:lnTo>
                  <a:pt x="2837788" y="6858000"/>
                </a:lnTo>
                <a:lnTo>
                  <a:pt x="2837788" y="8001905"/>
                </a:lnTo>
                <a:lnTo>
                  <a:pt x="0" y="8001905"/>
                </a:lnTo>
                <a:lnTo>
                  <a:pt x="0" y="6858000"/>
                </a:lnTo>
                <a:lnTo>
                  <a:pt x="0" y="6376305"/>
                </a:lnTo>
                <a:lnTo>
                  <a:pt x="0" y="2133600"/>
                </a:lnTo>
                <a:lnTo>
                  <a:pt x="0" y="19685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1865"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002060" y="4379076"/>
            <a:ext cx="6838231" cy="4289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1865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856487" y="2092177"/>
            <a:ext cx="4805036" cy="156654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altLang="zh-CN" sz="9600" b="1" dirty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PART </a:t>
            </a:r>
            <a:r>
              <a:rPr lang="en-US" altLang="zh-CN" sz="9600" b="1" dirty="0" smtClean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0</a:t>
            </a:r>
            <a:r>
              <a:rPr lang="en-US" altLang="zh-TW" sz="9600" b="1" dirty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4</a:t>
            </a:r>
            <a:endParaRPr lang="en-US" altLang="zh-CN" sz="9600" b="1" dirty="0">
              <a:solidFill>
                <a:schemeClr val="accent4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30463" y="3777733"/>
            <a:ext cx="3314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defRPr/>
            </a:pPr>
            <a:r>
              <a:rPr lang="zh-TW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微软雅黑 Light" panose="020B0502040204020203" pitchFamily="34" charset="-122"/>
              </a:rPr>
              <a:t>成果展示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微软雅黑 Light" panose="020B0502040204020203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383327" y="2490049"/>
            <a:ext cx="702937" cy="707692"/>
            <a:chOff x="5042691" y="2273920"/>
            <a:chExt cx="702937" cy="707692"/>
          </a:xfrm>
          <a:solidFill>
            <a:schemeClr val="accent5"/>
          </a:solidFill>
        </p:grpSpPr>
        <p:sp>
          <p:nvSpPr>
            <p:cNvPr id="26" name="Freeform 12"/>
            <p:cNvSpPr/>
            <p:nvPr/>
          </p:nvSpPr>
          <p:spPr bwMode="auto">
            <a:xfrm>
              <a:off x="5284806" y="2789968"/>
              <a:ext cx="460822" cy="191644"/>
            </a:xfrm>
            <a:custGeom>
              <a:avLst/>
              <a:gdLst>
                <a:gd name="T0" fmla="*/ 25 w 533"/>
                <a:gd name="T1" fmla="*/ 165 h 222"/>
                <a:gd name="T2" fmla="*/ 158 w 533"/>
                <a:gd name="T3" fmla="*/ 165 h 222"/>
                <a:gd name="T4" fmla="*/ 158 w 533"/>
                <a:gd name="T5" fmla="*/ 108 h 222"/>
                <a:gd name="T6" fmla="*/ 184 w 533"/>
                <a:gd name="T7" fmla="*/ 83 h 222"/>
                <a:gd name="T8" fmla="*/ 317 w 533"/>
                <a:gd name="T9" fmla="*/ 83 h 222"/>
                <a:gd name="T10" fmla="*/ 317 w 533"/>
                <a:gd name="T11" fmla="*/ 25 h 222"/>
                <a:gd name="T12" fmla="*/ 343 w 533"/>
                <a:gd name="T13" fmla="*/ 0 h 222"/>
                <a:gd name="T14" fmla="*/ 533 w 533"/>
                <a:gd name="T15" fmla="*/ 0 h 222"/>
                <a:gd name="T16" fmla="*/ 533 w 533"/>
                <a:gd name="T17" fmla="*/ 32 h 222"/>
                <a:gd name="T18" fmla="*/ 508 w 533"/>
                <a:gd name="T19" fmla="*/ 57 h 222"/>
                <a:gd name="T20" fmla="*/ 375 w 533"/>
                <a:gd name="T21" fmla="*/ 57 h 222"/>
                <a:gd name="T22" fmla="*/ 375 w 533"/>
                <a:gd name="T23" fmla="*/ 114 h 222"/>
                <a:gd name="T24" fmla="*/ 349 w 533"/>
                <a:gd name="T25" fmla="*/ 140 h 222"/>
                <a:gd name="T26" fmla="*/ 216 w 533"/>
                <a:gd name="T27" fmla="*/ 140 h 222"/>
                <a:gd name="T28" fmla="*/ 216 w 533"/>
                <a:gd name="T29" fmla="*/ 197 h 222"/>
                <a:gd name="T30" fmla="*/ 190 w 533"/>
                <a:gd name="T31" fmla="*/ 222 h 222"/>
                <a:gd name="T32" fmla="*/ 0 w 533"/>
                <a:gd name="T33" fmla="*/ 222 h 222"/>
                <a:gd name="T34" fmla="*/ 0 w 533"/>
                <a:gd name="T35" fmla="*/ 191 h 222"/>
                <a:gd name="T36" fmla="*/ 25 w 533"/>
                <a:gd name="T37" fmla="*/ 16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3" h="222">
                  <a:moveTo>
                    <a:pt x="25" y="165"/>
                  </a:moveTo>
                  <a:cubicBezTo>
                    <a:pt x="158" y="165"/>
                    <a:pt x="158" y="165"/>
                    <a:pt x="158" y="165"/>
                  </a:cubicBezTo>
                  <a:cubicBezTo>
                    <a:pt x="158" y="108"/>
                    <a:pt x="158" y="108"/>
                    <a:pt x="158" y="108"/>
                  </a:cubicBezTo>
                  <a:cubicBezTo>
                    <a:pt x="158" y="94"/>
                    <a:pt x="170" y="83"/>
                    <a:pt x="184" y="83"/>
                  </a:cubicBezTo>
                  <a:cubicBezTo>
                    <a:pt x="317" y="83"/>
                    <a:pt x="317" y="83"/>
                    <a:pt x="317" y="83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11"/>
                    <a:pt x="329" y="0"/>
                    <a:pt x="343" y="0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33" y="32"/>
                    <a:pt x="533" y="32"/>
                    <a:pt x="533" y="32"/>
                  </a:cubicBezTo>
                  <a:cubicBezTo>
                    <a:pt x="533" y="46"/>
                    <a:pt x="522" y="57"/>
                    <a:pt x="508" y="57"/>
                  </a:cubicBezTo>
                  <a:cubicBezTo>
                    <a:pt x="375" y="57"/>
                    <a:pt x="375" y="57"/>
                    <a:pt x="375" y="57"/>
                  </a:cubicBezTo>
                  <a:cubicBezTo>
                    <a:pt x="375" y="114"/>
                    <a:pt x="375" y="114"/>
                    <a:pt x="375" y="114"/>
                  </a:cubicBezTo>
                  <a:cubicBezTo>
                    <a:pt x="375" y="128"/>
                    <a:pt x="363" y="140"/>
                    <a:pt x="349" y="140"/>
                  </a:cubicBezTo>
                  <a:cubicBezTo>
                    <a:pt x="216" y="140"/>
                    <a:pt x="216" y="140"/>
                    <a:pt x="216" y="140"/>
                  </a:cubicBezTo>
                  <a:cubicBezTo>
                    <a:pt x="216" y="197"/>
                    <a:pt x="216" y="197"/>
                    <a:pt x="216" y="197"/>
                  </a:cubicBezTo>
                  <a:cubicBezTo>
                    <a:pt x="216" y="211"/>
                    <a:pt x="204" y="222"/>
                    <a:pt x="19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77"/>
                    <a:pt x="11" y="165"/>
                    <a:pt x="25" y="1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65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27" name="Freeform 13"/>
            <p:cNvSpPr>
              <a:spLocks noEditPoints="1"/>
            </p:cNvSpPr>
            <p:nvPr/>
          </p:nvSpPr>
          <p:spPr bwMode="auto">
            <a:xfrm>
              <a:off x="5042691" y="2273920"/>
              <a:ext cx="529214" cy="655758"/>
            </a:xfrm>
            <a:custGeom>
              <a:avLst/>
              <a:gdLst>
                <a:gd name="T0" fmla="*/ 28 w 612"/>
                <a:gd name="T1" fmla="*/ 504 h 759"/>
                <a:gd name="T2" fmla="*/ 148 w 612"/>
                <a:gd name="T3" fmla="*/ 514 h 759"/>
                <a:gd name="T4" fmla="*/ 179 w 612"/>
                <a:gd name="T5" fmla="*/ 488 h 759"/>
                <a:gd name="T6" fmla="*/ 184 w 612"/>
                <a:gd name="T7" fmla="*/ 423 h 759"/>
                <a:gd name="T8" fmla="*/ 158 w 612"/>
                <a:gd name="T9" fmla="*/ 392 h 759"/>
                <a:gd name="T10" fmla="*/ 38 w 612"/>
                <a:gd name="T11" fmla="*/ 381 h 759"/>
                <a:gd name="T12" fmla="*/ 7 w 612"/>
                <a:gd name="T13" fmla="*/ 407 h 759"/>
                <a:gd name="T14" fmla="*/ 2 w 612"/>
                <a:gd name="T15" fmla="*/ 473 h 759"/>
                <a:gd name="T16" fmla="*/ 28 w 612"/>
                <a:gd name="T17" fmla="*/ 504 h 759"/>
                <a:gd name="T18" fmla="*/ 157 w 612"/>
                <a:gd name="T19" fmla="*/ 669 h 759"/>
                <a:gd name="T20" fmla="*/ 254 w 612"/>
                <a:gd name="T21" fmla="*/ 487 h 759"/>
                <a:gd name="T22" fmla="*/ 334 w 612"/>
                <a:gd name="T23" fmla="*/ 512 h 759"/>
                <a:gd name="T24" fmla="*/ 342 w 612"/>
                <a:gd name="T25" fmla="*/ 515 h 759"/>
                <a:gd name="T26" fmla="*/ 216 w 612"/>
                <a:gd name="T27" fmla="*/ 722 h 759"/>
                <a:gd name="T28" fmla="*/ 157 w 612"/>
                <a:gd name="T29" fmla="*/ 669 h 759"/>
                <a:gd name="T30" fmla="*/ 379 w 612"/>
                <a:gd name="T31" fmla="*/ 7 h 759"/>
                <a:gd name="T32" fmla="*/ 426 w 612"/>
                <a:gd name="T33" fmla="*/ 84 h 759"/>
                <a:gd name="T34" fmla="*/ 349 w 612"/>
                <a:gd name="T35" fmla="*/ 150 h 759"/>
                <a:gd name="T36" fmla="*/ 304 w 612"/>
                <a:gd name="T37" fmla="*/ 59 h 759"/>
                <a:gd name="T38" fmla="*/ 379 w 612"/>
                <a:gd name="T39" fmla="*/ 7 h 759"/>
                <a:gd name="T40" fmla="*/ 371 w 612"/>
                <a:gd name="T41" fmla="*/ 183 h 759"/>
                <a:gd name="T42" fmla="*/ 403 w 612"/>
                <a:gd name="T43" fmla="*/ 199 h 759"/>
                <a:gd name="T44" fmla="*/ 574 w 612"/>
                <a:gd name="T45" fmla="*/ 278 h 759"/>
                <a:gd name="T46" fmla="*/ 579 w 612"/>
                <a:gd name="T47" fmla="*/ 341 h 759"/>
                <a:gd name="T48" fmla="*/ 398 w 612"/>
                <a:gd name="T49" fmla="*/ 296 h 759"/>
                <a:gd name="T50" fmla="*/ 381 w 612"/>
                <a:gd name="T51" fmla="*/ 385 h 759"/>
                <a:gd name="T52" fmla="*/ 390 w 612"/>
                <a:gd name="T53" fmla="*/ 402 h 759"/>
                <a:gd name="T54" fmla="*/ 561 w 612"/>
                <a:gd name="T55" fmla="*/ 593 h 759"/>
                <a:gd name="T56" fmla="*/ 489 w 612"/>
                <a:gd name="T57" fmla="*/ 626 h 759"/>
                <a:gd name="T58" fmla="*/ 233 w 612"/>
                <a:gd name="T59" fmla="*/ 447 h 759"/>
                <a:gd name="T60" fmla="*/ 203 w 612"/>
                <a:gd name="T61" fmla="*/ 392 h 759"/>
                <a:gd name="T62" fmla="*/ 231 w 612"/>
                <a:gd name="T63" fmla="*/ 239 h 759"/>
                <a:gd name="T64" fmla="*/ 157 w 612"/>
                <a:gd name="T65" fmla="*/ 344 h 759"/>
                <a:gd name="T66" fmla="*/ 95 w 612"/>
                <a:gd name="T67" fmla="*/ 332 h 759"/>
                <a:gd name="T68" fmla="*/ 247 w 612"/>
                <a:gd name="T69" fmla="*/ 155 h 759"/>
                <a:gd name="T70" fmla="*/ 313 w 612"/>
                <a:gd name="T71" fmla="*/ 163 h 759"/>
                <a:gd name="T72" fmla="*/ 349 w 612"/>
                <a:gd name="T73" fmla="*/ 227 h 759"/>
                <a:gd name="T74" fmla="*/ 371 w 612"/>
                <a:gd name="T75" fmla="*/ 183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12" h="759">
                  <a:moveTo>
                    <a:pt x="28" y="504"/>
                  </a:moveTo>
                  <a:cubicBezTo>
                    <a:pt x="148" y="514"/>
                    <a:pt x="148" y="514"/>
                    <a:pt x="148" y="514"/>
                  </a:cubicBezTo>
                  <a:cubicBezTo>
                    <a:pt x="164" y="516"/>
                    <a:pt x="177" y="504"/>
                    <a:pt x="179" y="488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6" y="407"/>
                    <a:pt x="174" y="393"/>
                    <a:pt x="158" y="392"/>
                  </a:cubicBezTo>
                  <a:cubicBezTo>
                    <a:pt x="38" y="381"/>
                    <a:pt x="38" y="381"/>
                    <a:pt x="38" y="381"/>
                  </a:cubicBezTo>
                  <a:cubicBezTo>
                    <a:pt x="23" y="380"/>
                    <a:pt x="9" y="392"/>
                    <a:pt x="7" y="407"/>
                  </a:cubicBezTo>
                  <a:cubicBezTo>
                    <a:pt x="2" y="473"/>
                    <a:pt x="2" y="473"/>
                    <a:pt x="2" y="473"/>
                  </a:cubicBezTo>
                  <a:cubicBezTo>
                    <a:pt x="0" y="489"/>
                    <a:pt x="12" y="503"/>
                    <a:pt x="28" y="504"/>
                  </a:cubicBezTo>
                  <a:close/>
                  <a:moveTo>
                    <a:pt x="157" y="669"/>
                  </a:moveTo>
                  <a:cubicBezTo>
                    <a:pt x="220" y="595"/>
                    <a:pt x="230" y="592"/>
                    <a:pt x="254" y="487"/>
                  </a:cubicBezTo>
                  <a:cubicBezTo>
                    <a:pt x="280" y="496"/>
                    <a:pt x="307" y="504"/>
                    <a:pt x="334" y="512"/>
                  </a:cubicBezTo>
                  <a:cubicBezTo>
                    <a:pt x="337" y="513"/>
                    <a:pt x="339" y="514"/>
                    <a:pt x="342" y="515"/>
                  </a:cubicBezTo>
                  <a:cubicBezTo>
                    <a:pt x="303" y="633"/>
                    <a:pt x="296" y="637"/>
                    <a:pt x="216" y="722"/>
                  </a:cubicBezTo>
                  <a:cubicBezTo>
                    <a:pt x="180" y="759"/>
                    <a:pt x="122" y="709"/>
                    <a:pt x="157" y="669"/>
                  </a:cubicBezTo>
                  <a:close/>
                  <a:moveTo>
                    <a:pt x="379" y="7"/>
                  </a:moveTo>
                  <a:cubicBezTo>
                    <a:pt x="413" y="15"/>
                    <a:pt x="434" y="49"/>
                    <a:pt x="426" y="84"/>
                  </a:cubicBezTo>
                  <a:cubicBezTo>
                    <a:pt x="419" y="120"/>
                    <a:pt x="383" y="157"/>
                    <a:pt x="349" y="150"/>
                  </a:cubicBezTo>
                  <a:cubicBezTo>
                    <a:pt x="315" y="143"/>
                    <a:pt x="297" y="94"/>
                    <a:pt x="304" y="59"/>
                  </a:cubicBezTo>
                  <a:cubicBezTo>
                    <a:pt x="312" y="23"/>
                    <a:pt x="345" y="0"/>
                    <a:pt x="379" y="7"/>
                  </a:cubicBezTo>
                  <a:close/>
                  <a:moveTo>
                    <a:pt x="371" y="183"/>
                  </a:moveTo>
                  <a:cubicBezTo>
                    <a:pt x="378" y="185"/>
                    <a:pt x="393" y="190"/>
                    <a:pt x="403" y="199"/>
                  </a:cubicBezTo>
                  <a:cubicBezTo>
                    <a:pt x="494" y="286"/>
                    <a:pt x="474" y="282"/>
                    <a:pt x="574" y="278"/>
                  </a:cubicBezTo>
                  <a:cubicBezTo>
                    <a:pt x="612" y="277"/>
                    <a:pt x="611" y="338"/>
                    <a:pt x="579" y="341"/>
                  </a:cubicBezTo>
                  <a:cubicBezTo>
                    <a:pt x="477" y="350"/>
                    <a:pt x="470" y="358"/>
                    <a:pt x="398" y="296"/>
                  </a:cubicBezTo>
                  <a:cubicBezTo>
                    <a:pt x="381" y="385"/>
                    <a:pt x="381" y="385"/>
                    <a:pt x="381" y="385"/>
                  </a:cubicBezTo>
                  <a:cubicBezTo>
                    <a:pt x="380" y="392"/>
                    <a:pt x="383" y="399"/>
                    <a:pt x="390" y="402"/>
                  </a:cubicBezTo>
                  <a:cubicBezTo>
                    <a:pt x="494" y="448"/>
                    <a:pt x="515" y="448"/>
                    <a:pt x="561" y="593"/>
                  </a:cubicBezTo>
                  <a:cubicBezTo>
                    <a:pt x="578" y="638"/>
                    <a:pt x="510" y="668"/>
                    <a:pt x="489" y="626"/>
                  </a:cubicBezTo>
                  <a:cubicBezTo>
                    <a:pt x="417" y="484"/>
                    <a:pt x="405" y="506"/>
                    <a:pt x="233" y="447"/>
                  </a:cubicBezTo>
                  <a:cubicBezTo>
                    <a:pt x="211" y="435"/>
                    <a:pt x="203" y="416"/>
                    <a:pt x="203" y="392"/>
                  </a:cubicBezTo>
                  <a:cubicBezTo>
                    <a:pt x="231" y="239"/>
                    <a:pt x="231" y="239"/>
                    <a:pt x="231" y="239"/>
                  </a:cubicBezTo>
                  <a:cubicBezTo>
                    <a:pt x="164" y="260"/>
                    <a:pt x="171" y="259"/>
                    <a:pt x="157" y="344"/>
                  </a:cubicBezTo>
                  <a:cubicBezTo>
                    <a:pt x="151" y="376"/>
                    <a:pt x="91" y="372"/>
                    <a:pt x="95" y="332"/>
                  </a:cubicBezTo>
                  <a:cubicBezTo>
                    <a:pt x="107" y="207"/>
                    <a:pt x="126" y="199"/>
                    <a:pt x="247" y="155"/>
                  </a:cubicBezTo>
                  <a:cubicBezTo>
                    <a:pt x="264" y="149"/>
                    <a:pt x="304" y="160"/>
                    <a:pt x="313" y="163"/>
                  </a:cubicBezTo>
                  <a:cubicBezTo>
                    <a:pt x="349" y="227"/>
                    <a:pt x="349" y="227"/>
                    <a:pt x="349" y="227"/>
                  </a:cubicBezTo>
                  <a:cubicBezTo>
                    <a:pt x="371" y="183"/>
                    <a:pt x="371" y="183"/>
                    <a:pt x="371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65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992434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728" y="409448"/>
            <a:ext cx="5368544" cy="536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7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27270" y="1666124"/>
            <a:ext cx="2384573" cy="2384573"/>
            <a:chOff x="4240335" y="3008435"/>
            <a:chExt cx="3711332" cy="3711332"/>
          </a:xfrm>
        </p:grpSpPr>
        <p:sp>
          <p:nvSpPr>
            <p:cNvPr id="3" name="椭圆 2"/>
            <p:cNvSpPr/>
            <p:nvPr/>
          </p:nvSpPr>
          <p:spPr>
            <a:xfrm>
              <a:off x="4240335" y="3008435"/>
              <a:ext cx="3711332" cy="3711332"/>
            </a:xfrm>
            <a:prstGeom prst="ellipse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9525"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865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710169" y="3478269"/>
              <a:ext cx="2771663" cy="2771663"/>
              <a:chOff x="2193191" y="1899415"/>
              <a:chExt cx="2421376" cy="2421376"/>
            </a:xfrm>
            <a:effectLst/>
          </p:grpSpPr>
          <p:sp>
            <p:nvSpPr>
              <p:cNvPr id="5" name="椭圆 4"/>
              <p:cNvSpPr/>
              <p:nvPr/>
            </p:nvSpPr>
            <p:spPr>
              <a:xfrm>
                <a:off x="2193191" y="1899415"/>
                <a:ext cx="2421376" cy="2421376"/>
              </a:xfrm>
              <a:prstGeom prst="ellipse">
                <a:avLst/>
              </a:prstGeom>
              <a:solidFill>
                <a:schemeClr val="accent3"/>
              </a:solidFill>
              <a:ln w="31750"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127000" dist="63500" dir="13500000">
                  <a:schemeClr val="accent3">
                    <a:lumMod val="50000"/>
                    <a:alpha val="8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altLang="en-US" sz="18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345502" y="2051726"/>
                <a:ext cx="2116756" cy="21167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50800">
                <a:noFill/>
              </a:ln>
              <a:effectLst>
                <a:outerShdw blurRad="152400" dist="63500" dir="2700000" algn="tl" rotWithShape="0">
                  <a:schemeClr val="accent3">
                    <a:lumMod val="50000"/>
                    <a:alpha val="64000"/>
                  </a:scheme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82550" h="254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zh-CN" altLang="en-US" sz="1865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24" name="任意多边形 23"/>
          <p:cNvSpPr/>
          <p:nvPr/>
        </p:nvSpPr>
        <p:spPr>
          <a:xfrm>
            <a:off x="600" y="-348344"/>
            <a:ext cx="2718956" cy="7417183"/>
          </a:xfrm>
          <a:custGeom>
            <a:avLst/>
            <a:gdLst>
              <a:gd name="connsiteX0" fmla="*/ 0 w 2837789"/>
              <a:gd name="connsiteY0" fmla="*/ 0 h 8001905"/>
              <a:gd name="connsiteX1" fmla="*/ 2837788 w 2837789"/>
              <a:gd name="connsiteY1" fmla="*/ 0 h 8001905"/>
              <a:gd name="connsiteX2" fmla="*/ 2837788 w 2837789"/>
              <a:gd name="connsiteY2" fmla="*/ 1968500 h 8001905"/>
              <a:gd name="connsiteX3" fmla="*/ 2837789 w 2837789"/>
              <a:gd name="connsiteY3" fmla="*/ 1968500 h 8001905"/>
              <a:gd name="connsiteX4" fmla="*/ 2837789 w 2837789"/>
              <a:gd name="connsiteY4" fmla="*/ 2363879 h 8001905"/>
              <a:gd name="connsiteX5" fmla="*/ 2618085 w 2837789"/>
              <a:gd name="connsiteY5" fmla="*/ 2386026 h 8001905"/>
              <a:gd name="connsiteX6" fmla="*/ 1747634 w 2837789"/>
              <a:gd name="connsiteY6" fmla="*/ 3454034 h 8001905"/>
              <a:gd name="connsiteX7" fmla="*/ 2618085 w 2837789"/>
              <a:gd name="connsiteY7" fmla="*/ 4522042 h 8001905"/>
              <a:gd name="connsiteX8" fmla="*/ 2837789 w 2837789"/>
              <a:gd name="connsiteY8" fmla="*/ 4544190 h 8001905"/>
              <a:gd name="connsiteX9" fmla="*/ 2837789 w 2837789"/>
              <a:gd name="connsiteY9" fmla="*/ 6858000 h 8001905"/>
              <a:gd name="connsiteX10" fmla="*/ 2837788 w 2837789"/>
              <a:gd name="connsiteY10" fmla="*/ 6858000 h 8001905"/>
              <a:gd name="connsiteX11" fmla="*/ 2837788 w 2837789"/>
              <a:gd name="connsiteY11" fmla="*/ 8001905 h 8001905"/>
              <a:gd name="connsiteX12" fmla="*/ 0 w 2837789"/>
              <a:gd name="connsiteY12" fmla="*/ 8001905 h 8001905"/>
              <a:gd name="connsiteX13" fmla="*/ 0 w 2837789"/>
              <a:gd name="connsiteY13" fmla="*/ 6858000 h 8001905"/>
              <a:gd name="connsiteX14" fmla="*/ 0 w 2837789"/>
              <a:gd name="connsiteY14" fmla="*/ 6376305 h 8001905"/>
              <a:gd name="connsiteX15" fmla="*/ 0 w 2837789"/>
              <a:gd name="connsiteY15" fmla="*/ 2133600 h 8001905"/>
              <a:gd name="connsiteX16" fmla="*/ 0 w 2837789"/>
              <a:gd name="connsiteY16" fmla="*/ 1968500 h 800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37789" h="8001905">
                <a:moveTo>
                  <a:pt x="0" y="0"/>
                </a:moveTo>
                <a:lnTo>
                  <a:pt x="2837788" y="0"/>
                </a:lnTo>
                <a:lnTo>
                  <a:pt x="2837788" y="1968500"/>
                </a:lnTo>
                <a:lnTo>
                  <a:pt x="2837789" y="1968500"/>
                </a:lnTo>
                <a:lnTo>
                  <a:pt x="2837789" y="2363879"/>
                </a:lnTo>
                <a:lnTo>
                  <a:pt x="2618085" y="2386026"/>
                </a:lnTo>
                <a:cubicBezTo>
                  <a:pt x="2121320" y="2487680"/>
                  <a:pt x="1747634" y="2927218"/>
                  <a:pt x="1747634" y="3454034"/>
                </a:cubicBezTo>
                <a:cubicBezTo>
                  <a:pt x="1747634" y="3980852"/>
                  <a:pt x="2121320" y="4420389"/>
                  <a:pt x="2618085" y="4522042"/>
                </a:cubicBezTo>
                <a:lnTo>
                  <a:pt x="2837789" y="4544190"/>
                </a:lnTo>
                <a:lnTo>
                  <a:pt x="2837789" y="6858000"/>
                </a:lnTo>
                <a:lnTo>
                  <a:pt x="2837788" y="6858000"/>
                </a:lnTo>
                <a:lnTo>
                  <a:pt x="2837788" y="8001905"/>
                </a:lnTo>
                <a:lnTo>
                  <a:pt x="0" y="8001905"/>
                </a:lnTo>
                <a:lnTo>
                  <a:pt x="0" y="6858000"/>
                </a:lnTo>
                <a:lnTo>
                  <a:pt x="0" y="6376305"/>
                </a:lnTo>
                <a:lnTo>
                  <a:pt x="0" y="2133600"/>
                </a:lnTo>
                <a:lnTo>
                  <a:pt x="0" y="19685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1865"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002060" y="4379076"/>
            <a:ext cx="6838231" cy="4289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1865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856487" y="2092177"/>
            <a:ext cx="4805036" cy="156654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altLang="zh-CN" sz="9600" b="1" dirty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PART </a:t>
            </a:r>
            <a:r>
              <a:rPr lang="en-US" altLang="zh-CN" sz="9600" b="1" dirty="0" smtClean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0</a:t>
            </a:r>
            <a:r>
              <a:rPr lang="en-US" altLang="zh-TW" sz="9600" b="1" dirty="0" smtClean="0">
                <a:solidFill>
                  <a:schemeClr val="accent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5</a:t>
            </a:r>
            <a:endParaRPr lang="en-US" altLang="zh-CN" sz="9600" b="1" dirty="0">
              <a:solidFill>
                <a:schemeClr val="accent4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30463" y="3777733"/>
            <a:ext cx="3314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defRPr/>
            </a:pPr>
            <a:r>
              <a:rPr lang="zh-TW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微软雅黑 Light" panose="020B0502040204020203" pitchFamily="34" charset="-122"/>
              </a:rPr>
              <a:t>結論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微软雅黑 Light" panose="020B0502040204020203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383327" y="2490049"/>
            <a:ext cx="702937" cy="707692"/>
            <a:chOff x="5042691" y="2273920"/>
            <a:chExt cx="702937" cy="707692"/>
          </a:xfrm>
          <a:solidFill>
            <a:schemeClr val="accent5"/>
          </a:solidFill>
        </p:grpSpPr>
        <p:sp>
          <p:nvSpPr>
            <p:cNvPr id="26" name="Freeform 12"/>
            <p:cNvSpPr/>
            <p:nvPr/>
          </p:nvSpPr>
          <p:spPr bwMode="auto">
            <a:xfrm>
              <a:off x="5284806" y="2789968"/>
              <a:ext cx="460822" cy="191644"/>
            </a:xfrm>
            <a:custGeom>
              <a:avLst/>
              <a:gdLst>
                <a:gd name="T0" fmla="*/ 25 w 533"/>
                <a:gd name="T1" fmla="*/ 165 h 222"/>
                <a:gd name="T2" fmla="*/ 158 w 533"/>
                <a:gd name="T3" fmla="*/ 165 h 222"/>
                <a:gd name="T4" fmla="*/ 158 w 533"/>
                <a:gd name="T5" fmla="*/ 108 h 222"/>
                <a:gd name="T6" fmla="*/ 184 w 533"/>
                <a:gd name="T7" fmla="*/ 83 h 222"/>
                <a:gd name="T8" fmla="*/ 317 w 533"/>
                <a:gd name="T9" fmla="*/ 83 h 222"/>
                <a:gd name="T10" fmla="*/ 317 w 533"/>
                <a:gd name="T11" fmla="*/ 25 h 222"/>
                <a:gd name="T12" fmla="*/ 343 w 533"/>
                <a:gd name="T13" fmla="*/ 0 h 222"/>
                <a:gd name="T14" fmla="*/ 533 w 533"/>
                <a:gd name="T15" fmla="*/ 0 h 222"/>
                <a:gd name="T16" fmla="*/ 533 w 533"/>
                <a:gd name="T17" fmla="*/ 32 h 222"/>
                <a:gd name="T18" fmla="*/ 508 w 533"/>
                <a:gd name="T19" fmla="*/ 57 h 222"/>
                <a:gd name="T20" fmla="*/ 375 w 533"/>
                <a:gd name="T21" fmla="*/ 57 h 222"/>
                <a:gd name="T22" fmla="*/ 375 w 533"/>
                <a:gd name="T23" fmla="*/ 114 h 222"/>
                <a:gd name="T24" fmla="*/ 349 w 533"/>
                <a:gd name="T25" fmla="*/ 140 h 222"/>
                <a:gd name="T26" fmla="*/ 216 w 533"/>
                <a:gd name="T27" fmla="*/ 140 h 222"/>
                <a:gd name="T28" fmla="*/ 216 w 533"/>
                <a:gd name="T29" fmla="*/ 197 h 222"/>
                <a:gd name="T30" fmla="*/ 190 w 533"/>
                <a:gd name="T31" fmla="*/ 222 h 222"/>
                <a:gd name="T32" fmla="*/ 0 w 533"/>
                <a:gd name="T33" fmla="*/ 222 h 222"/>
                <a:gd name="T34" fmla="*/ 0 w 533"/>
                <a:gd name="T35" fmla="*/ 191 h 222"/>
                <a:gd name="T36" fmla="*/ 25 w 533"/>
                <a:gd name="T37" fmla="*/ 16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3" h="222">
                  <a:moveTo>
                    <a:pt x="25" y="165"/>
                  </a:moveTo>
                  <a:cubicBezTo>
                    <a:pt x="158" y="165"/>
                    <a:pt x="158" y="165"/>
                    <a:pt x="158" y="165"/>
                  </a:cubicBezTo>
                  <a:cubicBezTo>
                    <a:pt x="158" y="108"/>
                    <a:pt x="158" y="108"/>
                    <a:pt x="158" y="108"/>
                  </a:cubicBezTo>
                  <a:cubicBezTo>
                    <a:pt x="158" y="94"/>
                    <a:pt x="170" y="83"/>
                    <a:pt x="184" y="83"/>
                  </a:cubicBezTo>
                  <a:cubicBezTo>
                    <a:pt x="317" y="83"/>
                    <a:pt x="317" y="83"/>
                    <a:pt x="317" y="83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11"/>
                    <a:pt x="329" y="0"/>
                    <a:pt x="343" y="0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33" y="32"/>
                    <a:pt x="533" y="32"/>
                    <a:pt x="533" y="32"/>
                  </a:cubicBezTo>
                  <a:cubicBezTo>
                    <a:pt x="533" y="46"/>
                    <a:pt x="522" y="57"/>
                    <a:pt x="508" y="57"/>
                  </a:cubicBezTo>
                  <a:cubicBezTo>
                    <a:pt x="375" y="57"/>
                    <a:pt x="375" y="57"/>
                    <a:pt x="375" y="57"/>
                  </a:cubicBezTo>
                  <a:cubicBezTo>
                    <a:pt x="375" y="114"/>
                    <a:pt x="375" y="114"/>
                    <a:pt x="375" y="114"/>
                  </a:cubicBezTo>
                  <a:cubicBezTo>
                    <a:pt x="375" y="128"/>
                    <a:pt x="363" y="140"/>
                    <a:pt x="349" y="140"/>
                  </a:cubicBezTo>
                  <a:cubicBezTo>
                    <a:pt x="216" y="140"/>
                    <a:pt x="216" y="140"/>
                    <a:pt x="216" y="140"/>
                  </a:cubicBezTo>
                  <a:cubicBezTo>
                    <a:pt x="216" y="197"/>
                    <a:pt x="216" y="197"/>
                    <a:pt x="216" y="197"/>
                  </a:cubicBezTo>
                  <a:cubicBezTo>
                    <a:pt x="216" y="211"/>
                    <a:pt x="204" y="222"/>
                    <a:pt x="19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77"/>
                    <a:pt x="11" y="165"/>
                    <a:pt x="25" y="1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65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27" name="Freeform 13"/>
            <p:cNvSpPr>
              <a:spLocks noEditPoints="1"/>
            </p:cNvSpPr>
            <p:nvPr/>
          </p:nvSpPr>
          <p:spPr bwMode="auto">
            <a:xfrm>
              <a:off x="5042691" y="2273920"/>
              <a:ext cx="529214" cy="655758"/>
            </a:xfrm>
            <a:custGeom>
              <a:avLst/>
              <a:gdLst>
                <a:gd name="T0" fmla="*/ 28 w 612"/>
                <a:gd name="T1" fmla="*/ 504 h 759"/>
                <a:gd name="T2" fmla="*/ 148 w 612"/>
                <a:gd name="T3" fmla="*/ 514 h 759"/>
                <a:gd name="T4" fmla="*/ 179 w 612"/>
                <a:gd name="T5" fmla="*/ 488 h 759"/>
                <a:gd name="T6" fmla="*/ 184 w 612"/>
                <a:gd name="T7" fmla="*/ 423 h 759"/>
                <a:gd name="T8" fmla="*/ 158 w 612"/>
                <a:gd name="T9" fmla="*/ 392 h 759"/>
                <a:gd name="T10" fmla="*/ 38 w 612"/>
                <a:gd name="T11" fmla="*/ 381 h 759"/>
                <a:gd name="T12" fmla="*/ 7 w 612"/>
                <a:gd name="T13" fmla="*/ 407 h 759"/>
                <a:gd name="T14" fmla="*/ 2 w 612"/>
                <a:gd name="T15" fmla="*/ 473 h 759"/>
                <a:gd name="T16" fmla="*/ 28 w 612"/>
                <a:gd name="T17" fmla="*/ 504 h 759"/>
                <a:gd name="T18" fmla="*/ 157 w 612"/>
                <a:gd name="T19" fmla="*/ 669 h 759"/>
                <a:gd name="T20" fmla="*/ 254 w 612"/>
                <a:gd name="T21" fmla="*/ 487 h 759"/>
                <a:gd name="T22" fmla="*/ 334 w 612"/>
                <a:gd name="T23" fmla="*/ 512 h 759"/>
                <a:gd name="T24" fmla="*/ 342 w 612"/>
                <a:gd name="T25" fmla="*/ 515 h 759"/>
                <a:gd name="T26" fmla="*/ 216 w 612"/>
                <a:gd name="T27" fmla="*/ 722 h 759"/>
                <a:gd name="T28" fmla="*/ 157 w 612"/>
                <a:gd name="T29" fmla="*/ 669 h 759"/>
                <a:gd name="T30" fmla="*/ 379 w 612"/>
                <a:gd name="T31" fmla="*/ 7 h 759"/>
                <a:gd name="T32" fmla="*/ 426 w 612"/>
                <a:gd name="T33" fmla="*/ 84 h 759"/>
                <a:gd name="T34" fmla="*/ 349 w 612"/>
                <a:gd name="T35" fmla="*/ 150 h 759"/>
                <a:gd name="T36" fmla="*/ 304 w 612"/>
                <a:gd name="T37" fmla="*/ 59 h 759"/>
                <a:gd name="T38" fmla="*/ 379 w 612"/>
                <a:gd name="T39" fmla="*/ 7 h 759"/>
                <a:gd name="T40" fmla="*/ 371 w 612"/>
                <a:gd name="T41" fmla="*/ 183 h 759"/>
                <a:gd name="T42" fmla="*/ 403 w 612"/>
                <a:gd name="T43" fmla="*/ 199 h 759"/>
                <a:gd name="T44" fmla="*/ 574 w 612"/>
                <a:gd name="T45" fmla="*/ 278 h 759"/>
                <a:gd name="T46" fmla="*/ 579 w 612"/>
                <a:gd name="T47" fmla="*/ 341 h 759"/>
                <a:gd name="T48" fmla="*/ 398 w 612"/>
                <a:gd name="T49" fmla="*/ 296 h 759"/>
                <a:gd name="T50" fmla="*/ 381 w 612"/>
                <a:gd name="T51" fmla="*/ 385 h 759"/>
                <a:gd name="T52" fmla="*/ 390 w 612"/>
                <a:gd name="T53" fmla="*/ 402 h 759"/>
                <a:gd name="T54" fmla="*/ 561 w 612"/>
                <a:gd name="T55" fmla="*/ 593 h 759"/>
                <a:gd name="T56" fmla="*/ 489 w 612"/>
                <a:gd name="T57" fmla="*/ 626 h 759"/>
                <a:gd name="T58" fmla="*/ 233 w 612"/>
                <a:gd name="T59" fmla="*/ 447 h 759"/>
                <a:gd name="T60" fmla="*/ 203 w 612"/>
                <a:gd name="T61" fmla="*/ 392 h 759"/>
                <a:gd name="T62" fmla="*/ 231 w 612"/>
                <a:gd name="T63" fmla="*/ 239 h 759"/>
                <a:gd name="T64" fmla="*/ 157 w 612"/>
                <a:gd name="T65" fmla="*/ 344 h 759"/>
                <a:gd name="T66" fmla="*/ 95 w 612"/>
                <a:gd name="T67" fmla="*/ 332 h 759"/>
                <a:gd name="T68" fmla="*/ 247 w 612"/>
                <a:gd name="T69" fmla="*/ 155 h 759"/>
                <a:gd name="T70" fmla="*/ 313 w 612"/>
                <a:gd name="T71" fmla="*/ 163 h 759"/>
                <a:gd name="T72" fmla="*/ 349 w 612"/>
                <a:gd name="T73" fmla="*/ 227 h 759"/>
                <a:gd name="T74" fmla="*/ 371 w 612"/>
                <a:gd name="T75" fmla="*/ 183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12" h="759">
                  <a:moveTo>
                    <a:pt x="28" y="504"/>
                  </a:moveTo>
                  <a:cubicBezTo>
                    <a:pt x="148" y="514"/>
                    <a:pt x="148" y="514"/>
                    <a:pt x="148" y="514"/>
                  </a:cubicBezTo>
                  <a:cubicBezTo>
                    <a:pt x="164" y="516"/>
                    <a:pt x="177" y="504"/>
                    <a:pt x="179" y="488"/>
                  </a:cubicBezTo>
                  <a:cubicBezTo>
                    <a:pt x="184" y="423"/>
                    <a:pt x="184" y="423"/>
                    <a:pt x="184" y="423"/>
                  </a:cubicBezTo>
                  <a:cubicBezTo>
                    <a:pt x="186" y="407"/>
                    <a:pt x="174" y="393"/>
                    <a:pt x="158" y="392"/>
                  </a:cubicBezTo>
                  <a:cubicBezTo>
                    <a:pt x="38" y="381"/>
                    <a:pt x="38" y="381"/>
                    <a:pt x="38" y="381"/>
                  </a:cubicBezTo>
                  <a:cubicBezTo>
                    <a:pt x="23" y="380"/>
                    <a:pt x="9" y="392"/>
                    <a:pt x="7" y="407"/>
                  </a:cubicBezTo>
                  <a:cubicBezTo>
                    <a:pt x="2" y="473"/>
                    <a:pt x="2" y="473"/>
                    <a:pt x="2" y="473"/>
                  </a:cubicBezTo>
                  <a:cubicBezTo>
                    <a:pt x="0" y="489"/>
                    <a:pt x="12" y="503"/>
                    <a:pt x="28" y="504"/>
                  </a:cubicBezTo>
                  <a:close/>
                  <a:moveTo>
                    <a:pt x="157" y="669"/>
                  </a:moveTo>
                  <a:cubicBezTo>
                    <a:pt x="220" y="595"/>
                    <a:pt x="230" y="592"/>
                    <a:pt x="254" y="487"/>
                  </a:cubicBezTo>
                  <a:cubicBezTo>
                    <a:pt x="280" y="496"/>
                    <a:pt x="307" y="504"/>
                    <a:pt x="334" y="512"/>
                  </a:cubicBezTo>
                  <a:cubicBezTo>
                    <a:pt x="337" y="513"/>
                    <a:pt x="339" y="514"/>
                    <a:pt x="342" y="515"/>
                  </a:cubicBezTo>
                  <a:cubicBezTo>
                    <a:pt x="303" y="633"/>
                    <a:pt x="296" y="637"/>
                    <a:pt x="216" y="722"/>
                  </a:cubicBezTo>
                  <a:cubicBezTo>
                    <a:pt x="180" y="759"/>
                    <a:pt x="122" y="709"/>
                    <a:pt x="157" y="669"/>
                  </a:cubicBezTo>
                  <a:close/>
                  <a:moveTo>
                    <a:pt x="379" y="7"/>
                  </a:moveTo>
                  <a:cubicBezTo>
                    <a:pt x="413" y="15"/>
                    <a:pt x="434" y="49"/>
                    <a:pt x="426" y="84"/>
                  </a:cubicBezTo>
                  <a:cubicBezTo>
                    <a:pt x="419" y="120"/>
                    <a:pt x="383" y="157"/>
                    <a:pt x="349" y="150"/>
                  </a:cubicBezTo>
                  <a:cubicBezTo>
                    <a:pt x="315" y="143"/>
                    <a:pt x="297" y="94"/>
                    <a:pt x="304" y="59"/>
                  </a:cubicBezTo>
                  <a:cubicBezTo>
                    <a:pt x="312" y="23"/>
                    <a:pt x="345" y="0"/>
                    <a:pt x="379" y="7"/>
                  </a:cubicBezTo>
                  <a:close/>
                  <a:moveTo>
                    <a:pt x="371" y="183"/>
                  </a:moveTo>
                  <a:cubicBezTo>
                    <a:pt x="378" y="185"/>
                    <a:pt x="393" y="190"/>
                    <a:pt x="403" y="199"/>
                  </a:cubicBezTo>
                  <a:cubicBezTo>
                    <a:pt x="494" y="286"/>
                    <a:pt x="474" y="282"/>
                    <a:pt x="574" y="278"/>
                  </a:cubicBezTo>
                  <a:cubicBezTo>
                    <a:pt x="612" y="277"/>
                    <a:pt x="611" y="338"/>
                    <a:pt x="579" y="341"/>
                  </a:cubicBezTo>
                  <a:cubicBezTo>
                    <a:pt x="477" y="350"/>
                    <a:pt x="470" y="358"/>
                    <a:pt x="398" y="296"/>
                  </a:cubicBezTo>
                  <a:cubicBezTo>
                    <a:pt x="381" y="385"/>
                    <a:pt x="381" y="385"/>
                    <a:pt x="381" y="385"/>
                  </a:cubicBezTo>
                  <a:cubicBezTo>
                    <a:pt x="380" y="392"/>
                    <a:pt x="383" y="399"/>
                    <a:pt x="390" y="402"/>
                  </a:cubicBezTo>
                  <a:cubicBezTo>
                    <a:pt x="494" y="448"/>
                    <a:pt x="515" y="448"/>
                    <a:pt x="561" y="593"/>
                  </a:cubicBezTo>
                  <a:cubicBezTo>
                    <a:pt x="578" y="638"/>
                    <a:pt x="510" y="668"/>
                    <a:pt x="489" y="626"/>
                  </a:cubicBezTo>
                  <a:cubicBezTo>
                    <a:pt x="417" y="484"/>
                    <a:pt x="405" y="506"/>
                    <a:pt x="233" y="447"/>
                  </a:cubicBezTo>
                  <a:cubicBezTo>
                    <a:pt x="211" y="435"/>
                    <a:pt x="203" y="416"/>
                    <a:pt x="203" y="392"/>
                  </a:cubicBezTo>
                  <a:cubicBezTo>
                    <a:pt x="231" y="239"/>
                    <a:pt x="231" y="239"/>
                    <a:pt x="231" y="239"/>
                  </a:cubicBezTo>
                  <a:cubicBezTo>
                    <a:pt x="164" y="260"/>
                    <a:pt x="171" y="259"/>
                    <a:pt x="157" y="344"/>
                  </a:cubicBezTo>
                  <a:cubicBezTo>
                    <a:pt x="151" y="376"/>
                    <a:pt x="91" y="372"/>
                    <a:pt x="95" y="332"/>
                  </a:cubicBezTo>
                  <a:cubicBezTo>
                    <a:pt x="107" y="207"/>
                    <a:pt x="126" y="199"/>
                    <a:pt x="247" y="155"/>
                  </a:cubicBezTo>
                  <a:cubicBezTo>
                    <a:pt x="264" y="149"/>
                    <a:pt x="304" y="160"/>
                    <a:pt x="313" y="163"/>
                  </a:cubicBezTo>
                  <a:cubicBezTo>
                    <a:pt x="349" y="227"/>
                    <a:pt x="349" y="227"/>
                    <a:pt x="349" y="227"/>
                  </a:cubicBezTo>
                  <a:cubicBezTo>
                    <a:pt x="371" y="183"/>
                    <a:pt x="371" y="183"/>
                    <a:pt x="371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65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31650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群組 100"/>
          <p:cNvGrpSpPr/>
          <p:nvPr/>
        </p:nvGrpSpPr>
        <p:grpSpPr>
          <a:xfrm>
            <a:off x="7660283" y="1589353"/>
            <a:ext cx="4757285" cy="4478474"/>
            <a:chOff x="7363219" y="1883201"/>
            <a:chExt cx="4757285" cy="4478474"/>
          </a:xfrm>
        </p:grpSpPr>
        <p:grpSp>
          <p:nvGrpSpPr>
            <p:cNvPr id="2" name="Group 167"/>
            <p:cNvGrpSpPr/>
            <p:nvPr/>
          </p:nvGrpSpPr>
          <p:grpSpPr>
            <a:xfrm>
              <a:off x="9819013" y="2033334"/>
              <a:ext cx="2301491" cy="2301797"/>
              <a:chOff x="4602144" y="1558709"/>
              <a:chExt cx="1419915" cy="1420105"/>
            </a:xfrm>
          </p:grpSpPr>
          <p:sp>
            <p:nvSpPr>
              <p:cNvPr id="3" name="Freeform: Shape 3"/>
              <p:cNvSpPr/>
              <p:nvPr/>
            </p:nvSpPr>
            <p:spPr>
              <a:xfrm>
                <a:off x="4643455" y="1615920"/>
                <a:ext cx="1333333" cy="13333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1F1F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sz="1867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grpSp>
            <p:nvGrpSpPr>
              <p:cNvPr id="4" name="Group 58"/>
              <p:cNvGrpSpPr/>
              <p:nvPr/>
            </p:nvGrpSpPr>
            <p:grpSpPr>
              <a:xfrm>
                <a:off x="4602144" y="1558709"/>
                <a:ext cx="1419915" cy="1420105"/>
                <a:chOff x="0" y="0"/>
                <a:chExt cx="3899864" cy="3899891"/>
              </a:xfrm>
              <a:solidFill>
                <a:schemeClr val="accent2"/>
              </a:solidFill>
            </p:grpSpPr>
            <p:sp>
              <p:nvSpPr>
                <p:cNvPr id="32" name="Freeform: Shape 59"/>
                <p:cNvSpPr/>
                <p:nvPr/>
              </p:nvSpPr>
              <p:spPr>
                <a:xfrm>
                  <a:off x="1508166" y="2616577"/>
                  <a:ext cx="19289" cy="166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21600" y="0"/>
                        <a:pt x="14426" y="3817"/>
                        <a:pt x="2245" y="10760"/>
                      </a:cubicBezTo>
                      <a:cubicBezTo>
                        <a:pt x="1649" y="14323"/>
                        <a:pt x="755" y="18037"/>
                        <a:pt x="0" y="21600"/>
                      </a:cubicBezTo>
                      <a:cubicBezTo>
                        <a:pt x="7293" y="14473"/>
                        <a:pt x="14208" y="7058"/>
                        <a:pt x="2160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33" name="Freeform: Shape 60"/>
                <p:cNvSpPr/>
                <p:nvPr/>
              </p:nvSpPr>
              <p:spPr>
                <a:xfrm>
                  <a:off x="1617190" y="0"/>
                  <a:ext cx="753428" cy="14104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64" h="21600" extrusionOk="0">
                      <a:moveTo>
                        <a:pt x="10472" y="21600"/>
                      </a:moveTo>
                      <a:cubicBezTo>
                        <a:pt x="10472" y="21600"/>
                        <a:pt x="21250" y="16823"/>
                        <a:pt x="21363" y="10860"/>
                      </a:cubicBezTo>
                      <a:cubicBezTo>
                        <a:pt x="21484" y="4896"/>
                        <a:pt x="10897" y="0"/>
                        <a:pt x="10897" y="0"/>
                      </a:cubicBezTo>
                      <a:cubicBezTo>
                        <a:pt x="10897" y="0"/>
                        <a:pt x="114" y="4775"/>
                        <a:pt x="1" y="10739"/>
                      </a:cubicBezTo>
                      <a:cubicBezTo>
                        <a:pt x="-116" y="16703"/>
                        <a:pt x="10472" y="21600"/>
                        <a:pt x="10472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34" name="Freeform: Shape 61"/>
                <p:cNvSpPr/>
                <p:nvPr/>
              </p:nvSpPr>
              <p:spPr>
                <a:xfrm>
                  <a:off x="2344018" y="599632"/>
                  <a:ext cx="1011473" cy="99338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158" h="19805" extrusionOk="0">
                      <a:moveTo>
                        <a:pt x="34" y="19739"/>
                      </a:moveTo>
                      <a:cubicBezTo>
                        <a:pt x="34" y="19739"/>
                        <a:pt x="9785" y="20701"/>
                        <a:pt x="15334" y="15267"/>
                      </a:cubicBezTo>
                      <a:cubicBezTo>
                        <a:pt x="20879" y="9835"/>
                        <a:pt x="20123" y="66"/>
                        <a:pt x="20123" y="66"/>
                      </a:cubicBezTo>
                      <a:cubicBezTo>
                        <a:pt x="20123" y="66"/>
                        <a:pt x="10371" y="-899"/>
                        <a:pt x="4825" y="4533"/>
                      </a:cubicBezTo>
                      <a:cubicBezTo>
                        <a:pt x="-721" y="9968"/>
                        <a:pt x="34" y="19739"/>
                        <a:pt x="34" y="1973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35" name="Freeform: Shape 62"/>
                <p:cNvSpPr/>
                <p:nvPr/>
              </p:nvSpPr>
              <p:spPr>
                <a:xfrm>
                  <a:off x="2489382" y="1617190"/>
                  <a:ext cx="1410482" cy="7534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367" extrusionOk="0">
                      <a:moveTo>
                        <a:pt x="10862" y="1"/>
                      </a:moveTo>
                      <a:cubicBezTo>
                        <a:pt x="4897" y="-114"/>
                        <a:pt x="0" y="10473"/>
                        <a:pt x="0" y="10473"/>
                      </a:cubicBezTo>
                      <a:cubicBezTo>
                        <a:pt x="0" y="10473"/>
                        <a:pt x="4777" y="21253"/>
                        <a:pt x="10741" y="21367"/>
                      </a:cubicBezTo>
                      <a:cubicBezTo>
                        <a:pt x="16705" y="21486"/>
                        <a:pt x="21600" y="10898"/>
                        <a:pt x="21600" y="10898"/>
                      </a:cubicBezTo>
                      <a:cubicBezTo>
                        <a:pt x="21600" y="10898"/>
                        <a:pt x="16826" y="117"/>
                        <a:pt x="10862" y="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36" name="Freeform: Shape 63"/>
                <p:cNvSpPr/>
                <p:nvPr/>
              </p:nvSpPr>
              <p:spPr>
                <a:xfrm>
                  <a:off x="2289505" y="2362187"/>
                  <a:ext cx="993484" cy="10112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807" h="20153" extrusionOk="0">
                      <a:moveTo>
                        <a:pt x="66" y="35"/>
                      </a:moveTo>
                      <a:cubicBezTo>
                        <a:pt x="66" y="35"/>
                        <a:pt x="-895" y="9784"/>
                        <a:pt x="4539" y="15329"/>
                      </a:cubicBezTo>
                      <a:cubicBezTo>
                        <a:pt x="9971" y="20878"/>
                        <a:pt x="19741" y="20117"/>
                        <a:pt x="19741" y="20117"/>
                      </a:cubicBezTo>
                      <a:cubicBezTo>
                        <a:pt x="19741" y="20117"/>
                        <a:pt x="20705" y="10370"/>
                        <a:pt x="15274" y="4824"/>
                      </a:cubicBezTo>
                      <a:cubicBezTo>
                        <a:pt x="9838" y="-722"/>
                        <a:pt x="66" y="35"/>
                        <a:pt x="66" y="3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37" name="Freeform: Shape 64"/>
                <p:cNvSpPr/>
                <p:nvPr/>
              </p:nvSpPr>
              <p:spPr>
                <a:xfrm>
                  <a:off x="1526337" y="2489382"/>
                  <a:ext cx="753511" cy="14105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70" h="21600" extrusionOk="0">
                      <a:moveTo>
                        <a:pt x="10895" y="0"/>
                      </a:moveTo>
                      <a:cubicBezTo>
                        <a:pt x="10895" y="0"/>
                        <a:pt x="116" y="4777"/>
                        <a:pt x="1" y="10741"/>
                      </a:cubicBezTo>
                      <a:cubicBezTo>
                        <a:pt x="-118" y="16705"/>
                        <a:pt x="10470" y="21600"/>
                        <a:pt x="10470" y="21600"/>
                      </a:cubicBezTo>
                      <a:cubicBezTo>
                        <a:pt x="10470" y="21600"/>
                        <a:pt x="21252" y="16825"/>
                        <a:pt x="21369" y="10862"/>
                      </a:cubicBezTo>
                      <a:cubicBezTo>
                        <a:pt x="21482" y="4895"/>
                        <a:pt x="10895" y="0"/>
                        <a:pt x="10895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38" name="Freeform: Shape 65"/>
                <p:cNvSpPr/>
                <p:nvPr/>
              </p:nvSpPr>
              <p:spPr>
                <a:xfrm>
                  <a:off x="526950" y="2289505"/>
                  <a:ext cx="1011316" cy="9932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647" h="20558" extrusionOk="0">
                      <a:moveTo>
                        <a:pt x="15704" y="15854"/>
                      </a:moveTo>
                      <a:cubicBezTo>
                        <a:pt x="18120" y="13457"/>
                        <a:pt x="19361" y="10249"/>
                        <a:pt x="19998" y="7349"/>
                      </a:cubicBezTo>
                      <a:cubicBezTo>
                        <a:pt x="20012" y="7292"/>
                        <a:pt x="20028" y="7233"/>
                        <a:pt x="20039" y="7176"/>
                      </a:cubicBezTo>
                      <a:cubicBezTo>
                        <a:pt x="20859" y="3326"/>
                        <a:pt x="20612" y="69"/>
                        <a:pt x="20612" y="69"/>
                      </a:cubicBezTo>
                      <a:cubicBezTo>
                        <a:pt x="20612" y="69"/>
                        <a:pt x="10622" y="-931"/>
                        <a:pt x="4943" y="4711"/>
                      </a:cubicBezTo>
                      <a:cubicBezTo>
                        <a:pt x="-741" y="10351"/>
                        <a:pt x="36" y="20493"/>
                        <a:pt x="36" y="20493"/>
                      </a:cubicBezTo>
                      <a:cubicBezTo>
                        <a:pt x="36" y="20493"/>
                        <a:pt x="1847" y="20669"/>
                        <a:pt x="4360" y="20444"/>
                      </a:cubicBezTo>
                      <a:cubicBezTo>
                        <a:pt x="6033" y="20293"/>
                        <a:pt x="8011" y="19956"/>
                        <a:pt x="9987" y="19271"/>
                      </a:cubicBezTo>
                      <a:cubicBezTo>
                        <a:pt x="12023" y="18567"/>
                        <a:pt x="14048" y="17499"/>
                        <a:pt x="15704" y="15854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39" name="Freeform: Shape 66"/>
                <p:cNvSpPr/>
                <p:nvPr/>
              </p:nvSpPr>
              <p:spPr>
                <a:xfrm>
                  <a:off x="0" y="1526336"/>
                  <a:ext cx="1410456" cy="7534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365" extrusionOk="0">
                      <a:moveTo>
                        <a:pt x="21600" y="10893"/>
                      </a:moveTo>
                      <a:cubicBezTo>
                        <a:pt x="21600" y="10893"/>
                        <a:pt x="16823" y="112"/>
                        <a:pt x="10859" y="1"/>
                      </a:cubicBezTo>
                      <a:cubicBezTo>
                        <a:pt x="4897" y="-120"/>
                        <a:pt x="0" y="10469"/>
                        <a:pt x="0" y="10469"/>
                      </a:cubicBezTo>
                      <a:cubicBezTo>
                        <a:pt x="0" y="10469"/>
                        <a:pt x="4775" y="21248"/>
                        <a:pt x="10739" y="21364"/>
                      </a:cubicBezTo>
                      <a:cubicBezTo>
                        <a:pt x="16705" y="21480"/>
                        <a:pt x="21600" y="10893"/>
                        <a:pt x="21600" y="1089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40" name="Freeform: Shape 67"/>
                <p:cNvSpPr/>
                <p:nvPr/>
              </p:nvSpPr>
              <p:spPr>
                <a:xfrm>
                  <a:off x="599632" y="526949"/>
                  <a:ext cx="993437" cy="10114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808" h="20157" extrusionOk="0">
                      <a:moveTo>
                        <a:pt x="19742" y="20122"/>
                      </a:moveTo>
                      <a:cubicBezTo>
                        <a:pt x="19742" y="20122"/>
                        <a:pt x="20705" y="10370"/>
                        <a:pt x="15267" y="4824"/>
                      </a:cubicBezTo>
                      <a:cubicBezTo>
                        <a:pt x="9838" y="-723"/>
                        <a:pt x="66" y="35"/>
                        <a:pt x="66" y="35"/>
                      </a:cubicBezTo>
                      <a:cubicBezTo>
                        <a:pt x="66" y="35"/>
                        <a:pt x="-895" y="9786"/>
                        <a:pt x="4537" y="15332"/>
                      </a:cubicBezTo>
                      <a:cubicBezTo>
                        <a:pt x="9970" y="20877"/>
                        <a:pt x="19742" y="20122"/>
                        <a:pt x="19742" y="2012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41" name="Freeform: Shape 68"/>
                <p:cNvSpPr/>
                <p:nvPr/>
              </p:nvSpPr>
              <p:spPr>
                <a:xfrm>
                  <a:off x="1853409" y="1453654"/>
                  <a:ext cx="194627" cy="3645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64" h="21600" extrusionOk="0">
                      <a:moveTo>
                        <a:pt x="10899" y="0"/>
                      </a:moveTo>
                      <a:cubicBezTo>
                        <a:pt x="10899" y="0"/>
                        <a:pt x="110" y="4774"/>
                        <a:pt x="1" y="10741"/>
                      </a:cubicBezTo>
                      <a:cubicBezTo>
                        <a:pt x="-120" y="16701"/>
                        <a:pt x="10476" y="21600"/>
                        <a:pt x="10476" y="21600"/>
                      </a:cubicBezTo>
                      <a:cubicBezTo>
                        <a:pt x="10476" y="21600"/>
                        <a:pt x="21260" y="16826"/>
                        <a:pt x="21363" y="10858"/>
                      </a:cubicBezTo>
                      <a:cubicBezTo>
                        <a:pt x="21480" y="4894"/>
                        <a:pt x="10899" y="0"/>
                        <a:pt x="10899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42" name="Freeform: Shape 69"/>
                <p:cNvSpPr/>
                <p:nvPr/>
              </p:nvSpPr>
              <p:spPr>
                <a:xfrm>
                  <a:off x="2053287" y="1599019"/>
                  <a:ext cx="261328" cy="2567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154" h="19803" extrusionOk="0">
                      <a:moveTo>
                        <a:pt x="15329" y="15270"/>
                      </a:moveTo>
                      <a:cubicBezTo>
                        <a:pt x="20877" y="9835"/>
                        <a:pt x="20119" y="66"/>
                        <a:pt x="20119" y="66"/>
                      </a:cubicBezTo>
                      <a:cubicBezTo>
                        <a:pt x="20119" y="66"/>
                        <a:pt x="10371" y="-896"/>
                        <a:pt x="4829" y="4529"/>
                      </a:cubicBezTo>
                      <a:cubicBezTo>
                        <a:pt x="-723" y="9967"/>
                        <a:pt x="35" y="19736"/>
                        <a:pt x="35" y="19736"/>
                      </a:cubicBezTo>
                      <a:cubicBezTo>
                        <a:pt x="35" y="19736"/>
                        <a:pt x="9781" y="20704"/>
                        <a:pt x="15329" y="1527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43" name="Freeform: Shape 70"/>
                <p:cNvSpPr/>
                <p:nvPr/>
              </p:nvSpPr>
              <p:spPr>
                <a:xfrm>
                  <a:off x="2089628" y="1871579"/>
                  <a:ext cx="364372" cy="1947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371" extrusionOk="0">
                      <a:moveTo>
                        <a:pt x="10735" y="21370"/>
                      </a:moveTo>
                      <a:cubicBezTo>
                        <a:pt x="16701" y="21489"/>
                        <a:pt x="21600" y="10901"/>
                        <a:pt x="21600" y="10901"/>
                      </a:cubicBezTo>
                      <a:cubicBezTo>
                        <a:pt x="21600" y="10901"/>
                        <a:pt x="16823" y="123"/>
                        <a:pt x="10856" y="1"/>
                      </a:cubicBezTo>
                      <a:cubicBezTo>
                        <a:pt x="4895" y="-111"/>
                        <a:pt x="0" y="10479"/>
                        <a:pt x="0" y="10479"/>
                      </a:cubicBezTo>
                      <a:cubicBezTo>
                        <a:pt x="0" y="10479"/>
                        <a:pt x="4776" y="21258"/>
                        <a:pt x="10735" y="2137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44" name="Freeform: Shape 71"/>
                <p:cNvSpPr/>
                <p:nvPr/>
              </p:nvSpPr>
              <p:spPr>
                <a:xfrm>
                  <a:off x="2035116" y="2053286"/>
                  <a:ext cx="256786" cy="26133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816" h="20152" extrusionOk="0">
                      <a:moveTo>
                        <a:pt x="64" y="35"/>
                      </a:moveTo>
                      <a:cubicBezTo>
                        <a:pt x="64" y="35"/>
                        <a:pt x="-890" y="9785"/>
                        <a:pt x="4539" y="15330"/>
                      </a:cubicBezTo>
                      <a:cubicBezTo>
                        <a:pt x="9977" y="20879"/>
                        <a:pt x="19750" y="20117"/>
                        <a:pt x="19750" y="20117"/>
                      </a:cubicBezTo>
                      <a:cubicBezTo>
                        <a:pt x="19750" y="20117"/>
                        <a:pt x="20710" y="10371"/>
                        <a:pt x="15276" y="4824"/>
                      </a:cubicBezTo>
                      <a:cubicBezTo>
                        <a:pt x="9843" y="-721"/>
                        <a:pt x="64" y="35"/>
                        <a:pt x="64" y="3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45" name="Freeform: Shape 72"/>
                <p:cNvSpPr/>
                <p:nvPr/>
              </p:nvSpPr>
              <p:spPr>
                <a:xfrm>
                  <a:off x="1835238" y="2089627"/>
                  <a:ext cx="194747" cy="36451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89" h="21600" extrusionOk="0">
                      <a:moveTo>
                        <a:pt x="10484" y="21600"/>
                      </a:moveTo>
                      <a:cubicBezTo>
                        <a:pt x="10484" y="21600"/>
                        <a:pt x="21271" y="16828"/>
                        <a:pt x="21388" y="10864"/>
                      </a:cubicBezTo>
                      <a:cubicBezTo>
                        <a:pt x="21497" y="4896"/>
                        <a:pt x="10901" y="0"/>
                        <a:pt x="10901" y="0"/>
                      </a:cubicBezTo>
                      <a:cubicBezTo>
                        <a:pt x="10901" y="0"/>
                        <a:pt x="133" y="4776"/>
                        <a:pt x="0" y="10746"/>
                      </a:cubicBezTo>
                      <a:cubicBezTo>
                        <a:pt x="-103" y="16704"/>
                        <a:pt x="10484" y="21600"/>
                        <a:pt x="10484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46" name="Freeform: Shape 73"/>
                <p:cNvSpPr/>
                <p:nvPr/>
              </p:nvSpPr>
              <p:spPr>
                <a:xfrm>
                  <a:off x="1580849" y="2035115"/>
                  <a:ext cx="261372" cy="2566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161" h="19802" extrusionOk="0">
                      <a:moveTo>
                        <a:pt x="15332" y="15268"/>
                      </a:moveTo>
                      <a:cubicBezTo>
                        <a:pt x="20877" y="9836"/>
                        <a:pt x="20127" y="66"/>
                        <a:pt x="20127" y="66"/>
                      </a:cubicBezTo>
                      <a:cubicBezTo>
                        <a:pt x="20127" y="66"/>
                        <a:pt x="10373" y="-896"/>
                        <a:pt x="4822" y="4538"/>
                      </a:cubicBezTo>
                      <a:cubicBezTo>
                        <a:pt x="-723" y="9968"/>
                        <a:pt x="35" y="19735"/>
                        <a:pt x="35" y="19735"/>
                      </a:cubicBezTo>
                      <a:cubicBezTo>
                        <a:pt x="35" y="19735"/>
                        <a:pt x="9790" y="20704"/>
                        <a:pt x="15332" y="1526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47" name="Freeform: Shape 74"/>
                <p:cNvSpPr/>
                <p:nvPr/>
              </p:nvSpPr>
              <p:spPr>
                <a:xfrm>
                  <a:off x="1435483" y="1835238"/>
                  <a:ext cx="364461" cy="1947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365" extrusionOk="0">
                      <a:moveTo>
                        <a:pt x="21600" y="10887"/>
                      </a:moveTo>
                      <a:cubicBezTo>
                        <a:pt x="21600" y="10887"/>
                        <a:pt x="16824" y="116"/>
                        <a:pt x="10859" y="1"/>
                      </a:cubicBezTo>
                      <a:cubicBezTo>
                        <a:pt x="4893" y="-121"/>
                        <a:pt x="0" y="10468"/>
                        <a:pt x="0" y="10468"/>
                      </a:cubicBezTo>
                      <a:cubicBezTo>
                        <a:pt x="0" y="10468"/>
                        <a:pt x="4776" y="21244"/>
                        <a:pt x="10741" y="21363"/>
                      </a:cubicBezTo>
                      <a:cubicBezTo>
                        <a:pt x="16698" y="21479"/>
                        <a:pt x="21600" y="10887"/>
                        <a:pt x="21600" y="1088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48" name="Freeform: Shape 75"/>
                <p:cNvSpPr/>
                <p:nvPr/>
              </p:nvSpPr>
              <p:spPr>
                <a:xfrm>
                  <a:off x="1599019" y="1580848"/>
                  <a:ext cx="256791" cy="2614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812" h="20163" extrusionOk="0">
                      <a:moveTo>
                        <a:pt x="19748" y="20130"/>
                      </a:moveTo>
                      <a:cubicBezTo>
                        <a:pt x="19748" y="20130"/>
                        <a:pt x="20702" y="10371"/>
                        <a:pt x="15265" y="4827"/>
                      </a:cubicBezTo>
                      <a:cubicBezTo>
                        <a:pt x="9838" y="-721"/>
                        <a:pt x="66" y="35"/>
                        <a:pt x="66" y="35"/>
                      </a:cubicBezTo>
                      <a:cubicBezTo>
                        <a:pt x="66" y="35"/>
                        <a:pt x="-898" y="9792"/>
                        <a:pt x="4545" y="15331"/>
                      </a:cubicBezTo>
                      <a:cubicBezTo>
                        <a:pt x="9971" y="20879"/>
                        <a:pt x="19748" y="20130"/>
                        <a:pt x="19748" y="2013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5" name="Group 137"/>
              <p:cNvGrpSpPr/>
              <p:nvPr/>
            </p:nvGrpSpPr>
            <p:grpSpPr>
              <a:xfrm>
                <a:off x="5249679" y="1731264"/>
                <a:ext cx="191002" cy="193558"/>
                <a:chOff x="3036888" y="1909763"/>
                <a:chExt cx="355600" cy="360363"/>
              </a:xfrm>
              <a:solidFill>
                <a:schemeClr val="bg1"/>
              </a:solidFill>
            </p:grpSpPr>
            <p:sp>
              <p:nvSpPr>
                <p:cNvPr id="30" name="Freeform: Shape 138"/>
                <p:cNvSpPr>
                  <a:spLocks/>
                </p:cNvSpPr>
                <p:nvPr/>
              </p:nvSpPr>
              <p:spPr bwMode="auto">
                <a:xfrm>
                  <a:off x="3036888" y="1909763"/>
                  <a:ext cx="355600" cy="360363"/>
                </a:xfrm>
                <a:custGeom>
                  <a:avLst/>
                  <a:gdLst/>
                  <a:ahLst/>
                  <a:cxnLst>
                    <a:cxn ang="0">
                      <a:pos x="84" y="0"/>
                    </a:cxn>
                    <a:cxn ang="0">
                      <a:pos x="46" y="38"/>
                    </a:cxn>
                    <a:cxn ang="0">
                      <a:pos x="48" y="52"/>
                    </a:cxn>
                    <a:cxn ang="0">
                      <a:pos x="2" y="99"/>
                    </a:cxn>
                    <a:cxn ang="0">
                      <a:pos x="0" y="103"/>
                    </a:cxn>
                    <a:cxn ang="0">
                      <a:pos x="0" y="115"/>
                    </a:cxn>
                    <a:cxn ang="0">
                      <a:pos x="7" y="123"/>
                    </a:cxn>
                    <a:cxn ang="0">
                      <a:pos x="19" y="123"/>
                    </a:cxn>
                    <a:cxn ang="0">
                      <a:pos x="24" y="120"/>
                    </a:cxn>
                    <a:cxn ang="0">
                      <a:pos x="29" y="115"/>
                    </a:cxn>
                    <a:cxn ang="0">
                      <a:pos x="38" y="115"/>
                    </a:cxn>
                    <a:cxn ang="0">
                      <a:pos x="46" y="107"/>
                    </a:cxn>
                    <a:cxn ang="0">
                      <a:pos x="46" y="100"/>
                    </a:cxn>
                    <a:cxn ang="0">
                      <a:pos x="53" y="100"/>
                    </a:cxn>
                    <a:cxn ang="0">
                      <a:pos x="61" y="92"/>
                    </a:cxn>
                    <a:cxn ang="0">
                      <a:pos x="61" y="83"/>
                    </a:cxn>
                    <a:cxn ang="0">
                      <a:pos x="70" y="74"/>
                    </a:cxn>
                    <a:cxn ang="0">
                      <a:pos x="84" y="77"/>
                    </a:cxn>
                    <a:cxn ang="0">
                      <a:pos x="122" y="38"/>
                    </a:cxn>
                    <a:cxn ang="0">
                      <a:pos x="84" y="0"/>
                    </a:cxn>
                    <a:cxn ang="0">
                      <a:pos x="84" y="69"/>
                    </a:cxn>
                    <a:cxn ang="0">
                      <a:pos x="69" y="65"/>
                    </a:cxn>
                    <a:cxn ang="0">
                      <a:pos x="67" y="66"/>
                    </a:cxn>
                    <a:cxn ang="0">
                      <a:pos x="63" y="70"/>
                    </a:cxn>
                    <a:cxn ang="0">
                      <a:pos x="56" y="77"/>
                    </a:cxn>
                    <a:cxn ang="0">
                      <a:pos x="53" y="83"/>
                    </a:cxn>
                    <a:cxn ang="0">
                      <a:pos x="53" y="92"/>
                    </a:cxn>
                    <a:cxn ang="0">
                      <a:pos x="46" y="92"/>
                    </a:cxn>
                    <a:cxn ang="0">
                      <a:pos x="38" y="100"/>
                    </a:cxn>
                    <a:cxn ang="0">
                      <a:pos x="38" y="107"/>
                    </a:cxn>
                    <a:cxn ang="0">
                      <a:pos x="29" y="107"/>
                    </a:cxn>
                    <a:cxn ang="0">
                      <a:pos x="24" y="109"/>
                    </a:cxn>
                    <a:cxn ang="0">
                      <a:pos x="18" y="115"/>
                    </a:cxn>
                    <a:cxn ang="0">
                      <a:pos x="7" y="115"/>
                    </a:cxn>
                    <a:cxn ang="0">
                      <a:pos x="7" y="104"/>
                    </a:cxn>
                    <a:cxn ang="0">
                      <a:pos x="52" y="59"/>
                    </a:cxn>
                    <a:cxn ang="0">
                      <a:pos x="52" y="59"/>
                    </a:cxn>
                    <a:cxn ang="0">
                      <a:pos x="58" y="54"/>
                    </a:cxn>
                    <a:cxn ang="0">
                      <a:pos x="53" y="38"/>
                    </a:cxn>
                    <a:cxn ang="0">
                      <a:pos x="84" y="7"/>
                    </a:cxn>
                    <a:cxn ang="0">
                      <a:pos x="115" y="38"/>
                    </a:cxn>
                    <a:cxn ang="0">
                      <a:pos x="84" y="69"/>
                    </a:cxn>
                    <a:cxn ang="0">
                      <a:pos x="84" y="69"/>
                    </a:cxn>
                    <a:cxn ang="0">
                      <a:pos x="84" y="69"/>
                    </a:cxn>
                  </a:cxnLst>
                  <a:rect l="0" t="0" r="r" b="b"/>
                  <a:pathLst>
                    <a:path w="122" h="123">
                      <a:moveTo>
                        <a:pt x="84" y="0"/>
                      </a:moveTo>
                      <a:cubicBezTo>
                        <a:pt x="63" y="0"/>
                        <a:pt x="46" y="17"/>
                        <a:pt x="46" y="38"/>
                      </a:cubicBezTo>
                      <a:cubicBezTo>
                        <a:pt x="46" y="43"/>
                        <a:pt x="47" y="48"/>
                        <a:pt x="48" y="52"/>
                      </a:cubicBezTo>
                      <a:cubicBezTo>
                        <a:pt x="2" y="99"/>
                        <a:pt x="2" y="99"/>
                        <a:pt x="2" y="99"/>
                      </a:cubicBezTo>
                      <a:cubicBezTo>
                        <a:pt x="1" y="100"/>
                        <a:pt x="0" y="101"/>
                        <a:pt x="0" y="103"/>
                      </a:cubicBezTo>
                      <a:cubicBezTo>
                        <a:pt x="0" y="115"/>
                        <a:pt x="0" y="115"/>
                        <a:pt x="0" y="115"/>
                      </a:cubicBezTo>
                      <a:cubicBezTo>
                        <a:pt x="0" y="119"/>
                        <a:pt x="3" y="123"/>
                        <a:pt x="7" y="123"/>
                      </a:cubicBezTo>
                      <a:cubicBezTo>
                        <a:pt x="19" y="123"/>
                        <a:pt x="19" y="123"/>
                        <a:pt x="19" y="123"/>
                      </a:cubicBezTo>
                      <a:cubicBezTo>
                        <a:pt x="21" y="123"/>
                        <a:pt x="22" y="122"/>
                        <a:pt x="24" y="120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38" y="115"/>
                        <a:pt x="38" y="115"/>
                        <a:pt x="38" y="115"/>
                      </a:cubicBezTo>
                      <a:cubicBezTo>
                        <a:pt x="42" y="115"/>
                        <a:pt x="46" y="111"/>
                        <a:pt x="46" y="107"/>
                      </a:cubicBezTo>
                      <a:cubicBezTo>
                        <a:pt x="46" y="100"/>
                        <a:pt x="46" y="100"/>
                        <a:pt x="46" y="100"/>
                      </a:cubicBezTo>
                      <a:cubicBezTo>
                        <a:pt x="53" y="100"/>
                        <a:pt x="53" y="100"/>
                        <a:pt x="53" y="100"/>
                      </a:cubicBezTo>
                      <a:cubicBezTo>
                        <a:pt x="58" y="100"/>
                        <a:pt x="61" y="96"/>
                        <a:pt x="61" y="92"/>
                      </a:cubicBezTo>
                      <a:cubicBezTo>
                        <a:pt x="61" y="83"/>
                        <a:pt x="61" y="83"/>
                        <a:pt x="61" y="83"/>
                      </a:cubicBezTo>
                      <a:cubicBezTo>
                        <a:pt x="70" y="74"/>
                        <a:pt x="70" y="74"/>
                        <a:pt x="70" y="74"/>
                      </a:cubicBezTo>
                      <a:cubicBezTo>
                        <a:pt x="74" y="76"/>
                        <a:pt x="79" y="77"/>
                        <a:pt x="84" y="77"/>
                      </a:cubicBezTo>
                      <a:cubicBezTo>
                        <a:pt x="105" y="77"/>
                        <a:pt x="122" y="59"/>
                        <a:pt x="122" y="38"/>
                      </a:cubicBezTo>
                      <a:cubicBezTo>
                        <a:pt x="122" y="17"/>
                        <a:pt x="105" y="0"/>
                        <a:pt x="84" y="0"/>
                      </a:cubicBezTo>
                      <a:close/>
                      <a:moveTo>
                        <a:pt x="84" y="69"/>
                      </a:moveTo>
                      <a:cubicBezTo>
                        <a:pt x="78" y="69"/>
                        <a:pt x="73" y="67"/>
                        <a:pt x="69" y="65"/>
                      </a:cubicBezTo>
                      <a:cubicBezTo>
                        <a:pt x="67" y="66"/>
                        <a:pt x="67" y="66"/>
                        <a:pt x="67" y="66"/>
                      </a:cubicBezTo>
                      <a:cubicBezTo>
                        <a:pt x="63" y="70"/>
                        <a:pt x="63" y="70"/>
                        <a:pt x="63" y="70"/>
                      </a:cubicBezTo>
                      <a:cubicBezTo>
                        <a:pt x="56" y="77"/>
                        <a:pt x="56" y="77"/>
                        <a:pt x="56" y="77"/>
                      </a:cubicBezTo>
                      <a:cubicBezTo>
                        <a:pt x="54" y="79"/>
                        <a:pt x="53" y="81"/>
                        <a:pt x="53" y="83"/>
                      </a:cubicBezTo>
                      <a:cubicBezTo>
                        <a:pt x="53" y="92"/>
                        <a:pt x="53" y="92"/>
                        <a:pt x="53" y="92"/>
                      </a:cubicBezTo>
                      <a:cubicBezTo>
                        <a:pt x="46" y="92"/>
                        <a:pt x="46" y="92"/>
                        <a:pt x="46" y="92"/>
                      </a:cubicBezTo>
                      <a:cubicBezTo>
                        <a:pt x="41" y="92"/>
                        <a:pt x="38" y="95"/>
                        <a:pt x="38" y="100"/>
                      </a:cubicBezTo>
                      <a:cubicBezTo>
                        <a:pt x="38" y="107"/>
                        <a:pt x="38" y="107"/>
                        <a:pt x="38" y="107"/>
                      </a:cubicBezTo>
                      <a:cubicBezTo>
                        <a:pt x="29" y="107"/>
                        <a:pt x="29" y="107"/>
                        <a:pt x="29" y="107"/>
                      </a:cubicBezTo>
                      <a:cubicBezTo>
                        <a:pt x="27" y="107"/>
                        <a:pt x="25" y="108"/>
                        <a:pt x="24" y="109"/>
                      </a:cubicBezTo>
                      <a:cubicBezTo>
                        <a:pt x="18" y="115"/>
                        <a:pt x="18" y="115"/>
                        <a:pt x="18" y="115"/>
                      </a:cubicBezTo>
                      <a:cubicBezTo>
                        <a:pt x="7" y="115"/>
                        <a:pt x="7" y="115"/>
                        <a:pt x="7" y="115"/>
                      </a:cubicBezTo>
                      <a:cubicBezTo>
                        <a:pt x="7" y="104"/>
                        <a:pt x="7" y="104"/>
                        <a:pt x="7" y="104"/>
                      </a:cubicBezTo>
                      <a:cubicBezTo>
                        <a:pt x="52" y="59"/>
                        <a:pt x="52" y="59"/>
                        <a:pt x="52" y="59"/>
                      </a:cubicBezTo>
                      <a:cubicBezTo>
                        <a:pt x="52" y="59"/>
                        <a:pt x="52" y="59"/>
                        <a:pt x="52" y="59"/>
                      </a:cubicBezTo>
                      <a:cubicBezTo>
                        <a:pt x="58" y="54"/>
                        <a:pt x="58" y="54"/>
                        <a:pt x="58" y="54"/>
                      </a:cubicBezTo>
                      <a:cubicBezTo>
                        <a:pt x="55" y="49"/>
                        <a:pt x="53" y="44"/>
                        <a:pt x="53" y="38"/>
                      </a:cubicBezTo>
                      <a:cubicBezTo>
                        <a:pt x="53" y="21"/>
                        <a:pt x="67" y="7"/>
                        <a:pt x="84" y="7"/>
                      </a:cubicBezTo>
                      <a:cubicBezTo>
                        <a:pt x="101" y="7"/>
                        <a:pt x="115" y="21"/>
                        <a:pt x="115" y="38"/>
                      </a:cubicBezTo>
                      <a:cubicBezTo>
                        <a:pt x="115" y="55"/>
                        <a:pt x="101" y="69"/>
                        <a:pt x="84" y="69"/>
                      </a:cubicBezTo>
                      <a:close/>
                      <a:moveTo>
                        <a:pt x="84" y="69"/>
                      </a:moveTo>
                      <a:cubicBezTo>
                        <a:pt x="84" y="69"/>
                        <a:pt x="84" y="69"/>
                        <a:pt x="84" y="69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31" name="Freeform: Shape 139"/>
                <p:cNvSpPr>
                  <a:spLocks/>
                </p:cNvSpPr>
                <p:nvPr/>
              </p:nvSpPr>
              <p:spPr bwMode="auto">
                <a:xfrm>
                  <a:off x="3259138" y="1952626"/>
                  <a:ext cx="90488" cy="92075"/>
                </a:xfrm>
                <a:custGeom>
                  <a:avLst/>
                  <a:gdLst/>
                  <a:ahLst/>
                  <a:cxnLst>
                    <a:cxn ang="0">
                      <a:pos x="30" y="16"/>
                    </a:cxn>
                    <a:cxn ang="0">
                      <a:pos x="15" y="1"/>
                    </a:cxn>
                    <a:cxn ang="0">
                      <a:pos x="11" y="0"/>
                    </a:cxn>
                    <a:cxn ang="0">
                      <a:pos x="1" y="11"/>
                    </a:cxn>
                    <a:cxn ang="0">
                      <a:pos x="0" y="12"/>
                    </a:cxn>
                    <a:cxn ang="0">
                      <a:pos x="1" y="15"/>
                    </a:cxn>
                    <a:cxn ang="0">
                      <a:pos x="17" y="30"/>
                    </a:cxn>
                    <a:cxn ang="0">
                      <a:pos x="20" y="31"/>
                    </a:cxn>
                    <a:cxn ang="0">
                      <a:pos x="31" y="20"/>
                    </a:cxn>
                    <a:cxn ang="0">
                      <a:pos x="31" y="19"/>
                    </a:cxn>
                    <a:cxn ang="0">
                      <a:pos x="30" y="16"/>
                    </a:cxn>
                    <a:cxn ang="0">
                      <a:pos x="19" y="27"/>
                    </a:cxn>
                    <a:cxn ang="0">
                      <a:pos x="4" y="13"/>
                    </a:cxn>
                    <a:cxn ang="0">
                      <a:pos x="13" y="4"/>
                    </a:cxn>
                    <a:cxn ang="0">
                      <a:pos x="27" y="19"/>
                    </a:cxn>
                    <a:cxn ang="0">
                      <a:pos x="19" y="27"/>
                    </a:cxn>
                    <a:cxn ang="0">
                      <a:pos x="19" y="27"/>
                    </a:cxn>
                    <a:cxn ang="0">
                      <a:pos x="19" y="27"/>
                    </a:cxn>
                  </a:cxnLst>
                  <a:rect l="0" t="0" r="r" b="b"/>
                  <a:pathLst>
                    <a:path w="31" h="31">
                      <a:moveTo>
                        <a:pt x="30" y="16"/>
                      </a:moveTo>
                      <a:cubicBezTo>
                        <a:pt x="26" y="10"/>
                        <a:pt x="21" y="5"/>
                        <a:pt x="15" y="1"/>
                      </a:cubicBezTo>
                      <a:cubicBezTo>
                        <a:pt x="14" y="0"/>
                        <a:pt x="13" y="0"/>
                        <a:pt x="11" y="0"/>
                      </a:cubicBezTo>
                      <a:cubicBezTo>
                        <a:pt x="6" y="2"/>
                        <a:pt x="2" y="6"/>
                        <a:pt x="1" y="11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13"/>
                        <a:pt x="1" y="14"/>
                        <a:pt x="1" y="15"/>
                      </a:cubicBezTo>
                      <a:cubicBezTo>
                        <a:pt x="5" y="21"/>
                        <a:pt x="11" y="26"/>
                        <a:pt x="17" y="30"/>
                      </a:cubicBezTo>
                      <a:cubicBezTo>
                        <a:pt x="18" y="31"/>
                        <a:pt x="19" y="31"/>
                        <a:pt x="20" y="31"/>
                      </a:cubicBezTo>
                      <a:cubicBezTo>
                        <a:pt x="25" y="29"/>
                        <a:pt x="29" y="25"/>
                        <a:pt x="31" y="20"/>
                      </a:cubicBezTo>
                      <a:cubicBezTo>
                        <a:pt x="31" y="19"/>
                        <a:pt x="31" y="19"/>
                        <a:pt x="31" y="19"/>
                      </a:cubicBezTo>
                      <a:cubicBezTo>
                        <a:pt x="31" y="18"/>
                        <a:pt x="31" y="17"/>
                        <a:pt x="30" y="16"/>
                      </a:cubicBezTo>
                      <a:close/>
                      <a:moveTo>
                        <a:pt x="19" y="27"/>
                      </a:moveTo>
                      <a:cubicBezTo>
                        <a:pt x="13" y="23"/>
                        <a:pt x="8" y="18"/>
                        <a:pt x="4" y="13"/>
                      </a:cubicBezTo>
                      <a:cubicBezTo>
                        <a:pt x="6" y="8"/>
                        <a:pt x="8" y="6"/>
                        <a:pt x="13" y="4"/>
                      </a:cubicBezTo>
                      <a:cubicBezTo>
                        <a:pt x="18" y="8"/>
                        <a:pt x="23" y="13"/>
                        <a:pt x="27" y="19"/>
                      </a:cubicBezTo>
                      <a:cubicBezTo>
                        <a:pt x="26" y="23"/>
                        <a:pt x="23" y="26"/>
                        <a:pt x="19" y="27"/>
                      </a:cubicBezTo>
                      <a:close/>
                      <a:moveTo>
                        <a:pt x="19" y="27"/>
                      </a:moveTo>
                      <a:cubicBezTo>
                        <a:pt x="19" y="27"/>
                        <a:pt x="19" y="27"/>
                        <a:pt x="19" y="27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6" name="Group 140"/>
              <p:cNvGrpSpPr/>
              <p:nvPr/>
            </p:nvGrpSpPr>
            <p:grpSpPr>
              <a:xfrm>
                <a:off x="4807799" y="2158445"/>
                <a:ext cx="133018" cy="193558"/>
                <a:chOff x="4075113" y="1909763"/>
                <a:chExt cx="247650" cy="360363"/>
              </a:xfrm>
              <a:solidFill>
                <a:schemeClr val="bg1"/>
              </a:solidFill>
            </p:grpSpPr>
            <p:sp>
              <p:nvSpPr>
                <p:cNvPr id="28" name="Freeform: Shape 141"/>
                <p:cNvSpPr>
                  <a:spLocks/>
                </p:cNvSpPr>
                <p:nvPr/>
              </p:nvSpPr>
              <p:spPr bwMode="auto">
                <a:xfrm>
                  <a:off x="4075113" y="1909763"/>
                  <a:ext cx="247650" cy="360363"/>
                </a:xfrm>
                <a:custGeom>
                  <a:avLst/>
                  <a:gdLst/>
                  <a:ahLst/>
                  <a:cxnLst>
                    <a:cxn ang="0">
                      <a:pos x="42" y="0"/>
                    </a:cxn>
                    <a:cxn ang="0">
                      <a:pos x="0" y="42"/>
                    </a:cxn>
                    <a:cxn ang="0">
                      <a:pos x="19" y="88"/>
                    </a:cxn>
                    <a:cxn ang="0">
                      <a:pos x="42" y="123"/>
                    </a:cxn>
                    <a:cxn ang="0">
                      <a:pos x="65" y="88"/>
                    </a:cxn>
                    <a:cxn ang="0">
                      <a:pos x="85" y="42"/>
                    </a:cxn>
                    <a:cxn ang="0">
                      <a:pos x="42" y="0"/>
                    </a:cxn>
                    <a:cxn ang="0">
                      <a:pos x="52" y="104"/>
                    </a:cxn>
                    <a:cxn ang="0">
                      <a:pos x="33" y="106"/>
                    </a:cxn>
                    <a:cxn ang="0">
                      <a:pos x="31" y="99"/>
                    </a:cxn>
                    <a:cxn ang="0">
                      <a:pos x="31" y="99"/>
                    </a:cxn>
                    <a:cxn ang="0">
                      <a:pos x="55" y="96"/>
                    </a:cxn>
                    <a:cxn ang="0">
                      <a:pos x="54" y="99"/>
                    </a:cxn>
                    <a:cxn ang="0">
                      <a:pos x="52" y="104"/>
                    </a:cxn>
                    <a:cxn ang="0">
                      <a:pos x="30" y="95"/>
                    </a:cxn>
                    <a:cxn ang="0">
                      <a:pos x="27" y="88"/>
                    </a:cxn>
                    <a:cxn ang="0">
                      <a:pos x="57" y="88"/>
                    </a:cxn>
                    <a:cxn ang="0">
                      <a:pos x="56" y="92"/>
                    </a:cxn>
                    <a:cxn ang="0">
                      <a:pos x="30" y="95"/>
                    </a:cxn>
                    <a:cxn ang="0">
                      <a:pos x="42" y="115"/>
                    </a:cxn>
                    <a:cxn ang="0">
                      <a:pos x="35" y="110"/>
                    </a:cxn>
                    <a:cxn ang="0">
                      <a:pos x="51" y="108"/>
                    </a:cxn>
                    <a:cxn ang="0">
                      <a:pos x="42" y="115"/>
                    </a:cxn>
                    <a:cxn ang="0">
                      <a:pos x="60" y="80"/>
                    </a:cxn>
                    <a:cxn ang="0">
                      <a:pos x="24" y="80"/>
                    </a:cxn>
                    <a:cxn ang="0">
                      <a:pos x="18" y="68"/>
                    </a:cxn>
                    <a:cxn ang="0">
                      <a:pos x="8" y="42"/>
                    </a:cxn>
                    <a:cxn ang="0">
                      <a:pos x="42" y="8"/>
                    </a:cxn>
                    <a:cxn ang="0">
                      <a:pos x="77" y="42"/>
                    </a:cxn>
                    <a:cxn ang="0">
                      <a:pos x="67" y="68"/>
                    </a:cxn>
                    <a:cxn ang="0">
                      <a:pos x="60" y="80"/>
                    </a:cxn>
                    <a:cxn ang="0">
                      <a:pos x="60" y="80"/>
                    </a:cxn>
                    <a:cxn ang="0">
                      <a:pos x="60" y="80"/>
                    </a:cxn>
                  </a:cxnLst>
                  <a:rect l="0" t="0" r="r" b="b"/>
                  <a:pathLst>
                    <a:path w="85" h="123">
                      <a:moveTo>
                        <a:pt x="42" y="0"/>
                      </a:moveTo>
                      <a:cubicBezTo>
                        <a:pt x="19" y="0"/>
                        <a:pt x="0" y="19"/>
                        <a:pt x="0" y="42"/>
                      </a:cubicBezTo>
                      <a:cubicBezTo>
                        <a:pt x="0" y="57"/>
                        <a:pt x="14" y="74"/>
                        <a:pt x="19" y="88"/>
                      </a:cubicBezTo>
                      <a:cubicBezTo>
                        <a:pt x="27" y="110"/>
                        <a:pt x="26" y="123"/>
                        <a:pt x="42" y="123"/>
                      </a:cubicBezTo>
                      <a:cubicBezTo>
                        <a:pt x="59" y="123"/>
                        <a:pt x="58" y="110"/>
                        <a:pt x="65" y="88"/>
                      </a:cubicBezTo>
                      <a:cubicBezTo>
                        <a:pt x="70" y="74"/>
                        <a:pt x="85" y="57"/>
                        <a:pt x="85" y="42"/>
                      </a:cubicBezTo>
                      <a:cubicBezTo>
                        <a:pt x="85" y="19"/>
                        <a:pt x="66" y="0"/>
                        <a:pt x="42" y="0"/>
                      </a:cubicBezTo>
                      <a:close/>
                      <a:moveTo>
                        <a:pt x="52" y="104"/>
                      </a:moveTo>
                      <a:cubicBezTo>
                        <a:pt x="33" y="106"/>
                        <a:pt x="33" y="106"/>
                        <a:pt x="33" y="106"/>
                      </a:cubicBezTo>
                      <a:cubicBezTo>
                        <a:pt x="33" y="104"/>
                        <a:pt x="32" y="102"/>
                        <a:pt x="31" y="99"/>
                      </a:cubicBezTo>
                      <a:cubicBezTo>
                        <a:pt x="31" y="99"/>
                        <a:pt x="31" y="99"/>
                        <a:pt x="31" y="99"/>
                      </a:cubicBezTo>
                      <a:cubicBezTo>
                        <a:pt x="55" y="96"/>
                        <a:pt x="55" y="96"/>
                        <a:pt x="55" y="96"/>
                      </a:cubicBezTo>
                      <a:cubicBezTo>
                        <a:pt x="54" y="97"/>
                        <a:pt x="54" y="98"/>
                        <a:pt x="54" y="99"/>
                      </a:cubicBezTo>
                      <a:cubicBezTo>
                        <a:pt x="53" y="101"/>
                        <a:pt x="53" y="103"/>
                        <a:pt x="52" y="104"/>
                      </a:cubicBezTo>
                      <a:close/>
                      <a:moveTo>
                        <a:pt x="30" y="95"/>
                      </a:moveTo>
                      <a:cubicBezTo>
                        <a:pt x="29" y="93"/>
                        <a:pt x="28" y="91"/>
                        <a:pt x="27" y="88"/>
                      </a:cubicBezTo>
                      <a:cubicBezTo>
                        <a:pt x="57" y="88"/>
                        <a:pt x="57" y="88"/>
                        <a:pt x="57" y="88"/>
                      </a:cubicBezTo>
                      <a:cubicBezTo>
                        <a:pt x="57" y="89"/>
                        <a:pt x="56" y="91"/>
                        <a:pt x="56" y="92"/>
                      </a:cubicBezTo>
                      <a:lnTo>
                        <a:pt x="30" y="95"/>
                      </a:lnTo>
                      <a:close/>
                      <a:moveTo>
                        <a:pt x="42" y="115"/>
                      </a:moveTo>
                      <a:cubicBezTo>
                        <a:pt x="38" y="115"/>
                        <a:pt x="37" y="114"/>
                        <a:pt x="35" y="110"/>
                      </a:cubicBezTo>
                      <a:cubicBezTo>
                        <a:pt x="51" y="108"/>
                        <a:pt x="51" y="108"/>
                        <a:pt x="51" y="108"/>
                      </a:cubicBezTo>
                      <a:cubicBezTo>
                        <a:pt x="49" y="114"/>
                        <a:pt x="47" y="115"/>
                        <a:pt x="42" y="115"/>
                      </a:cubicBezTo>
                      <a:close/>
                      <a:moveTo>
                        <a:pt x="60" y="80"/>
                      </a:moveTo>
                      <a:cubicBezTo>
                        <a:pt x="24" y="80"/>
                        <a:pt x="24" y="80"/>
                        <a:pt x="24" y="80"/>
                      </a:cubicBezTo>
                      <a:cubicBezTo>
                        <a:pt x="23" y="76"/>
                        <a:pt x="20" y="72"/>
                        <a:pt x="18" y="68"/>
                      </a:cubicBezTo>
                      <a:cubicBezTo>
                        <a:pt x="13" y="59"/>
                        <a:pt x="8" y="50"/>
                        <a:pt x="8" y="42"/>
                      </a:cubicBezTo>
                      <a:cubicBezTo>
                        <a:pt x="8" y="23"/>
                        <a:pt x="23" y="8"/>
                        <a:pt x="42" y="8"/>
                      </a:cubicBezTo>
                      <a:cubicBezTo>
                        <a:pt x="61" y="8"/>
                        <a:pt x="77" y="23"/>
                        <a:pt x="77" y="42"/>
                      </a:cubicBezTo>
                      <a:cubicBezTo>
                        <a:pt x="77" y="50"/>
                        <a:pt x="72" y="59"/>
                        <a:pt x="67" y="68"/>
                      </a:cubicBezTo>
                      <a:cubicBezTo>
                        <a:pt x="64" y="72"/>
                        <a:pt x="62" y="76"/>
                        <a:pt x="60" y="80"/>
                      </a:cubicBezTo>
                      <a:close/>
                      <a:moveTo>
                        <a:pt x="60" y="80"/>
                      </a:moveTo>
                      <a:cubicBezTo>
                        <a:pt x="60" y="80"/>
                        <a:pt x="60" y="80"/>
                        <a:pt x="60" y="8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29" name="Freeform: Shape 142"/>
                <p:cNvSpPr>
                  <a:spLocks/>
                </p:cNvSpPr>
                <p:nvPr/>
              </p:nvSpPr>
              <p:spPr bwMode="auto">
                <a:xfrm>
                  <a:off x="4130675" y="1965326"/>
                  <a:ext cx="73025" cy="73025"/>
                </a:xfrm>
                <a:custGeom>
                  <a:avLst/>
                  <a:gdLst/>
                  <a:ahLst/>
                  <a:cxnLst>
                    <a:cxn ang="0">
                      <a:pos x="23" y="0"/>
                    </a:cxn>
                    <a:cxn ang="0">
                      <a:pos x="0" y="23"/>
                    </a:cxn>
                    <a:cxn ang="0">
                      <a:pos x="2" y="25"/>
                    </a:cxn>
                    <a:cxn ang="0">
                      <a:pos x="4" y="23"/>
                    </a:cxn>
                    <a:cxn ang="0">
                      <a:pos x="23" y="4"/>
                    </a:cxn>
                    <a:cxn ang="0">
                      <a:pos x="25" y="2"/>
                    </a:cxn>
                    <a:cxn ang="0">
                      <a:pos x="23" y="0"/>
                    </a:cxn>
                    <a:cxn ang="0">
                      <a:pos x="23" y="0"/>
                    </a:cxn>
                    <a:cxn ang="0">
                      <a:pos x="23" y="0"/>
                    </a:cxn>
                  </a:cxnLst>
                  <a:rect l="0" t="0" r="r" b="b"/>
                  <a:pathLst>
                    <a:path w="25" h="25">
                      <a:moveTo>
                        <a:pt x="23" y="0"/>
                      </a:moveTo>
                      <a:cubicBezTo>
                        <a:pt x="11" y="0"/>
                        <a:pt x="0" y="10"/>
                        <a:pt x="0" y="23"/>
                      </a:cubicBezTo>
                      <a:cubicBezTo>
                        <a:pt x="0" y="24"/>
                        <a:pt x="1" y="25"/>
                        <a:pt x="2" y="25"/>
                      </a:cubicBezTo>
                      <a:cubicBezTo>
                        <a:pt x="3" y="25"/>
                        <a:pt x="4" y="24"/>
                        <a:pt x="4" y="23"/>
                      </a:cubicBezTo>
                      <a:cubicBezTo>
                        <a:pt x="4" y="12"/>
                        <a:pt x="13" y="4"/>
                        <a:pt x="23" y="4"/>
                      </a:cubicBezTo>
                      <a:cubicBezTo>
                        <a:pt x="24" y="4"/>
                        <a:pt x="25" y="3"/>
                        <a:pt x="25" y="2"/>
                      </a:cubicBezTo>
                      <a:cubicBezTo>
                        <a:pt x="25" y="1"/>
                        <a:pt x="24" y="0"/>
                        <a:pt x="23" y="0"/>
                      </a:cubicBezTo>
                      <a:close/>
                      <a:moveTo>
                        <a:pt x="23" y="0"/>
                      </a:moveTo>
                      <a:cubicBezTo>
                        <a:pt x="23" y="0"/>
                        <a:pt x="23" y="0"/>
                        <a:pt x="23" y="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7" name="Freeform: Shape 143"/>
              <p:cNvSpPr>
                <a:spLocks/>
              </p:cNvSpPr>
              <p:nvPr/>
            </p:nvSpPr>
            <p:spPr bwMode="auto">
              <a:xfrm>
                <a:off x="4931909" y="1879162"/>
                <a:ext cx="194412" cy="167980"/>
              </a:xfrm>
              <a:custGeom>
                <a:avLst/>
                <a:gdLst/>
                <a:ahLst/>
                <a:cxnLst>
                  <a:cxn ang="0">
                    <a:pos x="120" y="17"/>
                  </a:cxn>
                  <a:cxn ang="0">
                    <a:pos x="101" y="2"/>
                  </a:cxn>
                  <a:cxn ang="0">
                    <a:pos x="97" y="0"/>
                  </a:cxn>
                  <a:cxn ang="0">
                    <a:pos x="27" y="0"/>
                  </a:cxn>
                  <a:cxn ang="0">
                    <a:pos x="23" y="2"/>
                  </a:cxn>
                  <a:cxn ang="0">
                    <a:pos x="4" y="17"/>
                  </a:cxn>
                  <a:cxn ang="0">
                    <a:pos x="1" y="26"/>
                  </a:cxn>
                  <a:cxn ang="0">
                    <a:pos x="9" y="49"/>
                  </a:cxn>
                  <a:cxn ang="0">
                    <a:pos x="13" y="53"/>
                  </a:cxn>
                  <a:cxn ang="0">
                    <a:pos x="16" y="54"/>
                  </a:cxn>
                  <a:cxn ang="0">
                    <a:pos x="20" y="53"/>
                  </a:cxn>
                  <a:cxn ang="0">
                    <a:pos x="20" y="100"/>
                  </a:cxn>
                  <a:cxn ang="0">
                    <a:pos x="27" y="107"/>
                  </a:cxn>
                  <a:cxn ang="0">
                    <a:pos x="97" y="107"/>
                  </a:cxn>
                  <a:cxn ang="0">
                    <a:pos x="104" y="100"/>
                  </a:cxn>
                  <a:cxn ang="0">
                    <a:pos x="104" y="53"/>
                  </a:cxn>
                  <a:cxn ang="0">
                    <a:pos x="108" y="54"/>
                  </a:cxn>
                  <a:cxn ang="0">
                    <a:pos x="111" y="53"/>
                  </a:cxn>
                  <a:cxn ang="0">
                    <a:pos x="115" y="49"/>
                  </a:cxn>
                  <a:cxn ang="0">
                    <a:pos x="123" y="26"/>
                  </a:cxn>
                  <a:cxn ang="0">
                    <a:pos x="120" y="17"/>
                  </a:cxn>
                  <a:cxn ang="0">
                    <a:pos x="76" y="8"/>
                  </a:cxn>
                  <a:cxn ang="0">
                    <a:pos x="62" y="15"/>
                  </a:cxn>
                  <a:cxn ang="0">
                    <a:pos x="48" y="8"/>
                  </a:cxn>
                  <a:cxn ang="0">
                    <a:pos x="76" y="8"/>
                  </a:cxn>
                  <a:cxn ang="0">
                    <a:pos x="108" y="46"/>
                  </a:cxn>
                  <a:cxn ang="0">
                    <a:pos x="97" y="38"/>
                  </a:cxn>
                  <a:cxn ang="0">
                    <a:pos x="97" y="100"/>
                  </a:cxn>
                  <a:cxn ang="0">
                    <a:pos x="27" y="100"/>
                  </a:cxn>
                  <a:cxn ang="0">
                    <a:pos x="27" y="38"/>
                  </a:cxn>
                  <a:cxn ang="0">
                    <a:pos x="16" y="46"/>
                  </a:cxn>
                  <a:cxn ang="0">
                    <a:pos x="8" y="23"/>
                  </a:cxn>
                  <a:cxn ang="0">
                    <a:pos x="27" y="8"/>
                  </a:cxn>
                  <a:cxn ang="0">
                    <a:pos x="44" y="8"/>
                  </a:cxn>
                  <a:cxn ang="0">
                    <a:pos x="62" y="19"/>
                  </a:cxn>
                  <a:cxn ang="0">
                    <a:pos x="80" y="8"/>
                  </a:cxn>
                  <a:cxn ang="0">
                    <a:pos x="97" y="8"/>
                  </a:cxn>
                  <a:cxn ang="0">
                    <a:pos x="116" y="23"/>
                  </a:cxn>
                  <a:cxn ang="0">
                    <a:pos x="108" y="46"/>
                  </a:cxn>
                  <a:cxn ang="0">
                    <a:pos x="108" y="46"/>
                  </a:cxn>
                  <a:cxn ang="0">
                    <a:pos x="108" y="46"/>
                  </a:cxn>
                </a:cxnLst>
                <a:rect l="0" t="0" r="r" b="b"/>
                <a:pathLst>
                  <a:path w="124" h="107">
                    <a:moveTo>
                      <a:pt x="120" y="17"/>
                    </a:moveTo>
                    <a:cubicBezTo>
                      <a:pt x="101" y="2"/>
                      <a:pt x="101" y="2"/>
                      <a:pt x="101" y="2"/>
                    </a:cubicBezTo>
                    <a:cubicBezTo>
                      <a:pt x="100" y="1"/>
                      <a:pt x="98" y="0"/>
                      <a:pt x="9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6" y="0"/>
                      <a:pt x="24" y="1"/>
                      <a:pt x="23" y="2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1" y="19"/>
                      <a:pt x="0" y="22"/>
                      <a:pt x="1" y="26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1"/>
                      <a:pt x="11" y="53"/>
                      <a:pt x="13" y="53"/>
                    </a:cubicBezTo>
                    <a:cubicBezTo>
                      <a:pt x="14" y="54"/>
                      <a:pt x="15" y="54"/>
                      <a:pt x="16" y="54"/>
                    </a:cubicBezTo>
                    <a:cubicBezTo>
                      <a:pt x="17" y="54"/>
                      <a:pt x="19" y="53"/>
                      <a:pt x="20" y="53"/>
                    </a:cubicBezTo>
                    <a:cubicBezTo>
                      <a:pt x="20" y="100"/>
                      <a:pt x="20" y="100"/>
                      <a:pt x="20" y="100"/>
                    </a:cubicBezTo>
                    <a:cubicBezTo>
                      <a:pt x="20" y="104"/>
                      <a:pt x="23" y="107"/>
                      <a:pt x="27" y="107"/>
                    </a:cubicBezTo>
                    <a:cubicBezTo>
                      <a:pt x="97" y="107"/>
                      <a:pt x="97" y="107"/>
                      <a:pt x="97" y="107"/>
                    </a:cubicBezTo>
                    <a:cubicBezTo>
                      <a:pt x="101" y="107"/>
                      <a:pt x="104" y="104"/>
                      <a:pt x="104" y="100"/>
                    </a:cubicBezTo>
                    <a:cubicBezTo>
                      <a:pt x="104" y="53"/>
                      <a:pt x="104" y="53"/>
                      <a:pt x="104" y="53"/>
                    </a:cubicBezTo>
                    <a:cubicBezTo>
                      <a:pt x="105" y="53"/>
                      <a:pt x="107" y="54"/>
                      <a:pt x="108" y="54"/>
                    </a:cubicBezTo>
                    <a:cubicBezTo>
                      <a:pt x="109" y="54"/>
                      <a:pt x="110" y="54"/>
                      <a:pt x="111" y="53"/>
                    </a:cubicBezTo>
                    <a:cubicBezTo>
                      <a:pt x="113" y="53"/>
                      <a:pt x="115" y="51"/>
                      <a:pt x="115" y="49"/>
                    </a:cubicBezTo>
                    <a:cubicBezTo>
                      <a:pt x="123" y="26"/>
                      <a:pt x="123" y="26"/>
                      <a:pt x="123" y="26"/>
                    </a:cubicBezTo>
                    <a:cubicBezTo>
                      <a:pt x="124" y="22"/>
                      <a:pt x="123" y="19"/>
                      <a:pt x="120" y="17"/>
                    </a:cubicBezTo>
                    <a:close/>
                    <a:moveTo>
                      <a:pt x="76" y="8"/>
                    </a:moveTo>
                    <a:cubicBezTo>
                      <a:pt x="74" y="12"/>
                      <a:pt x="69" y="15"/>
                      <a:pt x="62" y="15"/>
                    </a:cubicBezTo>
                    <a:cubicBezTo>
                      <a:pt x="55" y="15"/>
                      <a:pt x="50" y="12"/>
                      <a:pt x="48" y="8"/>
                    </a:cubicBezTo>
                    <a:lnTo>
                      <a:pt x="76" y="8"/>
                    </a:lnTo>
                    <a:close/>
                    <a:moveTo>
                      <a:pt x="108" y="46"/>
                    </a:moveTo>
                    <a:cubicBezTo>
                      <a:pt x="97" y="38"/>
                      <a:pt x="97" y="38"/>
                      <a:pt x="97" y="38"/>
                    </a:cubicBezTo>
                    <a:cubicBezTo>
                      <a:pt x="97" y="100"/>
                      <a:pt x="97" y="100"/>
                      <a:pt x="97" y="100"/>
                    </a:cubicBezTo>
                    <a:cubicBezTo>
                      <a:pt x="27" y="100"/>
                      <a:pt x="27" y="100"/>
                      <a:pt x="27" y="100"/>
                    </a:cubicBezTo>
                    <a:cubicBezTo>
                      <a:pt x="27" y="38"/>
                      <a:pt x="27" y="38"/>
                      <a:pt x="27" y="38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7" y="8"/>
                      <a:pt x="27" y="8"/>
                      <a:pt x="27" y="8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6" y="14"/>
                      <a:pt x="53" y="19"/>
                      <a:pt x="62" y="19"/>
                    </a:cubicBezTo>
                    <a:cubicBezTo>
                      <a:pt x="71" y="19"/>
                      <a:pt x="78" y="14"/>
                      <a:pt x="80" y="8"/>
                    </a:cubicBezTo>
                    <a:cubicBezTo>
                      <a:pt x="97" y="8"/>
                      <a:pt x="97" y="8"/>
                      <a:pt x="97" y="8"/>
                    </a:cubicBezTo>
                    <a:cubicBezTo>
                      <a:pt x="116" y="23"/>
                      <a:pt x="116" y="23"/>
                      <a:pt x="116" y="23"/>
                    </a:cubicBezTo>
                    <a:lnTo>
                      <a:pt x="108" y="46"/>
                    </a:lnTo>
                    <a:close/>
                    <a:moveTo>
                      <a:pt x="108" y="46"/>
                    </a:moveTo>
                    <a:cubicBezTo>
                      <a:pt x="108" y="46"/>
                      <a:pt x="108" y="46"/>
                      <a:pt x="108" y="46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sz="1867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grpSp>
            <p:nvGrpSpPr>
              <p:cNvPr id="8" name="Group 144"/>
              <p:cNvGrpSpPr/>
              <p:nvPr/>
            </p:nvGrpSpPr>
            <p:grpSpPr>
              <a:xfrm>
                <a:off x="5519178" y="1868867"/>
                <a:ext cx="218288" cy="219140"/>
                <a:chOff x="5530850" y="1882776"/>
                <a:chExt cx="406400" cy="407988"/>
              </a:xfrm>
              <a:solidFill>
                <a:schemeClr val="bg1"/>
              </a:solidFill>
            </p:grpSpPr>
            <p:sp>
              <p:nvSpPr>
                <p:cNvPr id="19" name="Freeform: Shape 145"/>
                <p:cNvSpPr>
                  <a:spLocks/>
                </p:cNvSpPr>
                <p:nvPr/>
              </p:nvSpPr>
              <p:spPr bwMode="auto">
                <a:xfrm>
                  <a:off x="5530850" y="1882776"/>
                  <a:ext cx="406400" cy="407988"/>
                </a:xfrm>
                <a:custGeom>
                  <a:avLst/>
                  <a:gdLst/>
                  <a:ahLst/>
                  <a:cxnLst>
                    <a:cxn ang="0">
                      <a:pos x="93" y="12"/>
                    </a:cxn>
                    <a:cxn ang="0">
                      <a:pos x="13" y="46"/>
                    </a:cxn>
                    <a:cxn ang="0">
                      <a:pos x="47" y="126"/>
                    </a:cxn>
                    <a:cxn ang="0">
                      <a:pos x="127" y="92"/>
                    </a:cxn>
                    <a:cxn ang="0">
                      <a:pos x="93" y="12"/>
                    </a:cxn>
                    <a:cxn ang="0">
                      <a:pos x="50" y="119"/>
                    </a:cxn>
                    <a:cxn ang="0">
                      <a:pos x="20" y="49"/>
                    </a:cxn>
                    <a:cxn ang="0">
                      <a:pos x="90" y="19"/>
                    </a:cxn>
                    <a:cxn ang="0">
                      <a:pos x="120" y="89"/>
                    </a:cxn>
                    <a:cxn ang="0">
                      <a:pos x="50" y="119"/>
                    </a:cxn>
                    <a:cxn ang="0">
                      <a:pos x="50" y="119"/>
                    </a:cxn>
                    <a:cxn ang="0">
                      <a:pos x="50" y="119"/>
                    </a:cxn>
                  </a:cxnLst>
                  <a:rect l="0" t="0" r="r" b="b"/>
                  <a:pathLst>
                    <a:path w="139" h="139">
                      <a:moveTo>
                        <a:pt x="93" y="12"/>
                      </a:moveTo>
                      <a:cubicBezTo>
                        <a:pt x="61" y="0"/>
                        <a:pt x="25" y="15"/>
                        <a:pt x="13" y="46"/>
                      </a:cubicBezTo>
                      <a:cubicBezTo>
                        <a:pt x="0" y="78"/>
                        <a:pt x="16" y="114"/>
                        <a:pt x="47" y="126"/>
                      </a:cubicBezTo>
                      <a:cubicBezTo>
                        <a:pt x="78" y="139"/>
                        <a:pt x="114" y="124"/>
                        <a:pt x="127" y="92"/>
                      </a:cubicBezTo>
                      <a:cubicBezTo>
                        <a:pt x="139" y="61"/>
                        <a:pt x="124" y="25"/>
                        <a:pt x="93" y="12"/>
                      </a:cubicBezTo>
                      <a:close/>
                      <a:moveTo>
                        <a:pt x="50" y="119"/>
                      </a:moveTo>
                      <a:cubicBezTo>
                        <a:pt x="22" y="108"/>
                        <a:pt x="9" y="77"/>
                        <a:pt x="20" y="49"/>
                      </a:cubicBezTo>
                      <a:cubicBezTo>
                        <a:pt x="31" y="22"/>
                        <a:pt x="62" y="8"/>
                        <a:pt x="90" y="19"/>
                      </a:cubicBezTo>
                      <a:cubicBezTo>
                        <a:pt x="117" y="30"/>
                        <a:pt x="131" y="62"/>
                        <a:pt x="120" y="89"/>
                      </a:cubicBezTo>
                      <a:cubicBezTo>
                        <a:pt x="109" y="117"/>
                        <a:pt x="77" y="130"/>
                        <a:pt x="50" y="119"/>
                      </a:cubicBezTo>
                      <a:close/>
                      <a:moveTo>
                        <a:pt x="50" y="119"/>
                      </a:moveTo>
                      <a:cubicBezTo>
                        <a:pt x="50" y="119"/>
                        <a:pt x="50" y="119"/>
                        <a:pt x="50" y="119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20" name="Freeform: Shape 146"/>
                <p:cNvSpPr>
                  <a:spLocks/>
                </p:cNvSpPr>
                <p:nvPr/>
              </p:nvSpPr>
              <p:spPr bwMode="auto">
                <a:xfrm>
                  <a:off x="5710238" y="2062163"/>
                  <a:ext cx="49213" cy="49213"/>
                </a:xfrm>
                <a:custGeom>
                  <a:avLst/>
                  <a:gdLst/>
                  <a:ahLst/>
                  <a:cxnLst>
                    <a:cxn ang="0">
                      <a:pos x="12" y="1"/>
                    </a:cxn>
                    <a:cxn ang="0">
                      <a:pos x="2" y="5"/>
                    </a:cxn>
                    <a:cxn ang="0">
                      <a:pos x="6" y="15"/>
                    </a:cxn>
                    <a:cxn ang="0">
                      <a:pos x="16" y="11"/>
                    </a:cxn>
                    <a:cxn ang="0">
                      <a:pos x="12" y="1"/>
                    </a:cxn>
                    <a:cxn ang="0">
                      <a:pos x="7" y="12"/>
                    </a:cxn>
                    <a:cxn ang="0">
                      <a:pos x="5" y="7"/>
                    </a:cxn>
                    <a:cxn ang="0">
                      <a:pos x="10" y="5"/>
                    </a:cxn>
                    <a:cxn ang="0">
                      <a:pos x="12" y="10"/>
                    </a:cxn>
                    <a:cxn ang="0">
                      <a:pos x="7" y="12"/>
                    </a:cxn>
                    <a:cxn ang="0">
                      <a:pos x="7" y="12"/>
                    </a:cxn>
                    <a:cxn ang="0">
                      <a:pos x="7" y="12"/>
                    </a:cxn>
                  </a:cxnLst>
                  <a:rect l="0" t="0" r="r" b="b"/>
                  <a:pathLst>
                    <a:path w="17" h="17">
                      <a:moveTo>
                        <a:pt x="12" y="1"/>
                      </a:moveTo>
                      <a:cubicBezTo>
                        <a:pt x="8" y="0"/>
                        <a:pt x="3" y="1"/>
                        <a:pt x="2" y="5"/>
                      </a:cubicBezTo>
                      <a:cubicBezTo>
                        <a:pt x="0" y="9"/>
                        <a:pt x="2" y="14"/>
                        <a:pt x="6" y="15"/>
                      </a:cubicBezTo>
                      <a:cubicBezTo>
                        <a:pt x="10" y="17"/>
                        <a:pt x="14" y="15"/>
                        <a:pt x="16" y="11"/>
                      </a:cubicBezTo>
                      <a:cubicBezTo>
                        <a:pt x="17" y="7"/>
                        <a:pt x="16" y="3"/>
                        <a:pt x="12" y="1"/>
                      </a:cubicBezTo>
                      <a:close/>
                      <a:moveTo>
                        <a:pt x="7" y="12"/>
                      </a:moveTo>
                      <a:cubicBezTo>
                        <a:pt x="5" y="11"/>
                        <a:pt x="4" y="9"/>
                        <a:pt x="5" y="7"/>
                      </a:cubicBezTo>
                      <a:cubicBezTo>
                        <a:pt x="6" y="5"/>
                        <a:pt x="8" y="4"/>
                        <a:pt x="10" y="5"/>
                      </a:cubicBezTo>
                      <a:cubicBezTo>
                        <a:pt x="12" y="5"/>
                        <a:pt x="13" y="8"/>
                        <a:pt x="12" y="10"/>
                      </a:cubicBezTo>
                      <a:cubicBezTo>
                        <a:pt x="12" y="12"/>
                        <a:pt x="9" y="13"/>
                        <a:pt x="7" y="12"/>
                      </a:cubicBezTo>
                      <a:close/>
                      <a:moveTo>
                        <a:pt x="7" y="12"/>
                      </a:moveTo>
                      <a:cubicBezTo>
                        <a:pt x="7" y="12"/>
                        <a:pt x="7" y="12"/>
                        <a:pt x="7" y="12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21" name="Freeform: Shape 147"/>
                <p:cNvSpPr>
                  <a:spLocks/>
                </p:cNvSpPr>
                <p:nvPr/>
              </p:nvSpPr>
              <p:spPr bwMode="auto">
                <a:xfrm>
                  <a:off x="5659438" y="2008188"/>
                  <a:ext cx="152400" cy="152400"/>
                </a:xfrm>
                <a:custGeom>
                  <a:avLst/>
                  <a:gdLst/>
                  <a:ahLst/>
                  <a:cxnLst>
                    <a:cxn ang="0">
                      <a:pos x="34" y="5"/>
                    </a:cxn>
                    <a:cxn ang="0">
                      <a:pos x="4" y="18"/>
                    </a:cxn>
                    <a:cxn ang="0">
                      <a:pos x="17" y="48"/>
                    </a:cxn>
                    <a:cxn ang="0">
                      <a:pos x="47" y="35"/>
                    </a:cxn>
                    <a:cxn ang="0">
                      <a:pos x="34" y="5"/>
                    </a:cxn>
                    <a:cxn ang="0">
                      <a:pos x="20" y="41"/>
                    </a:cxn>
                    <a:cxn ang="0">
                      <a:pos x="12" y="21"/>
                    </a:cxn>
                    <a:cxn ang="0">
                      <a:pos x="31" y="12"/>
                    </a:cxn>
                    <a:cxn ang="0">
                      <a:pos x="40" y="32"/>
                    </a:cxn>
                    <a:cxn ang="0">
                      <a:pos x="20" y="41"/>
                    </a:cxn>
                    <a:cxn ang="0">
                      <a:pos x="20" y="41"/>
                    </a:cxn>
                    <a:cxn ang="0">
                      <a:pos x="20" y="41"/>
                    </a:cxn>
                  </a:cxnLst>
                  <a:rect l="0" t="0" r="r" b="b"/>
                  <a:pathLst>
                    <a:path w="52" h="52">
                      <a:moveTo>
                        <a:pt x="34" y="5"/>
                      </a:moveTo>
                      <a:cubicBezTo>
                        <a:pt x="23" y="0"/>
                        <a:pt x="9" y="6"/>
                        <a:pt x="4" y="18"/>
                      </a:cubicBezTo>
                      <a:cubicBezTo>
                        <a:pt x="0" y="30"/>
                        <a:pt x="5" y="43"/>
                        <a:pt x="17" y="48"/>
                      </a:cubicBezTo>
                      <a:cubicBezTo>
                        <a:pt x="29" y="52"/>
                        <a:pt x="42" y="47"/>
                        <a:pt x="47" y="35"/>
                      </a:cubicBezTo>
                      <a:cubicBezTo>
                        <a:pt x="52" y="23"/>
                        <a:pt x="46" y="10"/>
                        <a:pt x="34" y="5"/>
                      </a:cubicBezTo>
                      <a:close/>
                      <a:moveTo>
                        <a:pt x="20" y="41"/>
                      </a:moveTo>
                      <a:cubicBezTo>
                        <a:pt x="12" y="37"/>
                        <a:pt x="8" y="28"/>
                        <a:pt x="12" y="21"/>
                      </a:cubicBezTo>
                      <a:cubicBezTo>
                        <a:pt x="15" y="13"/>
                        <a:pt x="24" y="9"/>
                        <a:pt x="31" y="12"/>
                      </a:cubicBezTo>
                      <a:cubicBezTo>
                        <a:pt x="39" y="15"/>
                        <a:pt x="43" y="24"/>
                        <a:pt x="40" y="32"/>
                      </a:cubicBezTo>
                      <a:cubicBezTo>
                        <a:pt x="37" y="40"/>
                        <a:pt x="28" y="44"/>
                        <a:pt x="20" y="41"/>
                      </a:cubicBezTo>
                      <a:close/>
                      <a:moveTo>
                        <a:pt x="20" y="41"/>
                      </a:moveTo>
                      <a:cubicBezTo>
                        <a:pt x="20" y="41"/>
                        <a:pt x="20" y="41"/>
                        <a:pt x="20" y="41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22" name="Freeform: Shape 148"/>
                <p:cNvSpPr>
                  <a:spLocks/>
                </p:cNvSpPr>
                <p:nvPr/>
              </p:nvSpPr>
              <p:spPr bwMode="auto">
                <a:xfrm>
                  <a:off x="5762625" y="2111376"/>
                  <a:ext cx="58738" cy="58738"/>
                </a:xfrm>
                <a:custGeom>
                  <a:avLst/>
                  <a:gdLst/>
                  <a:ahLst/>
                  <a:cxnLst>
                    <a:cxn ang="0">
                      <a:pos x="19" y="3"/>
                    </a:cxn>
                    <a:cxn ang="0">
                      <a:pos x="18" y="0"/>
                    </a:cxn>
                    <a:cxn ang="0">
                      <a:pos x="16" y="1"/>
                    </a:cxn>
                    <a:cxn ang="0">
                      <a:pos x="1" y="16"/>
                    </a:cxn>
                    <a:cxn ang="0">
                      <a:pos x="0" y="18"/>
                    </a:cxn>
                    <a:cxn ang="0">
                      <a:pos x="3" y="19"/>
                    </a:cxn>
                    <a:cxn ang="0">
                      <a:pos x="3" y="19"/>
                    </a:cxn>
                    <a:cxn ang="0">
                      <a:pos x="19" y="3"/>
                    </a:cxn>
                    <a:cxn ang="0">
                      <a:pos x="19" y="3"/>
                    </a:cxn>
                    <a:cxn ang="0">
                      <a:pos x="19" y="3"/>
                    </a:cxn>
                  </a:cxnLst>
                  <a:rect l="0" t="0" r="r" b="b"/>
                  <a:pathLst>
                    <a:path w="20" h="20">
                      <a:moveTo>
                        <a:pt x="19" y="3"/>
                      </a:moveTo>
                      <a:cubicBezTo>
                        <a:pt x="20" y="2"/>
                        <a:pt x="19" y="1"/>
                        <a:pt x="18" y="0"/>
                      </a:cubicBezTo>
                      <a:cubicBezTo>
                        <a:pt x="17" y="0"/>
                        <a:pt x="16" y="0"/>
                        <a:pt x="16" y="1"/>
                      </a:cubicBezTo>
                      <a:cubicBezTo>
                        <a:pt x="13" y="8"/>
                        <a:pt x="8" y="13"/>
                        <a:pt x="1" y="16"/>
                      </a:cubicBezTo>
                      <a:cubicBezTo>
                        <a:pt x="0" y="16"/>
                        <a:pt x="0" y="17"/>
                        <a:pt x="0" y="18"/>
                      </a:cubicBezTo>
                      <a:cubicBezTo>
                        <a:pt x="1" y="19"/>
                        <a:pt x="2" y="20"/>
                        <a:pt x="3" y="19"/>
                      </a:cubicBezTo>
                      <a:cubicBezTo>
                        <a:pt x="3" y="19"/>
                        <a:pt x="3" y="19"/>
                        <a:pt x="3" y="19"/>
                      </a:cubicBezTo>
                      <a:cubicBezTo>
                        <a:pt x="10" y="16"/>
                        <a:pt x="16" y="10"/>
                        <a:pt x="19" y="3"/>
                      </a:cubicBezTo>
                      <a:close/>
                      <a:moveTo>
                        <a:pt x="19" y="3"/>
                      </a:moveTo>
                      <a:cubicBezTo>
                        <a:pt x="19" y="3"/>
                        <a:pt x="19" y="3"/>
                        <a:pt x="19" y="3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23" name="Freeform: Shape 149"/>
                <p:cNvSpPr>
                  <a:spLocks/>
                </p:cNvSpPr>
                <p:nvPr/>
              </p:nvSpPr>
              <p:spPr bwMode="auto">
                <a:xfrm>
                  <a:off x="5780088" y="2125663"/>
                  <a:ext cx="82550" cy="85725"/>
                </a:xfrm>
                <a:custGeom>
                  <a:avLst/>
                  <a:gdLst/>
                  <a:ahLst/>
                  <a:cxnLst>
                    <a:cxn ang="0">
                      <a:pos x="26" y="1"/>
                    </a:cxn>
                    <a:cxn ang="0">
                      <a:pos x="24" y="2"/>
                    </a:cxn>
                    <a:cxn ang="0">
                      <a:pos x="1" y="25"/>
                    </a:cxn>
                    <a:cxn ang="0">
                      <a:pos x="0" y="28"/>
                    </a:cxn>
                    <a:cxn ang="0">
                      <a:pos x="3" y="29"/>
                    </a:cxn>
                    <a:cxn ang="0">
                      <a:pos x="3" y="28"/>
                    </a:cxn>
                    <a:cxn ang="0">
                      <a:pos x="28" y="3"/>
                    </a:cxn>
                    <a:cxn ang="0">
                      <a:pos x="26" y="1"/>
                    </a:cxn>
                    <a:cxn ang="0">
                      <a:pos x="26" y="1"/>
                    </a:cxn>
                    <a:cxn ang="0">
                      <a:pos x="26" y="1"/>
                    </a:cxn>
                  </a:cxnLst>
                  <a:rect l="0" t="0" r="r" b="b"/>
                  <a:pathLst>
                    <a:path w="28" h="29">
                      <a:moveTo>
                        <a:pt x="26" y="1"/>
                      </a:moveTo>
                      <a:cubicBezTo>
                        <a:pt x="25" y="0"/>
                        <a:pt x="24" y="1"/>
                        <a:pt x="24" y="2"/>
                      </a:cubicBezTo>
                      <a:cubicBezTo>
                        <a:pt x="20" y="13"/>
                        <a:pt x="11" y="21"/>
                        <a:pt x="1" y="25"/>
                      </a:cubicBezTo>
                      <a:cubicBezTo>
                        <a:pt x="0" y="25"/>
                        <a:pt x="0" y="27"/>
                        <a:pt x="0" y="28"/>
                      </a:cubicBezTo>
                      <a:cubicBezTo>
                        <a:pt x="1" y="29"/>
                        <a:pt x="2" y="29"/>
                        <a:pt x="3" y="29"/>
                      </a:cubicBezTo>
                      <a:cubicBezTo>
                        <a:pt x="3" y="29"/>
                        <a:pt x="3" y="29"/>
                        <a:pt x="3" y="28"/>
                      </a:cubicBezTo>
                      <a:cubicBezTo>
                        <a:pt x="14" y="24"/>
                        <a:pt x="23" y="15"/>
                        <a:pt x="28" y="3"/>
                      </a:cubicBezTo>
                      <a:cubicBezTo>
                        <a:pt x="28" y="2"/>
                        <a:pt x="27" y="1"/>
                        <a:pt x="26" y="1"/>
                      </a:cubicBezTo>
                      <a:close/>
                      <a:moveTo>
                        <a:pt x="26" y="1"/>
                      </a:moveTo>
                      <a:cubicBezTo>
                        <a:pt x="26" y="1"/>
                        <a:pt x="26" y="1"/>
                        <a:pt x="26" y="1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24" name="Freeform: Shape 150"/>
                <p:cNvSpPr>
                  <a:spLocks/>
                </p:cNvSpPr>
                <p:nvPr/>
              </p:nvSpPr>
              <p:spPr bwMode="auto">
                <a:xfrm>
                  <a:off x="5770563" y="2120901"/>
                  <a:ext cx="71438" cy="69850"/>
                </a:xfrm>
                <a:custGeom>
                  <a:avLst/>
                  <a:gdLst/>
                  <a:ahLst/>
                  <a:cxnLst>
                    <a:cxn ang="0">
                      <a:pos x="22" y="0"/>
                    </a:cxn>
                    <a:cxn ang="0">
                      <a:pos x="20" y="1"/>
                    </a:cxn>
                    <a:cxn ang="0">
                      <a:pos x="1" y="20"/>
                    </a:cxn>
                    <a:cxn ang="0">
                      <a:pos x="1" y="20"/>
                    </a:cxn>
                    <a:cxn ang="0">
                      <a:pos x="0" y="23"/>
                    </a:cxn>
                    <a:cxn ang="0">
                      <a:pos x="3" y="24"/>
                    </a:cxn>
                    <a:cxn ang="0">
                      <a:pos x="3" y="23"/>
                    </a:cxn>
                    <a:cxn ang="0">
                      <a:pos x="23" y="3"/>
                    </a:cxn>
                    <a:cxn ang="0">
                      <a:pos x="22" y="0"/>
                    </a:cxn>
                    <a:cxn ang="0">
                      <a:pos x="22" y="0"/>
                    </a:cxn>
                    <a:cxn ang="0">
                      <a:pos x="22" y="0"/>
                    </a:cxn>
                  </a:cxnLst>
                  <a:rect l="0" t="0" r="r" b="b"/>
                  <a:pathLst>
                    <a:path w="24" h="24">
                      <a:moveTo>
                        <a:pt x="22" y="0"/>
                      </a:moveTo>
                      <a:cubicBezTo>
                        <a:pt x="21" y="0"/>
                        <a:pt x="20" y="0"/>
                        <a:pt x="20" y="1"/>
                      </a:cubicBezTo>
                      <a:cubicBezTo>
                        <a:pt x="16" y="10"/>
                        <a:pt x="10" y="17"/>
                        <a:pt x="1" y="20"/>
                      </a:cubicBezTo>
                      <a:cubicBezTo>
                        <a:pt x="1" y="20"/>
                        <a:pt x="1" y="20"/>
                        <a:pt x="1" y="20"/>
                      </a:cubicBezTo>
                      <a:cubicBezTo>
                        <a:pt x="0" y="20"/>
                        <a:pt x="0" y="22"/>
                        <a:pt x="0" y="23"/>
                      </a:cubicBezTo>
                      <a:cubicBezTo>
                        <a:pt x="1" y="24"/>
                        <a:pt x="2" y="24"/>
                        <a:pt x="3" y="24"/>
                      </a:cubicBezTo>
                      <a:cubicBezTo>
                        <a:pt x="3" y="24"/>
                        <a:pt x="3" y="23"/>
                        <a:pt x="3" y="23"/>
                      </a:cubicBezTo>
                      <a:cubicBezTo>
                        <a:pt x="12" y="20"/>
                        <a:pt x="19" y="12"/>
                        <a:pt x="23" y="3"/>
                      </a:cubicBezTo>
                      <a:cubicBezTo>
                        <a:pt x="24" y="2"/>
                        <a:pt x="23" y="0"/>
                        <a:pt x="22" y="0"/>
                      </a:cubicBezTo>
                      <a:close/>
                      <a:moveTo>
                        <a:pt x="22" y="0"/>
                      </a:moveTo>
                      <a:cubicBezTo>
                        <a:pt x="22" y="0"/>
                        <a:pt x="22" y="0"/>
                        <a:pt x="22" y="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25" name="Freeform: Shape 151"/>
                <p:cNvSpPr>
                  <a:spLocks/>
                </p:cNvSpPr>
                <p:nvPr/>
              </p:nvSpPr>
              <p:spPr bwMode="auto">
                <a:xfrm>
                  <a:off x="5651500" y="2003426"/>
                  <a:ext cx="58738" cy="58738"/>
                </a:xfrm>
                <a:custGeom>
                  <a:avLst/>
                  <a:gdLst/>
                  <a:ahLst/>
                  <a:cxnLst>
                    <a:cxn ang="0">
                      <a:pos x="19" y="1"/>
                    </a:cxn>
                    <a:cxn ang="0">
                      <a:pos x="17" y="0"/>
                    </a:cxn>
                    <a:cxn ang="0">
                      <a:pos x="17" y="0"/>
                    </a:cxn>
                    <a:cxn ang="0">
                      <a:pos x="0" y="17"/>
                    </a:cxn>
                    <a:cxn ang="0">
                      <a:pos x="1" y="19"/>
                    </a:cxn>
                    <a:cxn ang="0">
                      <a:pos x="4" y="18"/>
                    </a:cxn>
                    <a:cxn ang="0">
                      <a:pos x="18" y="4"/>
                    </a:cxn>
                    <a:cxn ang="0">
                      <a:pos x="19" y="1"/>
                    </a:cxn>
                    <a:cxn ang="0">
                      <a:pos x="19" y="1"/>
                    </a:cxn>
                    <a:cxn ang="0">
                      <a:pos x="19" y="1"/>
                    </a:cxn>
                  </a:cxnLst>
                  <a:rect l="0" t="0" r="r" b="b"/>
                  <a:pathLst>
                    <a:path w="20" h="20">
                      <a:moveTo>
                        <a:pt x="19" y="1"/>
                      </a:moveTo>
                      <a:cubicBezTo>
                        <a:pt x="19" y="0"/>
                        <a:pt x="18" y="0"/>
                        <a:pt x="17" y="0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9" y="3"/>
                        <a:pt x="3" y="9"/>
                        <a:pt x="0" y="17"/>
                      </a:cubicBezTo>
                      <a:cubicBezTo>
                        <a:pt x="0" y="18"/>
                        <a:pt x="0" y="19"/>
                        <a:pt x="1" y="19"/>
                      </a:cubicBezTo>
                      <a:cubicBezTo>
                        <a:pt x="2" y="20"/>
                        <a:pt x="3" y="19"/>
                        <a:pt x="4" y="18"/>
                      </a:cubicBezTo>
                      <a:cubicBezTo>
                        <a:pt x="7" y="11"/>
                        <a:pt x="12" y="6"/>
                        <a:pt x="18" y="4"/>
                      </a:cubicBezTo>
                      <a:cubicBezTo>
                        <a:pt x="19" y="3"/>
                        <a:pt x="20" y="2"/>
                        <a:pt x="19" y="1"/>
                      </a:cubicBezTo>
                      <a:close/>
                      <a:moveTo>
                        <a:pt x="19" y="1"/>
                      </a:moveTo>
                      <a:cubicBezTo>
                        <a:pt x="19" y="1"/>
                        <a:pt x="19" y="1"/>
                        <a:pt x="19" y="1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26" name="Freeform: Shape 152"/>
                <p:cNvSpPr>
                  <a:spLocks/>
                </p:cNvSpPr>
                <p:nvPr/>
              </p:nvSpPr>
              <p:spPr bwMode="auto">
                <a:xfrm>
                  <a:off x="5610225" y="1962151"/>
                  <a:ext cx="82550" cy="82550"/>
                </a:xfrm>
                <a:custGeom>
                  <a:avLst/>
                  <a:gdLst/>
                  <a:ahLst/>
                  <a:cxnLst>
                    <a:cxn ang="0">
                      <a:pos x="27" y="1"/>
                    </a:cxn>
                    <a:cxn ang="0">
                      <a:pos x="25" y="0"/>
                    </a:cxn>
                    <a:cxn ang="0">
                      <a:pos x="25" y="0"/>
                    </a:cxn>
                    <a:cxn ang="0">
                      <a:pos x="0" y="25"/>
                    </a:cxn>
                    <a:cxn ang="0">
                      <a:pos x="1" y="28"/>
                    </a:cxn>
                    <a:cxn ang="0">
                      <a:pos x="4" y="27"/>
                    </a:cxn>
                    <a:cxn ang="0">
                      <a:pos x="26" y="3"/>
                    </a:cxn>
                    <a:cxn ang="0">
                      <a:pos x="27" y="1"/>
                    </a:cxn>
                    <a:cxn ang="0">
                      <a:pos x="27" y="1"/>
                    </a:cxn>
                    <a:cxn ang="0">
                      <a:pos x="27" y="1"/>
                    </a:cxn>
                  </a:cxnLst>
                  <a:rect l="0" t="0" r="r" b="b"/>
                  <a:pathLst>
                    <a:path w="28" h="28">
                      <a:moveTo>
                        <a:pt x="27" y="1"/>
                      </a:moveTo>
                      <a:cubicBezTo>
                        <a:pt x="27" y="0"/>
                        <a:pt x="26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14" y="5"/>
                        <a:pt x="5" y="13"/>
                        <a:pt x="0" y="25"/>
                      </a:cubicBezTo>
                      <a:cubicBezTo>
                        <a:pt x="0" y="26"/>
                        <a:pt x="0" y="27"/>
                        <a:pt x="1" y="28"/>
                      </a:cubicBezTo>
                      <a:cubicBezTo>
                        <a:pt x="2" y="28"/>
                        <a:pt x="3" y="28"/>
                        <a:pt x="4" y="27"/>
                      </a:cubicBezTo>
                      <a:cubicBezTo>
                        <a:pt x="8" y="16"/>
                        <a:pt x="16" y="8"/>
                        <a:pt x="26" y="3"/>
                      </a:cubicBezTo>
                      <a:cubicBezTo>
                        <a:pt x="27" y="3"/>
                        <a:pt x="28" y="2"/>
                        <a:pt x="27" y="1"/>
                      </a:cubicBezTo>
                      <a:close/>
                      <a:moveTo>
                        <a:pt x="27" y="1"/>
                      </a:moveTo>
                      <a:cubicBezTo>
                        <a:pt x="27" y="1"/>
                        <a:pt x="27" y="1"/>
                        <a:pt x="27" y="1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27" name="Freeform: Shape 153"/>
                <p:cNvSpPr>
                  <a:spLocks/>
                </p:cNvSpPr>
                <p:nvPr/>
              </p:nvSpPr>
              <p:spPr bwMode="auto">
                <a:xfrm>
                  <a:off x="5630863" y="1982788"/>
                  <a:ext cx="69850" cy="69850"/>
                </a:xfrm>
                <a:custGeom>
                  <a:avLst/>
                  <a:gdLst/>
                  <a:ahLst/>
                  <a:cxnLst>
                    <a:cxn ang="0">
                      <a:pos x="22" y="4"/>
                    </a:cxn>
                    <a:cxn ang="0">
                      <a:pos x="23" y="1"/>
                    </a:cxn>
                    <a:cxn ang="0">
                      <a:pos x="21" y="0"/>
                    </a:cxn>
                    <a:cxn ang="0">
                      <a:pos x="21" y="0"/>
                    </a:cxn>
                    <a:cxn ang="0">
                      <a:pos x="0" y="21"/>
                    </a:cxn>
                    <a:cxn ang="0">
                      <a:pos x="1" y="24"/>
                    </a:cxn>
                    <a:cxn ang="0">
                      <a:pos x="4" y="22"/>
                    </a:cxn>
                    <a:cxn ang="0">
                      <a:pos x="22" y="4"/>
                    </a:cxn>
                    <a:cxn ang="0">
                      <a:pos x="22" y="4"/>
                    </a:cxn>
                    <a:cxn ang="0">
                      <a:pos x="22" y="4"/>
                    </a:cxn>
                  </a:cxnLst>
                  <a:rect l="0" t="0" r="r" b="b"/>
                  <a:pathLst>
                    <a:path w="24" h="24">
                      <a:moveTo>
                        <a:pt x="22" y="4"/>
                      </a:moveTo>
                      <a:cubicBezTo>
                        <a:pt x="23" y="3"/>
                        <a:pt x="24" y="2"/>
                        <a:pt x="23" y="1"/>
                      </a:cubicBezTo>
                      <a:cubicBezTo>
                        <a:pt x="23" y="0"/>
                        <a:pt x="22" y="0"/>
                        <a:pt x="21" y="0"/>
                      </a:cubicBez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12" y="4"/>
                        <a:pt x="4" y="11"/>
                        <a:pt x="0" y="21"/>
                      </a:cubicBezTo>
                      <a:cubicBezTo>
                        <a:pt x="0" y="22"/>
                        <a:pt x="0" y="23"/>
                        <a:pt x="1" y="24"/>
                      </a:cubicBezTo>
                      <a:cubicBezTo>
                        <a:pt x="2" y="24"/>
                        <a:pt x="3" y="23"/>
                        <a:pt x="4" y="22"/>
                      </a:cubicBezTo>
                      <a:cubicBezTo>
                        <a:pt x="7" y="14"/>
                        <a:pt x="14" y="7"/>
                        <a:pt x="22" y="4"/>
                      </a:cubicBezTo>
                      <a:close/>
                      <a:moveTo>
                        <a:pt x="22" y="4"/>
                      </a:moveTo>
                      <a:cubicBezTo>
                        <a:pt x="22" y="4"/>
                        <a:pt x="22" y="4"/>
                        <a:pt x="22" y="4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9" name="Freeform: Shape 154"/>
              <p:cNvSpPr>
                <a:spLocks/>
              </p:cNvSpPr>
              <p:nvPr/>
            </p:nvSpPr>
            <p:spPr bwMode="auto">
              <a:xfrm>
                <a:off x="5683958" y="2188697"/>
                <a:ext cx="193560" cy="193558"/>
              </a:xfrm>
              <a:custGeom>
                <a:avLst/>
                <a:gdLst/>
                <a:ahLst/>
                <a:cxnLst>
                  <a:cxn ang="0">
                    <a:pos x="77" y="14"/>
                  </a:cxn>
                  <a:cxn ang="0">
                    <a:pos x="51" y="34"/>
                  </a:cxn>
                  <a:cxn ang="0">
                    <a:pos x="0" y="54"/>
                  </a:cxn>
                  <a:cxn ang="0">
                    <a:pos x="23" y="80"/>
                  </a:cxn>
                  <a:cxn ang="0">
                    <a:pos x="31" y="123"/>
                  </a:cxn>
                  <a:cxn ang="0">
                    <a:pos x="54" y="115"/>
                  </a:cxn>
                  <a:cxn ang="0">
                    <a:pos x="50" y="103"/>
                  </a:cxn>
                  <a:cxn ang="0">
                    <a:pos x="50" y="76"/>
                  </a:cxn>
                  <a:cxn ang="0">
                    <a:pos x="51" y="74"/>
                  </a:cxn>
                  <a:cxn ang="0">
                    <a:pos x="52" y="73"/>
                  </a:cxn>
                  <a:cxn ang="0">
                    <a:pos x="53" y="73"/>
                  </a:cxn>
                  <a:cxn ang="0">
                    <a:pos x="77" y="94"/>
                  </a:cxn>
                  <a:cxn ang="0">
                    <a:pos x="123" y="54"/>
                  </a:cxn>
                  <a:cxn ang="0">
                    <a:pos x="77" y="54"/>
                  </a:cxn>
                  <a:cxn ang="0">
                    <a:pos x="88" y="42"/>
                  </a:cxn>
                  <a:cxn ang="0">
                    <a:pos x="88" y="65"/>
                  </a:cxn>
                  <a:cxn ang="0">
                    <a:pos x="77" y="54"/>
                  </a:cxn>
                  <a:cxn ang="0">
                    <a:pos x="15" y="42"/>
                  </a:cxn>
                  <a:cxn ang="0">
                    <a:pos x="38" y="54"/>
                  </a:cxn>
                  <a:cxn ang="0">
                    <a:pos x="15" y="65"/>
                  </a:cxn>
                  <a:cxn ang="0">
                    <a:pos x="46" y="115"/>
                  </a:cxn>
                  <a:cxn ang="0">
                    <a:pos x="31" y="80"/>
                  </a:cxn>
                  <a:cxn ang="0">
                    <a:pos x="31" y="73"/>
                  </a:cxn>
                  <a:cxn ang="0">
                    <a:pos x="43" y="73"/>
                  </a:cxn>
                  <a:cxn ang="0">
                    <a:pos x="42" y="103"/>
                  </a:cxn>
                  <a:cxn ang="0">
                    <a:pos x="46" y="112"/>
                  </a:cxn>
                  <a:cxn ang="0">
                    <a:pos x="51" y="65"/>
                  </a:cxn>
                  <a:cxn ang="0">
                    <a:pos x="50" y="65"/>
                  </a:cxn>
                  <a:cxn ang="0">
                    <a:pos x="50" y="42"/>
                  </a:cxn>
                  <a:cxn ang="0">
                    <a:pos x="71" y="34"/>
                  </a:cxn>
                  <a:cxn ang="0">
                    <a:pos x="71" y="73"/>
                  </a:cxn>
                  <a:cxn ang="0">
                    <a:pos x="96" y="100"/>
                  </a:cxn>
                  <a:cxn ang="0">
                    <a:pos x="88" y="73"/>
                  </a:cxn>
                  <a:cxn ang="0">
                    <a:pos x="88" y="34"/>
                  </a:cxn>
                  <a:cxn ang="0">
                    <a:pos x="96" y="8"/>
                  </a:cxn>
                  <a:cxn ang="0">
                    <a:pos x="96" y="100"/>
                  </a:cxn>
                  <a:cxn ang="0">
                    <a:pos x="96" y="100"/>
                  </a:cxn>
                </a:cxnLst>
                <a:rect l="0" t="0" r="r" b="b"/>
                <a:pathLst>
                  <a:path w="123" h="123">
                    <a:moveTo>
                      <a:pt x="96" y="0"/>
                    </a:moveTo>
                    <a:cubicBezTo>
                      <a:pt x="88" y="0"/>
                      <a:pt x="82" y="5"/>
                      <a:pt x="77" y="14"/>
                    </a:cubicBezTo>
                    <a:cubicBezTo>
                      <a:pt x="77" y="14"/>
                      <a:pt x="77" y="14"/>
                      <a:pt x="77" y="14"/>
                    </a:cubicBezTo>
                    <a:cubicBezTo>
                      <a:pt x="71" y="26"/>
                      <a:pt x="61" y="34"/>
                      <a:pt x="51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7" y="34"/>
                      <a:pt x="0" y="43"/>
                      <a:pt x="0" y="54"/>
                    </a:cubicBezTo>
                    <a:cubicBezTo>
                      <a:pt x="0" y="64"/>
                      <a:pt x="7" y="73"/>
                      <a:pt x="15" y="73"/>
                    </a:cubicBezTo>
                    <a:cubicBezTo>
                      <a:pt x="20" y="73"/>
                      <a:pt x="23" y="76"/>
                      <a:pt x="23" y="80"/>
                    </a:cubicBezTo>
                    <a:cubicBezTo>
                      <a:pt x="23" y="115"/>
                      <a:pt x="23" y="115"/>
                      <a:pt x="23" y="115"/>
                    </a:cubicBezTo>
                    <a:cubicBezTo>
                      <a:pt x="23" y="119"/>
                      <a:pt x="26" y="123"/>
                      <a:pt x="31" y="123"/>
                    </a:cubicBezTo>
                    <a:cubicBezTo>
                      <a:pt x="46" y="123"/>
                      <a:pt x="46" y="123"/>
                      <a:pt x="46" y="123"/>
                    </a:cubicBezTo>
                    <a:cubicBezTo>
                      <a:pt x="50" y="123"/>
                      <a:pt x="54" y="119"/>
                      <a:pt x="54" y="115"/>
                    </a:cubicBezTo>
                    <a:cubicBezTo>
                      <a:pt x="54" y="111"/>
                      <a:pt x="54" y="111"/>
                      <a:pt x="54" y="111"/>
                    </a:cubicBezTo>
                    <a:cubicBezTo>
                      <a:pt x="54" y="107"/>
                      <a:pt x="50" y="106"/>
                      <a:pt x="50" y="103"/>
                    </a:cubicBezTo>
                    <a:cubicBezTo>
                      <a:pt x="50" y="77"/>
                      <a:pt x="50" y="77"/>
                      <a:pt x="50" y="77"/>
                    </a:cubicBezTo>
                    <a:cubicBezTo>
                      <a:pt x="50" y="76"/>
                      <a:pt x="50" y="76"/>
                      <a:pt x="50" y="76"/>
                    </a:cubicBezTo>
                    <a:cubicBezTo>
                      <a:pt x="50" y="76"/>
                      <a:pt x="50" y="75"/>
                      <a:pt x="50" y="75"/>
                    </a:cubicBezTo>
                    <a:cubicBezTo>
                      <a:pt x="50" y="75"/>
                      <a:pt x="51" y="75"/>
                      <a:pt x="51" y="74"/>
                    </a:cubicBezTo>
                    <a:cubicBezTo>
                      <a:pt x="51" y="74"/>
                      <a:pt x="51" y="74"/>
                      <a:pt x="52" y="73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2" y="73"/>
                      <a:pt x="53" y="73"/>
                      <a:pt x="53" y="73"/>
                    </a:cubicBezTo>
                    <a:cubicBezTo>
                      <a:pt x="63" y="74"/>
                      <a:pt x="71" y="82"/>
                      <a:pt x="77" y="94"/>
                    </a:cubicBezTo>
                    <a:cubicBezTo>
                      <a:pt x="77" y="94"/>
                      <a:pt x="77" y="94"/>
                      <a:pt x="77" y="94"/>
                    </a:cubicBezTo>
                    <a:cubicBezTo>
                      <a:pt x="82" y="102"/>
                      <a:pt x="88" y="107"/>
                      <a:pt x="96" y="107"/>
                    </a:cubicBezTo>
                    <a:cubicBezTo>
                      <a:pt x="114" y="107"/>
                      <a:pt x="123" y="80"/>
                      <a:pt x="123" y="54"/>
                    </a:cubicBezTo>
                    <a:cubicBezTo>
                      <a:pt x="123" y="27"/>
                      <a:pt x="114" y="0"/>
                      <a:pt x="96" y="0"/>
                    </a:cubicBezTo>
                    <a:close/>
                    <a:moveTo>
                      <a:pt x="77" y="54"/>
                    </a:moveTo>
                    <a:cubicBezTo>
                      <a:pt x="77" y="50"/>
                      <a:pt x="77" y="46"/>
                      <a:pt x="77" y="42"/>
                    </a:cubicBezTo>
                    <a:cubicBezTo>
                      <a:pt x="88" y="42"/>
                      <a:pt x="88" y="42"/>
                      <a:pt x="88" y="42"/>
                    </a:cubicBezTo>
                    <a:cubicBezTo>
                      <a:pt x="92" y="42"/>
                      <a:pt x="96" y="47"/>
                      <a:pt x="96" y="54"/>
                    </a:cubicBezTo>
                    <a:cubicBezTo>
                      <a:pt x="96" y="60"/>
                      <a:pt x="92" y="65"/>
                      <a:pt x="88" y="65"/>
                    </a:cubicBezTo>
                    <a:cubicBezTo>
                      <a:pt x="77" y="65"/>
                      <a:pt x="77" y="65"/>
                      <a:pt x="77" y="65"/>
                    </a:cubicBezTo>
                    <a:cubicBezTo>
                      <a:pt x="77" y="61"/>
                      <a:pt x="77" y="58"/>
                      <a:pt x="77" y="54"/>
                    </a:cubicBezTo>
                    <a:close/>
                    <a:moveTo>
                      <a:pt x="8" y="54"/>
                    </a:moveTo>
                    <a:cubicBezTo>
                      <a:pt x="8" y="47"/>
                      <a:pt x="11" y="42"/>
                      <a:pt x="15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0" y="45"/>
                      <a:pt x="38" y="49"/>
                      <a:pt x="38" y="54"/>
                    </a:cubicBezTo>
                    <a:cubicBezTo>
                      <a:pt x="38" y="58"/>
                      <a:pt x="40" y="62"/>
                      <a:pt x="42" y="65"/>
                    </a:cubicBezTo>
                    <a:cubicBezTo>
                      <a:pt x="15" y="65"/>
                      <a:pt x="15" y="65"/>
                      <a:pt x="15" y="65"/>
                    </a:cubicBezTo>
                    <a:cubicBezTo>
                      <a:pt x="11" y="65"/>
                      <a:pt x="8" y="60"/>
                      <a:pt x="8" y="54"/>
                    </a:cubicBezTo>
                    <a:close/>
                    <a:moveTo>
                      <a:pt x="46" y="115"/>
                    </a:moveTo>
                    <a:cubicBezTo>
                      <a:pt x="31" y="115"/>
                      <a:pt x="31" y="115"/>
                      <a:pt x="31" y="115"/>
                    </a:cubicBezTo>
                    <a:cubicBezTo>
                      <a:pt x="31" y="80"/>
                      <a:pt x="31" y="80"/>
                      <a:pt x="31" y="80"/>
                    </a:cubicBezTo>
                    <a:cubicBezTo>
                      <a:pt x="31" y="78"/>
                      <a:pt x="30" y="75"/>
                      <a:pt x="29" y="73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4"/>
                      <a:pt x="42" y="75"/>
                      <a:pt x="42" y="77"/>
                    </a:cubicBezTo>
                    <a:cubicBezTo>
                      <a:pt x="42" y="103"/>
                      <a:pt x="42" y="103"/>
                      <a:pt x="42" y="103"/>
                    </a:cubicBezTo>
                    <a:cubicBezTo>
                      <a:pt x="42" y="107"/>
                      <a:pt x="44" y="110"/>
                      <a:pt x="46" y="111"/>
                    </a:cubicBezTo>
                    <a:cubicBezTo>
                      <a:pt x="46" y="111"/>
                      <a:pt x="46" y="111"/>
                      <a:pt x="46" y="112"/>
                    </a:cubicBezTo>
                    <a:lnTo>
                      <a:pt x="46" y="115"/>
                    </a:lnTo>
                    <a:close/>
                    <a:moveTo>
                      <a:pt x="51" y="65"/>
                    </a:moveTo>
                    <a:cubicBezTo>
                      <a:pt x="50" y="65"/>
                      <a:pt x="50" y="65"/>
                      <a:pt x="50" y="65"/>
                    </a:cubicBezTo>
                    <a:cubicBezTo>
                      <a:pt x="50" y="65"/>
                      <a:pt x="50" y="65"/>
                      <a:pt x="50" y="65"/>
                    </a:cubicBezTo>
                    <a:cubicBezTo>
                      <a:pt x="46" y="65"/>
                      <a:pt x="42" y="60"/>
                      <a:pt x="42" y="54"/>
                    </a:cubicBezTo>
                    <a:cubicBezTo>
                      <a:pt x="42" y="47"/>
                      <a:pt x="46" y="42"/>
                      <a:pt x="50" y="4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58" y="42"/>
                      <a:pt x="65" y="39"/>
                      <a:pt x="71" y="34"/>
                    </a:cubicBezTo>
                    <a:cubicBezTo>
                      <a:pt x="70" y="40"/>
                      <a:pt x="69" y="47"/>
                      <a:pt x="69" y="54"/>
                    </a:cubicBezTo>
                    <a:cubicBezTo>
                      <a:pt x="69" y="60"/>
                      <a:pt x="70" y="67"/>
                      <a:pt x="71" y="73"/>
                    </a:cubicBezTo>
                    <a:cubicBezTo>
                      <a:pt x="65" y="68"/>
                      <a:pt x="58" y="65"/>
                      <a:pt x="51" y="65"/>
                    </a:cubicBezTo>
                    <a:close/>
                    <a:moveTo>
                      <a:pt x="96" y="100"/>
                    </a:moveTo>
                    <a:cubicBezTo>
                      <a:pt x="88" y="100"/>
                      <a:pt x="82" y="89"/>
                      <a:pt x="79" y="73"/>
                    </a:cubicBezTo>
                    <a:cubicBezTo>
                      <a:pt x="88" y="73"/>
                      <a:pt x="88" y="73"/>
                      <a:pt x="88" y="73"/>
                    </a:cubicBezTo>
                    <a:cubicBezTo>
                      <a:pt x="97" y="73"/>
                      <a:pt x="104" y="64"/>
                      <a:pt x="104" y="54"/>
                    </a:cubicBezTo>
                    <a:cubicBezTo>
                      <a:pt x="104" y="43"/>
                      <a:pt x="97" y="34"/>
                      <a:pt x="88" y="34"/>
                    </a:cubicBezTo>
                    <a:cubicBezTo>
                      <a:pt x="79" y="34"/>
                      <a:pt x="79" y="34"/>
                      <a:pt x="79" y="34"/>
                    </a:cubicBezTo>
                    <a:cubicBezTo>
                      <a:pt x="82" y="19"/>
                      <a:pt x="88" y="8"/>
                      <a:pt x="96" y="8"/>
                    </a:cubicBezTo>
                    <a:cubicBezTo>
                      <a:pt x="107" y="8"/>
                      <a:pt x="115" y="28"/>
                      <a:pt x="115" y="54"/>
                    </a:cubicBezTo>
                    <a:cubicBezTo>
                      <a:pt x="115" y="79"/>
                      <a:pt x="107" y="100"/>
                      <a:pt x="96" y="100"/>
                    </a:cubicBezTo>
                    <a:close/>
                    <a:moveTo>
                      <a:pt x="96" y="100"/>
                    </a:moveTo>
                    <a:cubicBezTo>
                      <a:pt x="96" y="100"/>
                      <a:pt x="96" y="100"/>
                      <a:pt x="96" y="100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sz="1867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10" name="Freeform: Shape 155"/>
              <p:cNvSpPr>
                <a:spLocks/>
              </p:cNvSpPr>
              <p:nvPr/>
            </p:nvSpPr>
            <p:spPr bwMode="auto">
              <a:xfrm>
                <a:off x="5531542" y="2544132"/>
                <a:ext cx="193560" cy="132166"/>
              </a:xfrm>
              <a:custGeom>
                <a:avLst/>
                <a:gdLst/>
                <a:ahLst/>
                <a:cxnLst>
                  <a:cxn ang="0">
                    <a:pos x="115" y="4"/>
                  </a:cxn>
                  <a:cxn ang="0">
                    <a:pos x="112" y="4"/>
                  </a:cxn>
                  <a:cxn ang="0">
                    <a:pos x="107" y="6"/>
                  </a:cxn>
                  <a:cxn ang="0">
                    <a:pos x="96" y="16"/>
                  </a:cxn>
                  <a:cxn ang="0">
                    <a:pos x="96" y="12"/>
                  </a:cxn>
                  <a:cxn ang="0">
                    <a:pos x="85" y="0"/>
                  </a:cxn>
                  <a:cxn ang="0">
                    <a:pos x="12" y="0"/>
                  </a:cxn>
                  <a:cxn ang="0">
                    <a:pos x="0" y="12"/>
                  </a:cxn>
                  <a:cxn ang="0">
                    <a:pos x="0" y="73"/>
                  </a:cxn>
                  <a:cxn ang="0">
                    <a:pos x="12" y="84"/>
                  </a:cxn>
                  <a:cxn ang="0">
                    <a:pos x="85" y="84"/>
                  </a:cxn>
                  <a:cxn ang="0">
                    <a:pos x="96" y="73"/>
                  </a:cxn>
                  <a:cxn ang="0">
                    <a:pos x="96" y="68"/>
                  </a:cxn>
                  <a:cxn ang="0">
                    <a:pos x="107" y="78"/>
                  </a:cxn>
                  <a:cxn ang="0">
                    <a:pos x="112" y="81"/>
                  </a:cxn>
                  <a:cxn ang="0">
                    <a:pos x="115" y="81"/>
                  </a:cxn>
                  <a:cxn ang="0">
                    <a:pos x="123" y="73"/>
                  </a:cxn>
                  <a:cxn ang="0">
                    <a:pos x="123" y="12"/>
                  </a:cxn>
                  <a:cxn ang="0">
                    <a:pos x="115" y="4"/>
                  </a:cxn>
                  <a:cxn ang="0">
                    <a:pos x="12" y="77"/>
                  </a:cxn>
                  <a:cxn ang="0">
                    <a:pos x="8" y="73"/>
                  </a:cxn>
                  <a:cxn ang="0">
                    <a:pos x="8" y="12"/>
                  </a:cxn>
                  <a:cxn ang="0">
                    <a:pos x="12" y="8"/>
                  </a:cxn>
                  <a:cxn ang="0">
                    <a:pos x="85" y="8"/>
                  </a:cxn>
                  <a:cxn ang="0">
                    <a:pos x="89" y="12"/>
                  </a:cxn>
                  <a:cxn ang="0">
                    <a:pos x="89" y="73"/>
                  </a:cxn>
                  <a:cxn ang="0">
                    <a:pos x="85" y="77"/>
                  </a:cxn>
                  <a:cxn ang="0">
                    <a:pos x="12" y="77"/>
                  </a:cxn>
                  <a:cxn ang="0">
                    <a:pos x="115" y="73"/>
                  </a:cxn>
                  <a:cxn ang="0">
                    <a:pos x="112" y="73"/>
                  </a:cxn>
                  <a:cxn ang="0">
                    <a:pos x="96" y="58"/>
                  </a:cxn>
                  <a:cxn ang="0">
                    <a:pos x="96" y="58"/>
                  </a:cxn>
                  <a:cxn ang="0">
                    <a:pos x="92" y="54"/>
                  </a:cxn>
                  <a:cxn ang="0">
                    <a:pos x="92" y="31"/>
                  </a:cxn>
                  <a:cxn ang="0">
                    <a:pos x="112" y="12"/>
                  </a:cxn>
                  <a:cxn ang="0">
                    <a:pos x="115" y="12"/>
                  </a:cxn>
                  <a:cxn ang="0">
                    <a:pos x="115" y="73"/>
                  </a:cxn>
                  <a:cxn ang="0">
                    <a:pos x="115" y="73"/>
                  </a:cxn>
                  <a:cxn ang="0">
                    <a:pos x="115" y="73"/>
                  </a:cxn>
                </a:cxnLst>
                <a:rect l="0" t="0" r="r" b="b"/>
                <a:pathLst>
                  <a:path w="123" h="84">
                    <a:moveTo>
                      <a:pt x="115" y="4"/>
                    </a:moveTo>
                    <a:cubicBezTo>
                      <a:pt x="112" y="4"/>
                      <a:pt x="112" y="4"/>
                      <a:pt x="112" y="4"/>
                    </a:cubicBezTo>
                    <a:cubicBezTo>
                      <a:pt x="110" y="4"/>
                      <a:pt x="108" y="5"/>
                      <a:pt x="107" y="6"/>
                    </a:cubicBezTo>
                    <a:cubicBezTo>
                      <a:pt x="96" y="16"/>
                      <a:pt x="96" y="16"/>
                      <a:pt x="96" y="16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96" y="5"/>
                      <a:pt x="91" y="0"/>
                      <a:pt x="85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5"/>
                      <a:pt x="0" y="12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79"/>
                      <a:pt x="6" y="84"/>
                      <a:pt x="12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91" y="84"/>
                      <a:pt x="96" y="79"/>
                      <a:pt x="96" y="73"/>
                    </a:cubicBezTo>
                    <a:cubicBezTo>
                      <a:pt x="96" y="68"/>
                      <a:pt x="96" y="68"/>
                      <a:pt x="96" y="68"/>
                    </a:cubicBezTo>
                    <a:cubicBezTo>
                      <a:pt x="107" y="78"/>
                      <a:pt x="107" y="78"/>
                      <a:pt x="107" y="78"/>
                    </a:cubicBezTo>
                    <a:cubicBezTo>
                      <a:pt x="108" y="80"/>
                      <a:pt x="110" y="81"/>
                      <a:pt x="112" y="81"/>
                    </a:cubicBezTo>
                    <a:cubicBezTo>
                      <a:pt x="115" y="81"/>
                      <a:pt x="115" y="81"/>
                      <a:pt x="115" y="81"/>
                    </a:cubicBezTo>
                    <a:cubicBezTo>
                      <a:pt x="120" y="81"/>
                      <a:pt x="123" y="77"/>
                      <a:pt x="123" y="73"/>
                    </a:cubicBezTo>
                    <a:cubicBezTo>
                      <a:pt x="123" y="12"/>
                      <a:pt x="123" y="12"/>
                      <a:pt x="123" y="12"/>
                    </a:cubicBezTo>
                    <a:cubicBezTo>
                      <a:pt x="123" y="7"/>
                      <a:pt x="120" y="4"/>
                      <a:pt x="115" y="4"/>
                    </a:cubicBezTo>
                    <a:close/>
                    <a:moveTo>
                      <a:pt x="12" y="77"/>
                    </a:moveTo>
                    <a:cubicBezTo>
                      <a:pt x="10" y="77"/>
                      <a:pt x="8" y="75"/>
                      <a:pt x="8" y="73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9"/>
                      <a:pt x="10" y="8"/>
                      <a:pt x="12" y="8"/>
                    </a:cubicBezTo>
                    <a:cubicBezTo>
                      <a:pt x="85" y="8"/>
                      <a:pt x="85" y="8"/>
                      <a:pt x="85" y="8"/>
                    </a:cubicBezTo>
                    <a:cubicBezTo>
                      <a:pt x="87" y="8"/>
                      <a:pt x="89" y="9"/>
                      <a:pt x="89" y="12"/>
                    </a:cubicBezTo>
                    <a:cubicBezTo>
                      <a:pt x="89" y="73"/>
                      <a:pt x="89" y="73"/>
                      <a:pt x="89" y="73"/>
                    </a:cubicBezTo>
                    <a:cubicBezTo>
                      <a:pt x="89" y="75"/>
                      <a:pt x="87" y="77"/>
                      <a:pt x="85" y="77"/>
                    </a:cubicBezTo>
                    <a:lnTo>
                      <a:pt x="12" y="77"/>
                    </a:lnTo>
                    <a:close/>
                    <a:moveTo>
                      <a:pt x="115" y="73"/>
                    </a:moveTo>
                    <a:cubicBezTo>
                      <a:pt x="112" y="73"/>
                      <a:pt x="112" y="73"/>
                      <a:pt x="112" y="73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2" y="31"/>
                      <a:pt x="92" y="31"/>
                      <a:pt x="92" y="31"/>
                    </a:cubicBezTo>
                    <a:cubicBezTo>
                      <a:pt x="112" y="12"/>
                      <a:pt x="112" y="12"/>
                      <a:pt x="112" y="12"/>
                    </a:cubicBezTo>
                    <a:cubicBezTo>
                      <a:pt x="115" y="12"/>
                      <a:pt x="115" y="12"/>
                      <a:pt x="115" y="12"/>
                    </a:cubicBezTo>
                    <a:lnTo>
                      <a:pt x="115" y="73"/>
                    </a:lnTo>
                    <a:close/>
                    <a:moveTo>
                      <a:pt x="115" y="73"/>
                    </a:moveTo>
                    <a:cubicBezTo>
                      <a:pt x="115" y="73"/>
                      <a:pt x="115" y="73"/>
                      <a:pt x="115" y="73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sz="1867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11" name="Freeform: Shape 156"/>
              <p:cNvSpPr>
                <a:spLocks/>
              </p:cNvSpPr>
              <p:nvPr/>
            </p:nvSpPr>
            <p:spPr bwMode="auto">
              <a:xfrm>
                <a:off x="5211144" y="2665593"/>
                <a:ext cx="192706" cy="144954"/>
              </a:xfrm>
              <a:custGeom>
                <a:avLst/>
                <a:gdLst/>
                <a:ahLst/>
                <a:cxnLst>
                  <a:cxn ang="0">
                    <a:pos x="101" y="2"/>
                  </a:cxn>
                  <a:cxn ang="0">
                    <a:pos x="27" y="0"/>
                  </a:cxn>
                  <a:cxn ang="0">
                    <a:pos x="2" y="22"/>
                  </a:cxn>
                  <a:cxn ang="0">
                    <a:pos x="2" y="32"/>
                  </a:cxn>
                  <a:cxn ang="0">
                    <a:pos x="61" y="92"/>
                  </a:cxn>
                  <a:cxn ang="0">
                    <a:pos x="121" y="32"/>
                  </a:cxn>
                  <a:cxn ang="0">
                    <a:pos x="120" y="22"/>
                  </a:cxn>
                  <a:cxn ang="0">
                    <a:pos x="86" y="14"/>
                  </a:cxn>
                  <a:cxn ang="0">
                    <a:pos x="93" y="8"/>
                  </a:cxn>
                  <a:cxn ang="0">
                    <a:pos x="76" y="27"/>
                  </a:cxn>
                  <a:cxn ang="0">
                    <a:pos x="93" y="27"/>
                  </a:cxn>
                  <a:cxn ang="0">
                    <a:pos x="73" y="25"/>
                  </a:cxn>
                  <a:cxn ang="0">
                    <a:pos x="75" y="9"/>
                  </a:cxn>
                  <a:cxn ang="0">
                    <a:pos x="70" y="27"/>
                  </a:cxn>
                  <a:cxn ang="0">
                    <a:pos x="61" y="20"/>
                  </a:cxn>
                  <a:cxn ang="0">
                    <a:pos x="70" y="8"/>
                  </a:cxn>
                  <a:cxn ang="0">
                    <a:pos x="53" y="8"/>
                  </a:cxn>
                  <a:cxn ang="0">
                    <a:pos x="58" y="17"/>
                  </a:cxn>
                  <a:cxn ang="0">
                    <a:pos x="40" y="16"/>
                  </a:cxn>
                  <a:cxn ang="0">
                    <a:pos x="58" y="17"/>
                  </a:cxn>
                  <a:cxn ang="0">
                    <a:pos x="30" y="27"/>
                  </a:cxn>
                  <a:cxn ang="0">
                    <a:pos x="47" y="27"/>
                  </a:cxn>
                  <a:cxn ang="0">
                    <a:pos x="37" y="14"/>
                  </a:cxn>
                  <a:cxn ang="0">
                    <a:pos x="43" y="8"/>
                  </a:cxn>
                  <a:cxn ang="0">
                    <a:pos x="34" y="17"/>
                  </a:cxn>
                  <a:cxn ang="0">
                    <a:pos x="8" y="27"/>
                  </a:cxn>
                  <a:cxn ang="0">
                    <a:pos x="11" y="31"/>
                  </a:cxn>
                  <a:cxn ang="0">
                    <a:pos x="49" y="71"/>
                  </a:cxn>
                  <a:cxn ang="0">
                    <a:pos x="29" y="31"/>
                  </a:cxn>
                  <a:cxn ang="0">
                    <a:pos x="57" y="78"/>
                  </a:cxn>
                  <a:cxn ang="0">
                    <a:pos x="52" y="31"/>
                  </a:cxn>
                  <a:cxn ang="0">
                    <a:pos x="61" y="79"/>
                  </a:cxn>
                  <a:cxn ang="0">
                    <a:pos x="65" y="78"/>
                  </a:cxn>
                  <a:cxn ang="0">
                    <a:pos x="94" y="31"/>
                  </a:cxn>
                  <a:cxn ang="0">
                    <a:pos x="74" y="71"/>
                  </a:cxn>
                  <a:cxn ang="0">
                    <a:pos x="112" y="31"/>
                  </a:cxn>
                  <a:cxn ang="0">
                    <a:pos x="99" y="27"/>
                  </a:cxn>
                  <a:cxn ang="0">
                    <a:pos x="97" y="9"/>
                  </a:cxn>
                  <a:cxn ang="0">
                    <a:pos x="99" y="27"/>
                  </a:cxn>
                  <a:cxn ang="0">
                    <a:pos x="99" y="27"/>
                  </a:cxn>
                </a:cxnLst>
                <a:rect l="0" t="0" r="r" b="b"/>
                <a:pathLst>
                  <a:path w="123" h="92">
                    <a:moveTo>
                      <a:pt x="120" y="22"/>
                    </a:moveTo>
                    <a:cubicBezTo>
                      <a:pt x="101" y="2"/>
                      <a:pt x="101" y="2"/>
                      <a:pt x="101" y="2"/>
                    </a:cubicBezTo>
                    <a:cubicBezTo>
                      <a:pt x="100" y="1"/>
                      <a:pt x="98" y="0"/>
                      <a:pt x="96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5" y="0"/>
                      <a:pt x="23" y="1"/>
                      <a:pt x="22" y="2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1" y="23"/>
                      <a:pt x="0" y="25"/>
                      <a:pt x="0" y="27"/>
                    </a:cubicBezTo>
                    <a:cubicBezTo>
                      <a:pt x="0" y="29"/>
                      <a:pt x="1" y="31"/>
                      <a:pt x="2" y="32"/>
                    </a:cubicBezTo>
                    <a:cubicBezTo>
                      <a:pt x="56" y="90"/>
                      <a:pt x="56" y="90"/>
                      <a:pt x="56" y="90"/>
                    </a:cubicBezTo>
                    <a:cubicBezTo>
                      <a:pt x="57" y="91"/>
                      <a:pt x="59" y="92"/>
                      <a:pt x="61" y="92"/>
                    </a:cubicBezTo>
                    <a:cubicBezTo>
                      <a:pt x="64" y="92"/>
                      <a:pt x="66" y="91"/>
                      <a:pt x="67" y="90"/>
                    </a:cubicBezTo>
                    <a:cubicBezTo>
                      <a:pt x="121" y="32"/>
                      <a:pt x="121" y="32"/>
                      <a:pt x="121" y="32"/>
                    </a:cubicBezTo>
                    <a:cubicBezTo>
                      <a:pt x="122" y="31"/>
                      <a:pt x="123" y="29"/>
                      <a:pt x="123" y="27"/>
                    </a:cubicBezTo>
                    <a:cubicBezTo>
                      <a:pt x="123" y="25"/>
                      <a:pt x="122" y="23"/>
                      <a:pt x="120" y="22"/>
                    </a:cubicBezTo>
                    <a:close/>
                    <a:moveTo>
                      <a:pt x="93" y="8"/>
                    </a:moveTo>
                    <a:cubicBezTo>
                      <a:pt x="86" y="14"/>
                      <a:pt x="86" y="14"/>
                      <a:pt x="86" y="14"/>
                    </a:cubicBezTo>
                    <a:cubicBezTo>
                      <a:pt x="79" y="8"/>
                      <a:pt x="79" y="8"/>
                      <a:pt x="79" y="8"/>
                    </a:cubicBezTo>
                    <a:lnTo>
                      <a:pt x="93" y="8"/>
                    </a:lnTo>
                    <a:close/>
                    <a:moveTo>
                      <a:pt x="93" y="27"/>
                    </a:moveTo>
                    <a:cubicBezTo>
                      <a:pt x="76" y="27"/>
                      <a:pt x="76" y="27"/>
                      <a:pt x="76" y="27"/>
                    </a:cubicBezTo>
                    <a:cubicBezTo>
                      <a:pt x="85" y="19"/>
                      <a:pt x="85" y="19"/>
                      <a:pt x="85" y="19"/>
                    </a:cubicBezTo>
                    <a:lnTo>
                      <a:pt x="93" y="27"/>
                    </a:lnTo>
                    <a:close/>
                    <a:moveTo>
                      <a:pt x="83" y="16"/>
                    </a:moveTo>
                    <a:cubicBezTo>
                      <a:pt x="73" y="25"/>
                      <a:pt x="73" y="25"/>
                      <a:pt x="73" y="25"/>
                    </a:cubicBezTo>
                    <a:cubicBezTo>
                      <a:pt x="64" y="17"/>
                      <a:pt x="64" y="17"/>
                      <a:pt x="64" y="17"/>
                    </a:cubicBezTo>
                    <a:cubicBezTo>
                      <a:pt x="75" y="9"/>
                      <a:pt x="75" y="9"/>
                      <a:pt x="75" y="9"/>
                    </a:cubicBezTo>
                    <a:lnTo>
                      <a:pt x="83" y="16"/>
                    </a:lnTo>
                    <a:close/>
                    <a:moveTo>
                      <a:pt x="70" y="27"/>
                    </a:moveTo>
                    <a:cubicBezTo>
                      <a:pt x="53" y="27"/>
                      <a:pt x="53" y="27"/>
                      <a:pt x="53" y="27"/>
                    </a:cubicBezTo>
                    <a:cubicBezTo>
                      <a:pt x="61" y="20"/>
                      <a:pt x="61" y="20"/>
                      <a:pt x="61" y="20"/>
                    </a:cubicBezTo>
                    <a:lnTo>
                      <a:pt x="70" y="27"/>
                    </a:lnTo>
                    <a:close/>
                    <a:moveTo>
                      <a:pt x="70" y="8"/>
                    </a:moveTo>
                    <a:cubicBezTo>
                      <a:pt x="61" y="15"/>
                      <a:pt x="61" y="15"/>
                      <a:pt x="61" y="15"/>
                    </a:cubicBezTo>
                    <a:cubicBezTo>
                      <a:pt x="53" y="8"/>
                      <a:pt x="53" y="8"/>
                      <a:pt x="53" y="8"/>
                    </a:cubicBezTo>
                    <a:lnTo>
                      <a:pt x="70" y="8"/>
                    </a:lnTo>
                    <a:close/>
                    <a:moveTo>
                      <a:pt x="58" y="17"/>
                    </a:moveTo>
                    <a:cubicBezTo>
                      <a:pt x="50" y="25"/>
                      <a:pt x="50" y="25"/>
                      <a:pt x="50" y="25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8" y="9"/>
                      <a:pt x="48" y="9"/>
                      <a:pt x="48" y="9"/>
                    </a:cubicBezTo>
                    <a:lnTo>
                      <a:pt x="58" y="17"/>
                    </a:lnTo>
                    <a:close/>
                    <a:moveTo>
                      <a:pt x="47" y="27"/>
                    </a:moveTo>
                    <a:cubicBezTo>
                      <a:pt x="30" y="27"/>
                      <a:pt x="30" y="27"/>
                      <a:pt x="30" y="27"/>
                    </a:cubicBezTo>
                    <a:cubicBezTo>
                      <a:pt x="37" y="19"/>
                      <a:pt x="37" y="19"/>
                      <a:pt x="37" y="19"/>
                    </a:cubicBezTo>
                    <a:lnTo>
                      <a:pt x="47" y="27"/>
                    </a:lnTo>
                    <a:close/>
                    <a:moveTo>
                      <a:pt x="43" y="8"/>
                    </a:moveTo>
                    <a:cubicBezTo>
                      <a:pt x="37" y="14"/>
                      <a:pt x="37" y="14"/>
                      <a:pt x="37" y="14"/>
                    </a:cubicBezTo>
                    <a:cubicBezTo>
                      <a:pt x="30" y="8"/>
                      <a:pt x="30" y="8"/>
                      <a:pt x="30" y="8"/>
                    </a:cubicBezTo>
                    <a:lnTo>
                      <a:pt x="43" y="8"/>
                    </a:lnTo>
                    <a:close/>
                    <a:moveTo>
                      <a:pt x="26" y="9"/>
                    </a:moveTo>
                    <a:cubicBezTo>
                      <a:pt x="34" y="17"/>
                      <a:pt x="34" y="17"/>
                      <a:pt x="34" y="17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8" y="27"/>
                      <a:pt x="8" y="27"/>
                      <a:pt x="8" y="27"/>
                    </a:cubicBezTo>
                    <a:lnTo>
                      <a:pt x="26" y="9"/>
                    </a:lnTo>
                    <a:close/>
                    <a:moveTo>
                      <a:pt x="11" y="31"/>
                    </a:moveTo>
                    <a:cubicBezTo>
                      <a:pt x="25" y="31"/>
                      <a:pt x="25" y="31"/>
                      <a:pt x="25" y="31"/>
                    </a:cubicBezTo>
                    <a:cubicBezTo>
                      <a:pt x="49" y="71"/>
                      <a:pt x="49" y="71"/>
                      <a:pt x="49" y="71"/>
                    </a:cubicBezTo>
                    <a:lnTo>
                      <a:pt x="11" y="31"/>
                    </a:lnTo>
                    <a:close/>
                    <a:moveTo>
                      <a:pt x="29" y="31"/>
                    </a:moveTo>
                    <a:cubicBezTo>
                      <a:pt x="48" y="31"/>
                      <a:pt x="48" y="31"/>
                      <a:pt x="48" y="31"/>
                    </a:cubicBezTo>
                    <a:cubicBezTo>
                      <a:pt x="57" y="78"/>
                      <a:pt x="57" y="78"/>
                      <a:pt x="57" y="78"/>
                    </a:cubicBezTo>
                    <a:lnTo>
                      <a:pt x="29" y="31"/>
                    </a:lnTo>
                    <a:close/>
                    <a:moveTo>
                      <a:pt x="52" y="31"/>
                    </a:moveTo>
                    <a:cubicBezTo>
                      <a:pt x="71" y="31"/>
                      <a:pt x="71" y="31"/>
                      <a:pt x="71" y="31"/>
                    </a:cubicBezTo>
                    <a:cubicBezTo>
                      <a:pt x="61" y="79"/>
                      <a:pt x="61" y="79"/>
                      <a:pt x="61" y="79"/>
                    </a:cubicBezTo>
                    <a:lnTo>
                      <a:pt x="52" y="31"/>
                    </a:lnTo>
                    <a:close/>
                    <a:moveTo>
                      <a:pt x="65" y="78"/>
                    </a:moveTo>
                    <a:cubicBezTo>
                      <a:pt x="75" y="31"/>
                      <a:pt x="75" y="31"/>
                      <a:pt x="75" y="31"/>
                    </a:cubicBezTo>
                    <a:cubicBezTo>
                      <a:pt x="94" y="31"/>
                      <a:pt x="94" y="31"/>
                      <a:pt x="94" y="31"/>
                    </a:cubicBezTo>
                    <a:lnTo>
                      <a:pt x="65" y="78"/>
                    </a:lnTo>
                    <a:close/>
                    <a:moveTo>
                      <a:pt x="74" y="71"/>
                    </a:moveTo>
                    <a:cubicBezTo>
                      <a:pt x="98" y="31"/>
                      <a:pt x="98" y="31"/>
                      <a:pt x="98" y="31"/>
                    </a:cubicBezTo>
                    <a:cubicBezTo>
                      <a:pt x="112" y="31"/>
                      <a:pt x="112" y="31"/>
                      <a:pt x="112" y="31"/>
                    </a:cubicBezTo>
                    <a:lnTo>
                      <a:pt x="74" y="71"/>
                    </a:lnTo>
                    <a:close/>
                    <a:moveTo>
                      <a:pt x="99" y="27"/>
                    </a:moveTo>
                    <a:cubicBezTo>
                      <a:pt x="88" y="17"/>
                      <a:pt x="88" y="17"/>
                      <a:pt x="88" y="17"/>
                    </a:cubicBezTo>
                    <a:cubicBezTo>
                      <a:pt x="97" y="9"/>
                      <a:pt x="97" y="9"/>
                      <a:pt x="97" y="9"/>
                    </a:cubicBezTo>
                    <a:cubicBezTo>
                      <a:pt x="115" y="27"/>
                      <a:pt x="115" y="27"/>
                      <a:pt x="115" y="27"/>
                    </a:cubicBezTo>
                    <a:lnTo>
                      <a:pt x="99" y="27"/>
                    </a:lnTo>
                    <a:close/>
                    <a:moveTo>
                      <a:pt x="99" y="27"/>
                    </a:moveTo>
                    <a:cubicBezTo>
                      <a:pt x="99" y="27"/>
                      <a:pt x="99" y="27"/>
                      <a:pt x="99" y="27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sz="1867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grpSp>
            <p:nvGrpSpPr>
              <p:cNvPr id="12" name="Group 157"/>
              <p:cNvGrpSpPr/>
              <p:nvPr/>
            </p:nvGrpSpPr>
            <p:grpSpPr>
              <a:xfrm>
                <a:off x="4896612" y="2493506"/>
                <a:ext cx="193560" cy="193558"/>
                <a:chOff x="8780463" y="1906588"/>
                <a:chExt cx="360363" cy="360363"/>
              </a:xfrm>
              <a:solidFill>
                <a:schemeClr val="bg1"/>
              </a:solidFill>
            </p:grpSpPr>
            <p:sp>
              <p:nvSpPr>
                <p:cNvPr id="13" name="Freeform: Shape 158"/>
                <p:cNvSpPr>
                  <a:spLocks/>
                </p:cNvSpPr>
                <p:nvPr/>
              </p:nvSpPr>
              <p:spPr bwMode="auto">
                <a:xfrm>
                  <a:off x="8780463" y="1938338"/>
                  <a:ext cx="328613" cy="328613"/>
                </a:xfrm>
                <a:custGeom>
                  <a:avLst/>
                  <a:gdLst/>
                  <a:ahLst/>
                  <a:cxnLst>
                    <a:cxn ang="0">
                      <a:pos x="80" y="3"/>
                    </a:cxn>
                    <a:cxn ang="0">
                      <a:pos x="73" y="0"/>
                    </a:cxn>
                    <a:cxn ang="0">
                      <a:pos x="66" y="3"/>
                    </a:cxn>
                    <a:cxn ang="0">
                      <a:pos x="61" y="9"/>
                    </a:cxn>
                    <a:cxn ang="0">
                      <a:pos x="58" y="15"/>
                    </a:cxn>
                    <a:cxn ang="0">
                      <a:pos x="60" y="20"/>
                    </a:cxn>
                    <a:cxn ang="0">
                      <a:pos x="8" y="41"/>
                    </a:cxn>
                    <a:cxn ang="0">
                      <a:pos x="1" y="50"/>
                    </a:cxn>
                    <a:cxn ang="0">
                      <a:pos x="4" y="60"/>
                    </a:cxn>
                    <a:cxn ang="0">
                      <a:pos x="53" y="108"/>
                    </a:cxn>
                    <a:cxn ang="0">
                      <a:pos x="61" y="112"/>
                    </a:cxn>
                    <a:cxn ang="0">
                      <a:pos x="61" y="112"/>
                    </a:cxn>
                    <a:cxn ang="0">
                      <a:pos x="63" y="111"/>
                    </a:cxn>
                    <a:cxn ang="0">
                      <a:pos x="72" y="104"/>
                    </a:cxn>
                    <a:cxn ang="0">
                      <a:pos x="92" y="53"/>
                    </a:cxn>
                    <a:cxn ang="0">
                      <a:pos x="97" y="55"/>
                    </a:cxn>
                    <a:cxn ang="0">
                      <a:pos x="104" y="52"/>
                    </a:cxn>
                    <a:cxn ang="0">
                      <a:pos x="110" y="46"/>
                    </a:cxn>
                    <a:cxn ang="0">
                      <a:pos x="112" y="40"/>
                    </a:cxn>
                    <a:cxn ang="0">
                      <a:pos x="110" y="33"/>
                    </a:cxn>
                    <a:cxn ang="0">
                      <a:pos x="80" y="3"/>
                    </a:cxn>
                    <a:cxn ang="0">
                      <a:pos x="65" y="102"/>
                    </a:cxn>
                    <a:cxn ang="0">
                      <a:pos x="62" y="104"/>
                    </a:cxn>
                    <a:cxn ang="0">
                      <a:pos x="61" y="104"/>
                    </a:cxn>
                    <a:cxn ang="0">
                      <a:pos x="58" y="103"/>
                    </a:cxn>
                    <a:cxn ang="0">
                      <a:pos x="9" y="55"/>
                    </a:cxn>
                    <a:cxn ang="0">
                      <a:pos x="8" y="51"/>
                    </a:cxn>
                    <a:cxn ang="0">
                      <a:pos x="11" y="48"/>
                    </a:cxn>
                    <a:cxn ang="0">
                      <a:pos x="34" y="39"/>
                    </a:cxn>
                    <a:cxn ang="0">
                      <a:pos x="83" y="56"/>
                    </a:cxn>
                    <a:cxn ang="0">
                      <a:pos x="65" y="102"/>
                    </a:cxn>
                    <a:cxn ang="0">
                      <a:pos x="104" y="41"/>
                    </a:cxn>
                    <a:cxn ang="0">
                      <a:pos x="99" y="46"/>
                    </a:cxn>
                    <a:cxn ang="0">
                      <a:pos x="96" y="46"/>
                    </a:cxn>
                    <a:cxn ang="0">
                      <a:pos x="89" y="40"/>
                    </a:cxn>
                    <a:cxn ang="0">
                      <a:pos x="84" y="53"/>
                    </a:cxn>
                    <a:cxn ang="0">
                      <a:pos x="84" y="52"/>
                    </a:cxn>
                    <a:cxn ang="0">
                      <a:pos x="50" y="38"/>
                    </a:cxn>
                    <a:cxn ang="0">
                      <a:pos x="40" y="36"/>
                    </a:cxn>
                    <a:cxn ang="0">
                      <a:pos x="73" y="23"/>
                    </a:cxn>
                    <a:cxn ang="0">
                      <a:pos x="66" y="17"/>
                    </a:cxn>
                    <a:cxn ang="0">
                      <a:pos x="66" y="14"/>
                    </a:cxn>
                    <a:cxn ang="0">
                      <a:pos x="72" y="9"/>
                    </a:cxn>
                    <a:cxn ang="0">
                      <a:pos x="75" y="9"/>
                    </a:cxn>
                    <a:cxn ang="0">
                      <a:pos x="104" y="38"/>
                    </a:cxn>
                    <a:cxn ang="0">
                      <a:pos x="104" y="41"/>
                    </a:cxn>
                    <a:cxn ang="0">
                      <a:pos x="104" y="41"/>
                    </a:cxn>
                    <a:cxn ang="0">
                      <a:pos x="104" y="41"/>
                    </a:cxn>
                  </a:cxnLst>
                  <a:rect l="0" t="0" r="r" b="b"/>
                  <a:pathLst>
                    <a:path w="112" h="112">
                      <a:moveTo>
                        <a:pt x="80" y="3"/>
                      </a:moveTo>
                      <a:cubicBezTo>
                        <a:pt x="78" y="1"/>
                        <a:pt x="76" y="0"/>
                        <a:pt x="73" y="0"/>
                      </a:cubicBezTo>
                      <a:cubicBezTo>
                        <a:pt x="71" y="0"/>
                        <a:pt x="68" y="1"/>
                        <a:pt x="66" y="3"/>
                      </a:cubicBezTo>
                      <a:cubicBezTo>
                        <a:pt x="61" y="9"/>
                        <a:pt x="61" y="9"/>
                        <a:pt x="61" y="9"/>
                      </a:cubicBezTo>
                      <a:cubicBezTo>
                        <a:pt x="59" y="10"/>
                        <a:pt x="58" y="13"/>
                        <a:pt x="58" y="15"/>
                      </a:cubicBezTo>
                      <a:cubicBezTo>
                        <a:pt x="58" y="17"/>
                        <a:pt x="59" y="19"/>
                        <a:pt x="60" y="20"/>
                      </a:cubicBezTo>
                      <a:cubicBezTo>
                        <a:pt x="8" y="41"/>
                        <a:pt x="8" y="41"/>
                        <a:pt x="8" y="41"/>
                      </a:cubicBezTo>
                      <a:cubicBezTo>
                        <a:pt x="4" y="43"/>
                        <a:pt x="2" y="46"/>
                        <a:pt x="1" y="50"/>
                      </a:cubicBezTo>
                      <a:cubicBezTo>
                        <a:pt x="0" y="53"/>
                        <a:pt x="1" y="57"/>
                        <a:pt x="4" y="60"/>
                      </a:cubicBezTo>
                      <a:cubicBezTo>
                        <a:pt x="53" y="108"/>
                        <a:pt x="53" y="108"/>
                        <a:pt x="53" y="108"/>
                      </a:cubicBezTo>
                      <a:cubicBezTo>
                        <a:pt x="55" y="110"/>
                        <a:pt x="58" y="112"/>
                        <a:pt x="61" y="112"/>
                      </a:cubicBezTo>
                      <a:cubicBezTo>
                        <a:pt x="61" y="112"/>
                        <a:pt x="61" y="112"/>
                        <a:pt x="61" y="112"/>
                      </a:cubicBezTo>
                      <a:cubicBezTo>
                        <a:pt x="62" y="112"/>
                        <a:pt x="63" y="112"/>
                        <a:pt x="63" y="111"/>
                      </a:cubicBezTo>
                      <a:cubicBezTo>
                        <a:pt x="67" y="111"/>
                        <a:pt x="70" y="108"/>
                        <a:pt x="72" y="104"/>
                      </a:cubicBezTo>
                      <a:cubicBezTo>
                        <a:pt x="92" y="53"/>
                        <a:pt x="92" y="53"/>
                        <a:pt x="92" y="53"/>
                      </a:cubicBezTo>
                      <a:cubicBezTo>
                        <a:pt x="94" y="54"/>
                        <a:pt x="95" y="55"/>
                        <a:pt x="97" y="55"/>
                      </a:cubicBezTo>
                      <a:cubicBezTo>
                        <a:pt x="100" y="55"/>
                        <a:pt x="102" y="54"/>
                        <a:pt x="104" y="52"/>
                      </a:cubicBezTo>
                      <a:cubicBezTo>
                        <a:pt x="110" y="46"/>
                        <a:pt x="110" y="46"/>
                        <a:pt x="110" y="46"/>
                      </a:cubicBezTo>
                      <a:cubicBezTo>
                        <a:pt x="111" y="45"/>
                        <a:pt x="112" y="42"/>
                        <a:pt x="112" y="40"/>
                      </a:cubicBezTo>
                      <a:cubicBezTo>
                        <a:pt x="112" y="37"/>
                        <a:pt x="111" y="35"/>
                        <a:pt x="110" y="33"/>
                      </a:cubicBezTo>
                      <a:lnTo>
                        <a:pt x="80" y="3"/>
                      </a:lnTo>
                      <a:close/>
                      <a:moveTo>
                        <a:pt x="65" y="102"/>
                      </a:moveTo>
                      <a:cubicBezTo>
                        <a:pt x="64" y="103"/>
                        <a:pt x="63" y="104"/>
                        <a:pt x="62" y="104"/>
                      </a:cubicBezTo>
                      <a:cubicBezTo>
                        <a:pt x="61" y="104"/>
                        <a:pt x="61" y="104"/>
                        <a:pt x="61" y="104"/>
                      </a:cubicBezTo>
                      <a:cubicBezTo>
                        <a:pt x="60" y="104"/>
                        <a:pt x="59" y="104"/>
                        <a:pt x="58" y="103"/>
                      </a:cubicBezTo>
                      <a:cubicBezTo>
                        <a:pt x="9" y="55"/>
                        <a:pt x="9" y="55"/>
                        <a:pt x="9" y="55"/>
                      </a:cubicBezTo>
                      <a:cubicBezTo>
                        <a:pt x="9" y="54"/>
                        <a:pt x="8" y="52"/>
                        <a:pt x="8" y="51"/>
                      </a:cubicBezTo>
                      <a:cubicBezTo>
                        <a:pt x="9" y="50"/>
                        <a:pt x="9" y="49"/>
                        <a:pt x="11" y="48"/>
                      </a:cubicBezTo>
                      <a:cubicBezTo>
                        <a:pt x="34" y="39"/>
                        <a:pt x="34" y="39"/>
                        <a:pt x="34" y="39"/>
                      </a:cubicBezTo>
                      <a:cubicBezTo>
                        <a:pt x="51" y="44"/>
                        <a:pt x="67" y="39"/>
                        <a:pt x="83" y="56"/>
                      </a:cubicBezTo>
                      <a:lnTo>
                        <a:pt x="65" y="102"/>
                      </a:lnTo>
                      <a:close/>
                      <a:moveTo>
                        <a:pt x="104" y="41"/>
                      </a:moveTo>
                      <a:cubicBezTo>
                        <a:pt x="99" y="46"/>
                        <a:pt x="99" y="46"/>
                        <a:pt x="99" y="46"/>
                      </a:cubicBezTo>
                      <a:cubicBezTo>
                        <a:pt x="98" y="47"/>
                        <a:pt x="97" y="47"/>
                        <a:pt x="96" y="46"/>
                      </a:cubicBezTo>
                      <a:cubicBezTo>
                        <a:pt x="89" y="40"/>
                        <a:pt x="89" y="40"/>
                        <a:pt x="89" y="40"/>
                      </a:cubicBezTo>
                      <a:cubicBezTo>
                        <a:pt x="84" y="53"/>
                        <a:pt x="84" y="53"/>
                        <a:pt x="84" y="53"/>
                      </a:cubicBezTo>
                      <a:cubicBezTo>
                        <a:pt x="84" y="52"/>
                        <a:pt x="84" y="52"/>
                        <a:pt x="84" y="52"/>
                      </a:cubicBezTo>
                      <a:cubicBezTo>
                        <a:pt x="73" y="41"/>
                        <a:pt x="61" y="39"/>
                        <a:pt x="50" y="38"/>
                      </a:cubicBezTo>
                      <a:cubicBezTo>
                        <a:pt x="47" y="38"/>
                        <a:pt x="44" y="37"/>
                        <a:pt x="40" y="36"/>
                      </a:cubicBezTo>
                      <a:cubicBezTo>
                        <a:pt x="73" y="23"/>
                        <a:pt x="73" y="23"/>
                        <a:pt x="73" y="23"/>
                      </a:cubicBezTo>
                      <a:cubicBezTo>
                        <a:pt x="66" y="17"/>
                        <a:pt x="66" y="17"/>
                        <a:pt x="66" y="17"/>
                      </a:cubicBezTo>
                      <a:cubicBezTo>
                        <a:pt x="66" y="16"/>
                        <a:pt x="66" y="15"/>
                        <a:pt x="66" y="14"/>
                      </a:cubicBezTo>
                      <a:cubicBezTo>
                        <a:pt x="72" y="9"/>
                        <a:pt x="72" y="9"/>
                        <a:pt x="72" y="9"/>
                      </a:cubicBezTo>
                      <a:cubicBezTo>
                        <a:pt x="73" y="8"/>
                        <a:pt x="74" y="8"/>
                        <a:pt x="75" y="9"/>
                      </a:cubicBezTo>
                      <a:cubicBezTo>
                        <a:pt x="104" y="38"/>
                        <a:pt x="104" y="38"/>
                        <a:pt x="104" y="38"/>
                      </a:cubicBezTo>
                      <a:cubicBezTo>
                        <a:pt x="105" y="39"/>
                        <a:pt x="105" y="40"/>
                        <a:pt x="104" y="41"/>
                      </a:cubicBezTo>
                      <a:close/>
                      <a:moveTo>
                        <a:pt x="104" y="41"/>
                      </a:moveTo>
                      <a:cubicBezTo>
                        <a:pt x="104" y="41"/>
                        <a:pt x="104" y="41"/>
                        <a:pt x="104" y="41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14" name="Freeform: Shape 159"/>
                <p:cNvSpPr>
                  <a:spLocks/>
                </p:cNvSpPr>
                <p:nvPr/>
              </p:nvSpPr>
              <p:spPr bwMode="auto">
                <a:xfrm>
                  <a:off x="8939213" y="2084388"/>
                  <a:ext cx="55563" cy="57150"/>
                </a:xfrm>
                <a:custGeom>
                  <a:avLst/>
                  <a:gdLst/>
                  <a:ahLst/>
                  <a:cxnLst>
                    <a:cxn ang="0">
                      <a:pos x="10" y="19"/>
                    </a:cxn>
                    <a:cxn ang="0">
                      <a:pos x="19" y="10"/>
                    </a:cxn>
                    <a:cxn ang="0">
                      <a:pos x="10" y="0"/>
                    </a:cxn>
                    <a:cxn ang="0">
                      <a:pos x="0" y="10"/>
                    </a:cxn>
                    <a:cxn ang="0">
                      <a:pos x="10" y="19"/>
                    </a:cxn>
                    <a:cxn ang="0">
                      <a:pos x="10" y="4"/>
                    </a:cxn>
                    <a:cxn ang="0">
                      <a:pos x="16" y="10"/>
                    </a:cxn>
                    <a:cxn ang="0">
                      <a:pos x="10" y="16"/>
                    </a:cxn>
                    <a:cxn ang="0">
                      <a:pos x="4" y="10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10" y="4"/>
                    </a:cxn>
                  </a:cxnLst>
                  <a:rect l="0" t="0" r="r" b="b"/>
                  <a:pathLst>
                    <a:path w="19" h="19">
                      <a:moveTo>
                        <a:pt x="10" y="19"/>
                      </a:moveTo>
                      <a:cubicBezTo>
                        <a:pt x="15" y="19"/>
                        <a:pt x="19" y="15"/>
                        <a:pt x="19" y="10"/>
                      </a:cubicBezTo>
                      <a:cubicBezTo>
                        <a:pt x="19" y="5"/>
                        <a:pt x="15" y="0"/>
                        <a:pt x="10" y="0"/>
                      </a:cubicBezTo>
                      <a:cubicBezTo>
                        <a:pt x="5" y="0"/>
                        <a:pt x="0" y="5"/>
                        <a:pt x="0" y="10"/>
                      </a:cubicBezTo>
                      <a:cubicBezTo>
                        <a:pt x="0" y="15"/>
                        <a:pt x="5" y="19"/>
                        <a:pt x="10" y="19"/>
                      </a:cubicBezTo>
                      <a:close/>
                      <a:moveTo>
                        <a:pt x="10" y="4"/>
                      </a:moveTo>
                      <a:cubicBezTo>
                        <a:pt x="13" y="4"/>
                        <a:pt x="16" y="7"/>
                        <a:pt x="16" y="10"/>
                      </a:cubicBezTo>
                      <a:cubicBezTo>
                        <a:pt x="16" y="13"/>
                        <a:pt x="13" y="16"/>
                        <a:pt x="10" y="16"/>
                      </a:cubicBezTo>
                      <a:cubicBezTo>
                        <a:pt x="7" y="16"/>
                        <a:pt x="4" y="13"/>
                        <a:pt x="4" y="10"/>
                      </a:cubicBezTo>
                      <a:cubicBezTo>
                        <a:pt x="4" y="7"/>
                        <a:pt x="7" y="4"/>
                        <a:pt x="10" y="4"/>
                      </a:cubicBezTo>
                      <a:close/>
                      <a:moveTo>
                        <a:pt x="10" y="4"/>
                      </a:moveTo>
                      <a:cubicBezTo>
                        <a:pt x="10" y="4"/>
                        <a:pt x="10" y="4"/>
                        <a:pt x="10" y="4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15" name="Freeform: Shape 160"/>
                <p:cNvSpPr>
                  <a:spLocks/>
                </p:cNvSpPr>
                <p:nvPr/>
              </p:nvSpPr>
              <p:spPr bwMode="auto">
                <a:xfrm>
                  <a:off x="9085263" y="1906588"/>
                  <a:ext cx="55563" cy="55563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0" y="9"/>
                    </a:cxn>
                    <a:cxn ang="0">
                      <a:pos x="10" y="19"/>
                    </a:cxn>
                    <a:cxn ang="0">
                      <a:pos x="19" y="9"/>
                    </a:cxn>
                    <a:cxn ang="0">
                      <a:pos x="10" y="0"/>
                    </a:cxn>
                    <a:cxn ang="0">
                      <a:pos x="10" y="15"/>
                    </a:cxn>
                    <a:cxn ang="0">
                      <a:pos x="4" y="9"/>
                    </a:cxn>
                    <a:cxn ang="0">
                      <a:pos x="10" y="4"/>
                    </a:cxn>
                    <a:cxn ang="0">
                      <a:pos x="16" y="9"/>
                    </a:cxn>
                    <a:cxn ang="0">
                      <a:pos x="10" y="15"/>
                    </a:cxn>
                    <a:cxn ang="0">
                      <a:pos x="10" y="15"/>
                    </a:cxn>
                    <a:cxn ang="0">
                      <a:pos x="10" y="15"/>
                    </a:cxn>
                  </a:cxnLst>
                  <a:rect l="0" t="0" r="r" b="b"/>
                  <a:pathLst>
                    <a:path w="19" h="19">
                      <a:moveTo>
                        <a:pt x="10" y="0"/>
                      </a:moveTo>
                      <a:cubicBezTo>
                        <a:pt x="4" y="0"/>
                        <a:pt x="0" y="4"/>
                        <a:pt x="0" y="9"/>
                      </a:cubicBezTo>
                      <a:cubicBezTo>
                        <a:pt x="0" y="15"/>
                        <a:pt x="4" y="19"/>
                        <a:pt x="10" y="19"/>
                      </a:cubicBezTo>
                      <a:cubicBezTo>
                        <a:pt x="15" y="19"/>
                        <a:pt x="19" y="15"/>
                        <a:pt x="19" y="9"/>
                      </a:cubicBezTo>
                      <a:cubicBezTo>
                        <a:pt x="19" y="4"/>
                        <a:pt x="15" y="0"/>
                        <a:pt x="10" y="0"/>
                      </a:cubicBezTo>
                      <a:close/>
                      <a:moveTo>
                        <a:pt x="10" y="15"/>
                      </a:moveTo>
                      <a:cubicBezTo>
                        <a:pt x="7" y="15"/>
                        <a:pt x="4" y="13"/>
                        <a:pt x="4" y="9"/>
                      </a:cubicBezTo>
                      <a:cubicBezTo>
                        <a:pt x="4" y="6"/>
                        <a:pt x="7" y="4"/>
                        <a:pt x="10" y="4"/>
                      </a:cubicBezTo>
                      <a:cubicBezTo>
                        <a:pt x="13" y="4"/>
                        <a:pt x="16" y="6"/>
                        <a:pt x="16" y="9"/>
                      </a:cubicBezTo>
                      <a:cubicBezTo>
                        <a:pt x="16" y="13"/>
                        <a:pt x="13" y="15"/>
                        <a:pt x="10" y="15"/>
                      </a:cubicBezTo>
                      <a:close/>
                      <a:moveTo>
                        <a:pt x="10" y="15"/>
                      </a:moveTo>
                      <a:cubicBezTo>
                        <a:pt x="10" y="15"/>
                        <a:pt x="10" y="15"/>
                        <a:pt x="10" y="15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16" name="Freeform: Shape 161"/>
                <p:cNvSpPr>
                  <a:spLocks/>
                </p:cNvSpPr>
                <p:nvPr/>
              </p:nvSpPr>
              <p:spPr bwMode="auto">
                <a:xfrm>
                  <a:off x="8872538" y="2073276"/>
                  <a:ext cx="46038" cy="47625"/>
                </a:xfrm>
                <a:custGeom>
                  <a:avLst/>
                  <a:gdLst/>
                  <a:ahLst/>
                  <a:cxnLst>
                    <a:cxn ang="0">
                      <a:pos x="0" y="8"/>
                    </a:cxn>
                    <a:cxn ang="0">
                      <a:pos x="8" y="16"/>
                    </a:cxn>
                    <a:cxn ang="0">
                      <a:pos x="16" y="8"/>
                    </a:cxn>
                    <a:cxn ang="0">
                      <a:pos x="8" y="0"/>
                    </a:cxn>
                    <a:cxn ang="0">
                      <a:pos x="0" y="8"/>
                    </a:cxn>
                    <a:cxn ang="0">
                      <a:pos x="8" y="4"/>
                    </a:cxn>
                    <a:cxn ang="0">
                      <a:pos x="12" y="8"/>
                    </a:cxn>
                    <a:cxn ang="0">
                      <a:pos x="8" y="12"/>
                    </a:cxn>
                    <a:cxn ang="0">
                      <a:pos x="4" y="8"/>
                    </a:cxn>
                    <a:cxn ang="0">
                      <a:pos x="8" y="4"/>
                    </a:cxn>
                    <a:cxn ang="0">
                      <a:pos x="8" y="4"/>
                    </a:cxn>
                    <a:cxn ang="0">
                      <a:pos x="8" y="4"/>
                    </a:cxn>
                  </a:cxnLst>
                  <a:rect l="0" t="0" r="r" b="b"/>
                  <a:pathLst>
                    <a:path w="16" h="16">
                      <a:moveTo>
                        <a:pt x="0" y="8"/>
                      </a:moveTo>
                      <a:cubicBezTo>
                        <a:pt x="0" y="12"/>
                        <a:pt x="4" y="16"/>
                        <a:pt x="8" y="16"/>
                      </a:cubicBezTo>
                      <a:cubicBezTo>
                        <a:pt x="12" y="16"/>
                        <a:pt x="16" y="12"/>
                        <a:pt x="16" y="8"/>
                      </a:cubicBezTo>
                      <a:cubicBezTo>
                        <a:pt x="16" y="4"/>
                        <a:pt x="12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lose/>
                      <a:moveTo>
                        <a:pt x="8" y="4"/>
                      </a:moveTo>
                      <a:cubicBezTo>
                        <a:pt x="10" y="4"/>
                        <a:pt x="12" y="6"/>
                        <a:pt x="12" y="8"/>
                      </a:cubicBezTo>
                      <a:cubicBezTo>
                        <a:pt x="12" y="10"/>
                        <a:pt x="10" y="12"/>
                        <a:pt x="8" y="12"/>
                      </a:cubicBezTo>
                      <a:cubicBezTo>
                        <a:pt x="6" y="12"/>
                        <a:pt x="4" y="10"/>
                        <a:pt x="4" y="8"/>
                      </a:cubicBezTo>
                      <a:cubicBezTo>
                        <a:pt x="4" y="6"/>
                        <a:pt x="6" y="4"/>
                        <a:pt x="8" y="4"/>
                      </a:cubicBezTo>
                      <a:close/>
                      <a:moveTo>
                        <a:pt x="8" y="4"/>
                      </a:moveTo>
                      <a:cubicBezTo>
                        <a:pt x="8" y="4"/>
                        <a:pt x="8" y="4"/>
                        <a:pt x="8" y="4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17" name="Freeform: Shape 162"/>
                <p:cNvSpPr>
                  <a:spLocks/>
                </p:cNvSpPr>
                <p:nvPr/>
              </p:nvSpPr>
              <p:spPr bwMode="auto">
                <a:xfrm>
                  <a:off x="8918575" y="2152651"/>
                  <a:ext cx="20638" cy="23813"/>
                </a:xfrm>
                <a:custGeom>
                  <a:avLst/>
                  <a:gdLst/>
                  <a:ahLst/>
                  <a:cxnLst>
                    <a:cxn ang="0">
                      <a:pos x="7" y="4"/>
                    </a:cxn>
                    <a:cxn ang="0">
                      <a:pos x="3" y="8"/>
                    </a:cxn>
                    <a:cxn ang="0">
                      <a:pos x="0" y="4"/>
                    </a:cxn>
                    <a:cxn ang="0">
                      <a:pos x="3" y="0"/>
                    </a:cxn>
                    <a:cxn ang="0">
                      <a:pos x="7" y="4"/>
                    </a:cxn>
                    <a:cxn ang="0">
                      <a:pos x="7" y="4"/>
                    </a:cxn>
                    <a:cxn ang="0">
                      <a:pos x="7" y="4"/>
                    </a:cxn>
                  </a:cxnLst>
                  <a:rect l="0" t="0" r="r" b="b"/>
                  <a:pathLst>
                    <a:path w="7" h="8">
                      <a:moveTo>
                        <a:pt x="7" y="4"/>
                      </a:moveTo>
                      <a:cubicBezTo>
                        <a:pt x="7" y="6"/>
                        <a:pt x="6" y="8"/>
                        <a:pt x="3" y="8"/>
                      </a:cubicBezTo>
                      <a:cubicBezTo>
                        <a:pt x="1" y="8"/>
                        <a:pt x="0" y="6"/>
                        <a:pt x="0" y="4"/>
                      </a:cubicBezTo>
                      <a:cubicBezTo>
                        <a:pt x="0" y="2"/>
                        <a:pt x="1" y="0"/>
                        <a:pt x="3" y="0"/>
                      </a:cubicBezTo>
                      <a:cubicBezTo>
                        <a:pt x="6" y="0"/>
                        <a:pt x="7" y="2"/>
                        <a:pt x="7" y="4"/>
                      </a:cubicBezTo>
                      <a:close/>
                      <a:moveTo>
                        <a:pt x="7" y="4"/>
                      </a:moveTo>
                      <a:cubicBezTo>
                        <a:pt x="7" y="4"/>
                        <a:pt x="7" y="4"/>
                        <a:pt x="7" y="4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18" name="Freeform: Shape 163"/>
                <p:cNvSpPr>
                  <a:spLocks/>
                </p:cNvSpPr>
                <p:nvPr/>
              </p:nvSpPr>
              <p:spPr bwMode="auto">
                <a:xfrm>
                  <a:off x="9096375" y="1985963"/>
                  <a:ext cx="23813" cy="20638"/>
                </a:xfrm>
                <a:custGeom>
                  <a:avLst/>
                  <a:gdLst/>
                  <a:ahLst/>
                  <a:cxnLst>
                    <a:cxn ang="0">
                      <a:pos x="8" y="4"/>
                    </a:cxn>
                    <a:cxn ang="0">
                      <a:pos x="4" y="7"/>
                    </a:cxn>
                    <a:cxn ang="0">
                      <a:pos x="0" y="4"/>
                    </a:cxn>
                    <a:cxn ang="0">
                      <a:pos x="4" y="0"/>
                    </a:cxn>
                    <a:cxn ang="0">
                      <a:pos x="8" y="4"/>
                    </a:cxn>
                    <a:cxn ang="0">
                      <a:pos x="8" y="4"/>
                    </a:cxn>
                    <a:cxn ang="0">
                      <a:pos x="8" y="4"/>
                    </a:cxn>
                  </a:cxnLst>
                  <a:rect l="0" t="0" r="r" b="b"/>
                  <a:pathLst>
                    <a:path w="8" h="7">
                      <a:moveTo>
                        <a:pt x="8" y="4"/>
                      </a:moveTo>
                      <a:cubicBezTo>
                        <a:pt x="8" y="6"/>
                        <a:pt x="6" y="7"/>
                        <a:pt x="4" y="7"/>
                      </a:cubicBezTo>
                      <a:cubicBezTo>
                        <a:pt x="2" y="7"/>
                        <a:pt x="0" y="6"/>
                        <a:pt x="0" y="4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6" y="0"/>
                        <a:pt x="8" y="1"/>
                        <a:pt x="8" y="4"/>
                      </a:cubicBezTo>
                      <a:close/>
                      <a:moveTo>
                        <a:pt x="8" y="4"/>
                      </a:moveTo>
                      <a:cubicBezTo>
                        <a:pt x="8" y="4"/>
                        <a:pt x="8" y="4"/>
                        <a:pt x="8" y="4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</p:grpSp>
        </p:grpSp>
        <p:grpSp>
          <p:nvGrpSpPr>
            <p:cNvPr id="49" name="Group 166"/>
            <p:cNvGrpSpPr/>
            <p:nvPr/>
          </p:nvGrpSpPr>
          <p:grpSpPr>
            <a:xfrm>
              <a:off x="7363219" y="1883201"/>
              <a:ext cx="2733612" cy="2733579"/>
              <a:chOff x="3087031" y="1466082"/>
              <a:chExt cx="1686514" cy="1686494"/>
            </a:xfrm>
          </p:grpSpPr>
          <p:sp>
            <p:nvSpPr>
              <p:cNvPr id="50" name="Freeform: Shape 4"/>
              <p:cNvSpPr/>
              <p:nvPr/>
            </p:nvSpPr>
            <p:spPr>
              <a:xfrm>
                <a:off x="3166182" y="1563148"/>
                <a:ext cx="1492361" cy="14923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1F1F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sz="1867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grpSp>
            <p:nvGrpSpPr>
              <p:cNvPr id="51" name="Group 101"/>
              <p:cNvGrpSpPr/>
              <p:nvPr/>
            </p:nvGrpSpPr>
            <p:grpSpPr>
              <a:xfrm>
                <a:off x="3087031" y="1466082"/>
                <a:ext cx="1686514" cy="1686494"/>
                <a:chOff x="3087031" y="1466082"/>
                <a:chExt cx="1686514" cy="1686494"/>
              </a:xfrm>
            </p:grpSpPr>
            <p:sp>
              <p:nvSpPr>
                <p:cNvPr id="84" name="Freeform: Shape 42"/>
                <p:cNvSpPr/>
                <p:nvPr/>
              </p:nvSpPr>
              <p:spPr>
                <a:xfrm>
                  <a:off x="3457539" y="1565325"/>
                  <a:ext cx="382651" cy="53481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7571" h="21600" extrusionOk="0">
                      <a:moveTo>
                        <a:pt x="16465" y="21600"/>
                      </a:moveTo>
                      <a:cubicBezTo>
                        <a:pt x="16465" y="21600"/>
                        <a:pt x="19586" y="13154"/>
                        <a:pt x="15342" y="7191"/>
                      </a:cubicBezTo>
                      <a:cubicBezTo>
                        <a:pt x="11102" y="1226"/>
                        <a:pt x="1106" y="0"/>
                        <a:pt x="1106" y="0"/>
                      </a:cubicBezTo>
                      <a:cubicBezTo>
                        <a:pt x="1106" y="0"/>
                        <a:pt x="-2014" y="8445"/>
                        <a:pt x="2226" y="14408"/>
                      </a:cubicBezTo>
                      <a:cubicBezTo>
                        <a:pt x="6468" y="20372"/>
                        <a:pt x="16465" y="21600"/>
                        <a:pt x="16465" y="216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85" name="Freeform: Shape 43"/>
                <p:cNvSpPr/>
                <p:nvPr/>
              </p:nvSpPr>
              <p:spPr>
                <a:xfrm>
                  <a:off x="3894210" y="1466082"/>
                  <a:ext cx="342819" cy="61465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212" h="21600" extrusionOk="0">
                      <a:moveTo>
                        <a:pt x="17828" y="12127"/>
                      </a:moveTo>
                      <a:cubicBezTo>
                        <a:pt x="19907" y="6163"/>
                        <a:pt x="12869" y="0"/>
                        <a:pt x="12869" y="0"/>
                      </a:cubicBezTo>
                      <a:cubicBezTo>
                        <a:pt x="12869" y="0"/>
                        <a:pt x="2462" y="3505"/>
                        <a:pt x="384" y="9470"/>
                      </a:cubicBezTo>
                      <a:cubicBezTo>
                        <a:pt x="-1693" y="15435"/>
                        <a:pt x="5342" y="21600"/>
                        <a:pt x="5342" y="21600"/>
                      </a:cubicBezTo>
                      <a:cubicBezTo>
                        <a:pt x="5342" y="21600"/>
                        <a:pt x="15751" y="18093"/>
                        <a:pt x="17828" y="121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86" name="Freeform: Shape 44"/>
                <p:cNvSpPr/>
                <p:nvPr/>
              </p:nvSpPr>
              <p:spPr>
                <a:xfrm>
                  <a:off x="4139010" y="1836590"/>
                  <a:ext cx="534797" cy="3826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7571" extrusionOk="0">
                      <a:moveTo>
                        <a:pt x="14410" y="15343"/>
                      </a:moveTo>
                      <a:cubicBezTo>
                        <a:pt x="20374" y="11104"/>
                        <a:pt x="21600" y="1107"/>
                        <a:pt x="21600" y="1107"/>
                      </a:cubicBezTo>
                      <a:cubicBezTo>
                        <a:pt x="21600" y="1107"/>
                        <a:pt x="13157" y="-2014"/>
                        <a:pt x="7193" y="2226"/>
                      </a:cubicBezTo>
                      <a:cubicBezTo>
                        <a:pt x="1229" y="6468"/>
                        <a:pt x="0" y="16465"/>
                        <a:pt x="0" y="16465"/>
                      </a:cubicBezTo>
                      <a:cubicBezTo>
                        <a:pt x="0" y="16465"/>
                        <a:pt x="8446" y="19586"/>
                        <a:pt x="14410" y="1534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87" name="Freeform: Shape 45"/>
                <p:cNvSpPr/>
                <p:nvPr/>
              </p:nvSpPr>
              <p:spPr>
                <a:xfrm>
                  <a:off x="4158859" y="2279878"/>
                  <a:ext cx="614686" cy="3427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8208" extrusionOk="0">
                      <a:moveTo>
                        <a:pt x="0" y="5341"/>
                      </a:moveTo>
                      <a:cubicBezTo>
                        <a:pt x="0" y="5341"/>
                        <a:pt x="3507" y="15748"/>
                        <a:pt x="9473" y="17823"/>
                      </a:cubicBezTo>
                      <a:cubicBezTo>
                        <a:pt x="15437" y="19904"/>
                        <a:pt x="21600" y="12869"/>
                        <a:pt x="21600" y="12869"/>
                      </a:cubicBezTo>
                      <a:cubicBezTo>
                        <a:pt x="21600" y="12869"/>
                        <a:pt x="18093" y="2460"/>
                        <a:pt x="12130" y="384"/>
                      </a:cubicBezTo>
                      <a:cubicBezTo>
                        <a:pt x="6166" y="-1696"/>
                        <a:pt x="0" y="5341"/>
                        <a:pt x="0" y="534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88" name="Freeform: Shape 46"/>
                <p:cNvSpPr/>
                <p:nvPr/>
              </p:nvSpPr>
              <p:spPr>
                <a:xfrm>
                  <a:off x="4019918" y="2524678"/>
                  <a:ext cx="382364" cy="53479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88" h="21600" extrusionOk="0">
                      <a:moveTo>
                        <a:pt x="13856" y="5118"/>
                      </a:moveTo>
                      <a:cubicBezTo>
                        <a:pt x="8952" y="934"/>
                        <a:pt x="1139" y="0"/>
                        <a:pt x="1139" y="0"/>
                      </a:cubicBezTo>
                      <a:cubicBezTo>
                        <a:pt x="1139" y="0"/>
                        <a:pt x="-2075" y="8445"/>
                        <a:pt x="2295" y="14410"/>
                      </a:cubicBezTo>
                      <a:cubicBezTo>
                        <a:pt x="6663" y="20374"/>
                        <a:pt x="16962" y="21600"/>
                        <a:pt x="16962" y="21600"/>
                      </a:cubicBezTo>
                      <a:cubicBezTo>
                        <a:pt x="16962" y="21600"/>
                        <a:pt x="19525" y="14823"/>
                        <a:pt x="16919" y="9122"/>
                      </a:cubicBezTo>
                      <a:cubicBezTo>
                        <a:pt x="16616" y="8462"/>
                        <a:pt x="16261" y="7812"/>
                        <a:pt x="15808" y="7192"/>
                      </a:cubicBezTo>
                      <a:cubicBezTo>
                        <a:pt x="15244" y="6424"/>
                        <a:pt x="14580" y="5737"/>
                        <a:pt x="13856" y="51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89" name="Freeform: Shape 47"/>
                <p:cNvSpPr/>
                <p:nvPr/>
              </p:nvSpPr>
              <p:spPr>
                <a:xfrm>
                  <a:off x="3616329" y="2537910"/>
                  <a:ext cx="342765" cy="6146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209" h="21600" extrusionOk="0">
                      <a:moveTo>
                        <a:pt x="385" y="9473"/>
                      </a:moveTo>
                      <a:cubicBezTo>
                        <a:pt x="-1696" y="15435"/>
                        <a:pt x="5342" y="21600"/>
                        <a:pt x="5342" y="21600"/>
                      </a:cubicBezTo>
                      <a:cubicBezTo>
                        <a:pt x="5342" y="21600"/>
                        <a:pt x="15751" y="18094"/>
                        <a:pt x="17825" y="12131"/>
                      </a:cubicBezTo>
                      <a:cubicBezTo>
                        <a:pt x="19904" y="6164"/>
                        <a:pt x="12867" y="0"/>
                        <a:pt x="12867" y="0"/>
                      </a:cubicBezTo>
                      <a:cubicBezTo>
                        <a:pt x="12867" y="0"/>
                        <a:pt x="2460" y="3508"/>
                        <a:pt x="385" y="947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90" name="Freeform: Shape 48"/>
                <p:cNvSpPr/>
                <p:nvPr/>
              </p:nvSpPr>
              <p:spPr>
                <a:xfrm>
                  <a:off x="3186274" y="2398969"/>
                  <a:ext cx="534809" cy="3826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7569" extrusionOk="0">
                      <a:moveTo>
                        <a:pt x="7192" y="2229"/>
                      </a:moveTo>
                      <a:cubicBezTo>
                        <a:pt x="1226" y="6466"/>
                        <a:pt x="0" y="16462"/>
                        <a:pt x="0" y="16462"/>
                      </a:cubicBezTo>
                      <a:cubicBezTo>
                        <a:pt x="0" y="16462"/>
                        <a:pt x="8443" y="19585"/>
                        <a:pt x="14407" y="15344"/>
                      </a:cubicBezTo>
                      <a:cubicBezTo>
                        <a:pt x="20373" y="11102"/>
                        <a:pt x="21600" y="1106"/>
                        <a:pt x="21600" y="1106"/>
                      </a:cubicBezTo>
                      <a:cubicBezTo>
                        <a:pt x="21600" y="1106"/>
                        <a:pt x="13154" y="-2015"/>
                        <a:pt x="7192" y="222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91" name="Freeform: Shape 49"/>
                <p:cNvSpPr/>
                <p:nvPr/>
              </p:nvSpPr>
              <p:spPr>
                <a:xfrm>
                  <a:off x="3087031" y="2001996"/>
                  <a:ext cx="614665" cy="34278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8211" extrusionOk="0">
                      <a:moveTo>
                        <a:pt x="9470" y="17827"/>
                      </a:moveTo>
                      <a:cubicBezTo>
                        <a:pt x="15435" y="19905"/>
                        <a:pt x="21600" y="12870"/>
                        <a:pt x="21600" y="12870"/>
                      </a:cubicBezTo>
                      <a:cubicBezTo>
                        <a:pt x="21600" y="12870"/>
                        <a:pt x="18093" y="2461"/>
                        <a:pt x="12128" y="385"/>
                      </a:cubicBezTo>
                      <a:cubicBezTo>
                        <a:pt x="6164" y="-1695"/>
                        <a:pt x="0" y="5342"/>
                        <a:pt x="0" y="5342"/>
                      </a:cubicBezTo>
                      <a:cubicBezTo>
                        <a:pt x="0" y="5342"/>
                        <a:pt x="3506" y="15749"/>
                        <a:pt x="9470" y="178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92" name="Freeform: Shape 50"/>
                <p:cNvSpPr/>
                <p:nvPr/>
              </p:nvSpPr>
              <p:spPr>
                <a:xfrm>
                  <a:off x="3808199" y="2114472"/>
                  <a:ext cx="98922" cy="1382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7570" h="21600" extrusionOk="0">
                      <a:moveTo>
                        <a:pt x="2229" y="14409"/>
                      </a:moveTo>
                      <a:cubicBezTo>
                        <a:pt x="6464" y="20374"/>
                        <a:pt x="16465" y="21600"/>
                        <a:pt x="16465" y="21600"/>
                      </a:cubicBezTo>
                      <a:cubicBezTo>
                        <a:pt x="16465" y="21600"/>
                        <a:pt x="19585" y="13156"/>
                        <a:pt x="15342" y="7192"/>
                      </a:cubicBezTo>
                      <a:cubicBezTo>
                        <a:pt x="11107" y="1234"/>
                        <a:pt x="1105" y="0"/>
                        <a:pt x="1105" y="0"/>
                      </a:cubicBezTo>
                      <a:cubicBezTo>
                        <a:pt x="1105" y="0"/>
                        <a:pt x="-2015" y="8448"/>
                        <a:pt x="2229" y="1440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93" name="Freeform: Shape 51"/>
                <p:cNvSpPr/>
                <p:nvPr/>
              </p:nvSpPr>
              <p:spPr>
                <a:xfrm>
                  <a:off x="3920675" y="2094623"/>
                  <a:ext cx="88572" cy="1588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215" h="21600" extrusionOk="0">
                      <a:moveTo>
                        <a:pt x="17834" y="12126"/>
                      </a:moveTo>
                      <a:cubicBezTo>
                        <a:pt x="19904" y="6165"/>
                        <a:pt x="12875" y="0"/>
                        <a:pt x="12875" y="0"/>
                      </a:cubicBezTo>
                      <a:cubicBezTo>
                        <a:pt x="12875" y="0"/>
                        <a:pt x="2469" y="3506"/>
                        <a:pt x="384" y="9471"/>
                      </a:cubicBezTo>
                      <a:cubicBezTo>
                        <a:pt x="-1696" y="15437"/>
                        <a:pt x="5348" y="21600"/>
                        <a:pt x="5348" y="21600"/>
                      </a:cubicBezTo>
                      <a:cubicBezTo>
                        <a:pt x="5348" y="21600"/>
                        <a:pt x="15752" y="18094"/>
                        <a:pt x="17834" y="1212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94" name="Freeform: Shape 52"/>
                <p:cNvSpPr/>
                <p:nvPr/>
              </p:nvSpPr>
              <p:spPr>
                <a:xfrm>
                  <a:off x="3986837" y="2187250"/>
                  <a:ext cx="138188" cy="988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7570" extrusionOk="0">
                      <a:moveTo>
                        <a:pt x="14408" y="15343"/>
                      </a:moveTo>
                      <a:cubicBezTo>
                        <a:pt x="20375" y="11102"/>
                        <a:pt x="21600" y="1109"/>
                        <a:pt x="21600" y="1109"/>
                      </a:cubicBezTo>
                      <a:cubicBezTo>
                        <a:pt x="21600" y="1109"/>
                        <a:pt x="13160" y="-2016"/>
                        <a:pt x="7191" y="2225"/>
                      </a:cubicBezTo>
                      <a:cubicBezTo>
                        <a:pt x="1233" y="6468"/>
                        <a:pt x="0" y="16463"/>
                        <a:pt x="0" y="16463"/>
                      </a:cubicBezTo>
                      <a:cubicBezTo>
                        <a:pt x="0" y="16463"/>
                        <a:pt x="8448" y="19584"/>
                        <a:pt x="14408" y="1534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95" name="Freeform: Shape 53"/>
                <p:cNvSpPr/>
                <p:nvPr/>
              </p:nvSpPr>
              <p:spPr>
                <a:xfrm>
                  <a:off x="3986837" y="2299726"/>
                  <a:ext cx="158877" cy="885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8213" extrusionOk="0">
                      <a:moveTo>
                        <a:pt x="9472" y="17828"/>
                      </a:moveTo>
                      <a:cubicBezTo>
                        <a:pt x="15435" y="19910"/>
                        <a:pt x="21600" y="12871"/>
                        <a:pt x="21600" y="12871"/>
                      </a:cubicBezTo>
                      <a:cubicBezTo>
                        <a:pt x="21600" y="12871"/>
                        <a:pt x="18089" y="2466"/>
                        <a:pt x="12128" y="382"/>
                      </a:cubicBezTo>
                      <a:cubicBezTo>
                        <a:pt x="6165" y="-1690"/>
                        <a:pt x="0" y="5343"/>
                        <a:pt x="0" y="5343"/>
                      </a:cubicBezTo>
                      <a:cubicBezTo>
                        <a:pt x="0" y="5343"/>
                        <a:pt x="3509" y="15756"/>
                        <a:pt x="9472" y="1782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96" name="Freeform: Shape 54"/>
                <p:cNvSpPr/>
                <p:nvPr/>
              </p:nvSpPr>
              <p:spPr>
                <a:xfrm>
                  <a:off x="3953756" y="2365888"/>
                  <a:ext cx="98858" cy="1382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7572" h="21600" extrusionOk="0">
                      <a:moveTo>
                        <a:pt x="15352" y="7194"/>
                      </a:moveTo>
                      <a:cubicBezTo>
                        <a:pt x="11105" y="1226"/>
                        <a:pt x="1105" y="0"/>
                        <a:pt x="1105" y="0"/>
                      </a:cubicBezTo>
                      <a:cubicBezTo>
                        <a:pt x="1105" y="0"/>
                        <a:pt x="-2014" y="8444"/>
                        <a:pt x="2229" y="14408"/>
                      </a:cubicBezTo>
                      <a:cubicBezTo>
                        <a:pt x="6471" y="20371"/>
                        <a:pt x="16463" y="21600"/>
                        <a:pt x="16463" y="21600"/>
                      </a:cubicBezTo>
                      <a:cubicBezTo>
                        <a:pt x="16463" y="21600"/>
                        <a:pt x="19586" y="13156"/>
                        <a:pt x="15352" y="719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97" name="Freeform: Shape 55"/>
                <p:cNvSpPr/>
                <p:nvPr/>
              </p:nvSpPr>
              <p:spPr>
                <a:xfrm>
                  <a:off x="3847896" y="2372504"/>
                  <a:ext cx="88586" cy="1588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213" h="21600" extrusionOk="0">
                      <a:moveTo>
                        <a:pt x="17829" y="12133"/>
                      </a:moveTo>
                      <a:cubicBezTo>
                        <a:pt x="19905" y="6167"/>
                        <a:pt x="12871" y="0"/>
                        <a:pt x="12871" y="0"/>
                      </a:cubicBezTo>
                      <a:cubicBezTo>
                        <a:pt x="12871" y="0"/>
                        <a:pt x="2461" y="3505"/>
                        <a:pt x="385" y="9472"/>
                      </a:cubicBezTo>
                      <a:cubicBezTo>
                        <a:pt x="-1695" y="15439"/>
                        <a:pt x="5337" y="21600"/>
                        <a:pt x="5337" y="21600"/>
                      </a:cubicBezTo>
                      <a:cubicBezTo>
                        <a:pt x="5337" y="21600"/>
                        <a:pt x="15750" y="18098"/>
                        <a:pt x="17829" y="1213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98" name="Freeform: Shape 56"/>
                <p:cNvSpPr/>
                <p:nvPr/>
              </p:nvSpPr>
              <p:spPr>
                <a:xfrm>
                  <a:off x="3735420" y="2332807"/>
                  <a:ext cx="138179" cy="988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7568" extrusionOk="0">
                      <a:moveTo>
                        <a:pt x="14406" y="15344"/>
                      </a:moveTo>
                      <a:cubicBezTo>
                        <a:pt x="20373" y="11098"/>
                        <a:pt x="21600" y="1105"/>
                        <a:pt x="21600" y="1105"/>
                      </a:cubicBezTo>
                      <a:cubicBezTo>
                        <a:pt x="21600" y="1105"/>
                        <a:pt x="13153" y="-2015"/>
                        <a:pt x="7197" y="2230"/>
                      </a:cubicBezTo>
                      <a:cubicBezTo>
                        <a:pt x="1226" y="6465"/>
                        <a:pt x="0" y="16457"/>
                        <a:pt x="0" y="16457"/>
                      </a:cubicBezTo>
                      <a:cubicBezTo>
                        <a:pt x="0" y="16457"/>
                        <a:pt x="8439" y="19585"/>
                        <a:pt x="14406" y="1534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99" name="Freeform: Shape 57"/>
                <p:cNvSpPr/>
                <p:nvPr/>
              </p:nvSpPr>
              <p:spPr>
                <a:xfrm>
                  <a:off x="3708955" y="2226948"/>
                  <a:ext cx="158845" cy="8859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8211" extrusionOk="0">
                      <a:moveTo>
                        <a:pt x="21600" y="12869"/>
                      </a:moveTo>
                      <a:cubicBezTo>
                        <a:pt x="21600" y="12869"/>
                        <a:pt x="18095" y="2468"/>
                        <a:pt x="12130" y="384"/>
                      </a:cubicBezTo>
                      <a:cubicBezTo>
                        <a:pt x="6162" y="-1695"/>
                        <a:pt x="0" y="5346"/>
                        <a:pt x="0" y="5346"/>
                      </a:cubicBezTo>
                      <a:cubicBezTo>
                        <a:pt x="0" y="5346"/>
                        <a:pt x="3506" y="15752"/>
                        <a:pt x="9470" y="17828"/>
                      </a:cubicBezTo>
                      <a:cubicBezTo>
                        <a:pt x="15434" y="19905"/>
                        <a:pt x="21600" y="12869"/>
                        <a:pt x="21600" y="128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52" name="Freeform: Shape 105"/>
              <p:cNvSpPr>
                <a:spLocks/>
              </p:cNvSpPr>
              <p:nvPr/>
            </p:nvSpPr>
            <p:spPr bwMode="auto">
              <a:xfrm>
                <a:off x="3338678" y="2071166"/>
                <a:ext cx="129952" cy="189096"/>
              </a:xfrm>
              <a:custGeom>
                <a:avLst/>
                <a:gdLst/>
                <a:ahLst/>
                <a:cxnLst>
                  <a:cxn ang="0">
                    <a:pos x="38" y="109"/>
                  </a:cxn>
                  <a:cxn ang="0">
                    <a:pos x="40" y="107"/>
                  </a:cxn>
                  <a:cxn ang="0">
                    <a:pos x="44" y="107"/>
                  </a:cxn>
                  <a:cxn ang="0">
                    <a:pos x="46" y="109"/>
                  </a:cxn>
                  <a:cxn ang="0">
                    <a:pos x="44" y="111"/>
                  </a:cxn>
                  <a:cxn ang="0">
                    <a:pos x="40" y="111"/>
                  </a:cxn>
                  <a:cxn ang="0">
                    <a:pos x="38" y="109"/>
                  </a:cxn>
                  <a:cxn ang="0">
                    <a:pos x="48" y="12"/>
                  </a:cxn>
                  <a:cxn ang="0">
                    <a:pos x="37" y="12"/>
                  </a:cxn>
                  <a:cxn ang="0">
                    <a:pos x="35" y="14"/>
                  </a:cxn>
                  <a:cxn ang="0">
                    <a:pos x="37" y="15"/>
                  </a:cxn>
                  <a:cxn ang="0">
                    <a:pos x="48" y="15"/>
                  </a:cxn>
                  <a:cxn ang="0">
                    <a:pos x="50" y="14"/>
                  </a:cxn>
                  <a:cxn ang="0">
                    <a:pos x="48" y="12"/>
                  </a:cxn>
                  <a:cxn ang="0">
                    <a:pos x="85" y="12"/>
                  </a:cxn>
                  <a:cxn ang="0">
                    <a:pos x="85" y="111"/>
                  </a:cxn>
                  <a:cxn ang="0">
                    <a:pos x="73" y="123"/>
                  </a:cxn>
                  <a:cxn ang="0">
                    <a:pos x="12" y="123"/>
                  </a:cxn>
                  <a:cxn ang="0">
                    <a:pos x="0" y="111"/>
                  </a:cxn>
                  <a:cxn ang="0">
                    <a:pos x="0" y="12"/>
                  </a:cxn>
                  <a:cxn ang="0">
                    <a:pos x="12" y="0"/>
                  </a:cxn>
                  <a:cxn ang="0">
                    <a:pos x="73" y="0"/>
                  </a:cxn>
                  <a:cxn ang="0">
                    <a:pos x="85" y="12"/>
                  </a:cxn>
                  <a:cxn ang="0">
                    <a:pos x="77" y="104"/>
                  </a:cxn>
                  <a:cxn ang="0">
                    <a:pos x="8" y="104"/>
                  </a:cxn>
                  <a:cxn ang="0">
                    <a:pos x="8" y="111"/>
                  </a:cxn>
                  <a:cxn ang="0">
                    <a:pos x="12" y="115"/>
                  </a:cxn>
                  <a:cxn ang="0">
                    <a:pos x="73" y="115"/>
                  </a:cxn>
                  <a:cxn ang="0">
                    <a:pos x="77" y="111"/>
                  </a:cxn>
                  <a:cxn ang="0">
                    <a:pos x="77" y="104"/>
                  </a:cxn>
                  <a:cxn ang="0">
                    <a:pos x="77" y="23"/>
                  </a:cxn>
                  <a:cxn ang="0">
                    <a:pos x="8" y="23"/>
                  </a:cxn>
                  <a:cxn ang="0">
                    <a:pos x="8" y="100"/>
                  </a:cxn>
                  <a:cxn ang="0">
                    <a:pos x="77" y="100"/>
                  </a:cxn>
                  <a:cxn ang="0">
                    <a:pos x="77" y="23"/>
                  </a:cxn>
                  <a:cxn ang="0">
                    <a:pos x="77" y="12"/>
                  </a:cxn>
                  <a:cxn ang="0">
                    <a:pos x="73" y="8"/>
                  </a:cxn>
                  <a:cxn ang="0">
                    <a:pos x="12" y="8"/>
                  </a:cxn>
                  <a:cxn ang="0">
                    <a:pos x="8" y="12"/>
                  </a:cxn>
                  <a:cxn ang="0">
                    <a:pos x="8" y="19"/>
                  </a:cxn>
                  <a:cxn ang="0">
                    <a:pos x="77" y="19"/>
                  </a:cxn>
                  <a:cxn ang="0">
                    <a:pos x="77" y="12"/>
                  </a:cxn>
                  <a:cxn ang="0">
                    <a:pos x="77" y="12"/>
                  </a:cxn>
                  <a:cxn ang="0">
                    <a:pos x="77" y="12"/>
                  </a:cxn>
                </a:cxnLst>
                <a:rect l="0" t="0" r="r" b="b"/>
                <a:pathLst>
                  <a:path w="85" h="123">
                    <a:moveTo>
                      <a:pt x="38" y="109"/>
                    </a:moveTo>
                    <a:cubicBezTo>
                      <a:pt x="38" y="108"/>
                      <a:pt x="39" y="107"/>
                      <a:pt x="40" y="107"/>
                    </a:cubicBezTo>
                    <a:cubicBezTo>
                      <a:pt x="44" y="107"/>
                      <a:pt x="44" y="107"/>
                      <a:pt x="44" y="107"/>
                    </a:cubicBezTo>
                    <a:cubicBezTo>
                      <a:pt x="45" y="107"/>
                      <a:pt x="46" y="108"/>
                      <a:pt x="46" y="109"/>
                    </a:cubicBezTo>
                    <a:cubicBezTo>
                      <a:pt x="46" y="110"/>
                      <a:pt x="45" y="111"/>
                      <a:pt x="44" y="111"/>
                    </a:cubicBezTo>
                    <a:cubicBezTo>
                      <a:pt x="40" y="111"/>
                      <a:pt x="40" y="111"/>
                      <a:pt x="40" y="111"/>
                    </a:cubicBezTo>
                    <a:cubicBezTo>
                      <a:pt x="39" y="111"/>
                      <a:pt x="38" y="110"/>
                      <a:pt x="38" y="109"/>
                    </a:cubicBezTo>
                    <a:close/>
                    <a:moveTo>
                      <a:pt x="48" y="12"/>
                    </a:moveTo>
                    <a:cubicBezTo>
                      <a:pt x="37" y="12"/>
                      <a:pt x="37" y="12"/>
                      <a:pt x="37" y="12"/>
                    </a:cubicBezTo>
                    <a:cubicBezTo>
                      <a:pt x="36" y="12"/>
                      <a:pt x="35" y="12"/>
                      <a:pt x="35" y="14"/>
                    </a:cubicBezTo>
                    <a:cubicBezTo>
                      <a:pt x="35" y="15"/>
                      <a:pt x="36" y="15"/>
                      <a:pt x="37" y="15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9" y="15"/>
                      <a:pt x="50" y="15"/>
                      <a:pt x="50" y="14"/>
                    </a:cubicBezTo>
                    <a:cubicBezTo>
                      <a:pt x="50" y="12"/>
                      <a:pt x="49" y="12"/>
                      <a:pt x="48" y="12"/>
                    </a:cubicBezTo>
                    <a:close/>
                    <a:moveTo>
                      <a:pt x="85" y="12"/>
                    </a:moveTo>
                    <a:cubicBezTo>
                      <a:pt x="85" y="111"/>
                      <a:pt x="85" y="111"/>
                      <a:pt x="85" y="111"/>
                    </a:cubicBezTo>
                    <a:cubicBezTo>
                      <a:pt x="85" y="118"/>
                      <a:pt x="79" y="123"/>
                      <a:pt x="73" y="123"/>
                    </a:cubicBezTo>
                    <a:cubicBezTo>
                      <a:pt x="12" y="123"/>
                      <a:pt x="12" y="123"/>
                      <a:pt x="12" y="123"/>
                    </a:cubicBezTo>
                    <a:cubicBezTo>
                      <a:pt x="5" y="123"/>
                      <a:pt x="0" y="118"/>
                      <a:pt x="0" y="111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9" y="0"/>
                      <a:pt x="85" y="5"/>
                      <a:pt x="85" y="12"/>
                    </a:cubicBezTo>
                    <a:close/>
                    <a:moveTo>
                      <a:pt x="77" y="104"/>
                    </a:moveTo>
                    <a:cubicBezTo>
                      <a:pt x="8" y="104"/>
                      <a:pt x="8" y="104"/>
                      <a:pt x="8" y="104"/>
                    </a:cubicBezTo>
                    <a:cubicBezTo>
                      <a:pt x="8" y="111"/>
                      <a:pt x="8" y="111"/>
                      <a:pt x="8" y="111"/>
                    </a:cubicBezTo>
                    <a:cubicBezTo>
                      <a:pt x="8" y="113"/>
                      <a:pt x="10" y="115"/>
                      <a:pt x="12" y="115"/>
                    </a:cubicBezTo>
                    <a:cubicBezTo>
                      <a:pt x="73" y="115"/>
                      <a:pt x="73" y="115"/>
                      <a:pt x="73" y="115"/>
                    </a:cubicBezTo>
                    <a:cubicBezTo>
                      <a:pt x="75" y="115"/>
                      <a:pt x="77" y="113"/>
                      <a:pt x="77" y="111"/>
                    </a:cubicBezTo>
                    <a:lnTo>
                      <a:pt x="77" y="104"/>
                    </a:lnTo>
                    <a:close/>
                    <a:moveTo>
                      <a:pt x="77" y="23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7" y="100"/>
                      <a:pt x="77" y="100"/>
                      <a:pt x="77" y="100"/>
                    </a:cubicBezTo>
                    <a:lnTo>
                      <a:pt x="77" y="23"/>
                    </a:lnTo>
                    <a:close/>
                    <a:moveTo>
                      <a:pt x="77" y="12"/>
                    </a:moveTo>
                    <a:cubicBezTo>
                      <a:pt x="77" y="9"/>
                      <a:pt x="75" y="8"/>
                      <a:pt x="73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0" y="8"/>
                      <a:pt x="8" y="9"/>
                      <a:pt x="8" y="12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77" y="19"/>
                      <a:pt x="77" y="19"/>
                      <a:pt x="77" y="19"/>
                    </a:cubicBezTo>
                    <a:lnTo>
                      <a:pt x="77" y="12"/>
                    </a:lnTo>
                    <a:close/>
                    <a:moveTo>
                      <a:pt x="77" y="12"/>
                    </a:moveTo>
                    <a:cubicBezTo>
                      <a:pt x="77" y="12"/>
                      <a:pt x="77" y="12"/>
                      <a:pt x="77" y="12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sz="1867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grpSp>
            <p:nvGrpSpPr>
              <p:cNvPr id="53" name="Group 106"/>
              <p:cNvGrpSpPr/>
              <p:nvPr/>
            </p:nvGrpSpPr>
            <p:grpSpPr>
              <a:xfrm>
                <a:off x="3601424" y="1742596"/>
                <a:ext cx="128289" cy="189105"/>
                <a:chOff x="4914900" y="1211263"/>
                <a:chExt cx="244475" cy="360363"/>
              </a:xfrm>
              <a:solidFill>
                <a:schemeClr val="bg1"/>
              </a:solidFill>
            </p:grpSpPr>
            <p:sp>
              <p:nvSpPr>
                <p:cNvPr id="75" name="Freeform: Shape 107"/>
                <p:cNvSpPr>
                  <a:spLocks/>
                </p:cNvSpPr>
                <p:nvPr/>
              </p:nvSpPr>
              <p:spPr bwMode="auto">
                <a:xfrm>
                  <a:off x="5013325" y="1314451"/>
                  <a:ext cx="23813" cy="20638"/>
                </a:xfrm>
                <a:custGeom>
                  <a:avLst/>
                  <a:gdLst/>
                  <a:ahLst/>
                  <a:cxnLst>
                    <a:cxn ang="0">
                      <a:pos x="8" y="3"/>
                    </a:cxn>
                    <a:cxn ang="0">
                      <a:pos x="4" y="7"/>
                    </a:cxn>
                    <a:cxn ang="0">
                      <a:pos x="0" y="3"/>
                    </a:cxn>
                    <a:cxn ang="0">
                      <a:pos x="4" y="0"/>
                    </a:cxn>
                    <a:cxn ang="0">
                      <a:pos x="8" y="3"/>
                    </a:cxn>
                    <a:cxn ang="0">
                      <a:pos x="8" y="3"/>
                    </a:cxn>
                    <a:cxn ang="0">
                      <a:pos x="8" y="3"/>
                    </a:cxn>
                  </a:cxnLst>
                  <a:rect l="0" t="0" r="r" b="b"/>
                  <a:pathLst>
                    <a:path w="8" h="7">
                      <a:moveTo>
                        <a:pt x="8" y="3"/>
                      </a:moveTo>
                      <a:cubicBezTo>
                        <a:pt x="8" y="6"/>
                        <a:pt x="6" y="7"/>
                        <a:pt x="4" y="7"/>
                      </a:cubicBezTo>
                      <a:cubicBezTo>
                        <a:pt x="2" y="7"/>
                        <a:pt x="0" y="6"/>
                        <a:pt x="0" y="3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6" y="0"/>
                        <a:pt x="8" y="1"/>
                        <a:pt x="8" y="3"/>
                      </a:cubicBezTo>
                      <a:close/>
                      <a:moveTo>
                        <a:pt x="8" y="3"/>
                      </a:moveTo>
                      <a:cubicBezTo>
                        <a:pt x="8" y="3"/>
                        <a:pt x="8" y="3"/>
                        <a:pt x="8" y="3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76" name="Freeform: Shape 108"/>
                <p:cNvSpPr>
                  <a:spLocks/>
                </p:cNvSpPr>
                <p:nvPr/>
              </p:nvSpPr>
              <p:spPr bwMode="auto">
                <a:xfrm>
                  <a:off x="5013325" y="1449388"/>
                  <a:ext cx="23813" cy="20638"/>
                </a:xfrm>
                <a:custGeom>
                  <a:avLst/>
                  <a:gdLst/>
                  <a:ahLst/>
                  <a:cxnLst>
                    <a:cxn ang="0">
                      <a:pos x="8" y="4"/>
                    </a:cxn>
                    <a:cxn ang="0">
                      <a:pos x="4" y="7"/>
                    </a:cxn>
                    <a:cxn ang="0">
                      <a:pos x="0" y="4"/>
                    </a:cxn>
                    <a:cxn ang="0">
                      <a:pos x="4" y="0"/>
                    </a:cxn>
                    <a:cxn ang="0">
                      <a:pos x="8" y="4"/>
                    </a:cxn>
                    <a:cxn ang="0">
                      <a:pos x="8" y="4"/>
                    </a:cxn>
                    <a:cxn ang="0">
                      <a:pos x="8" y="4"/>
                    </a:cxn>
                  </a:cxnLst>
                  <a:rect l="0" t="0" r="r" b="b"/>
                  <a:pathLst>
                    <a:path w="8" h="7">
                      <a:moveTo>
                        <a:pt x="8" y="4"/>
                      </a:moveTo>
                      <a:cubicBezTo>
                        <a:pt x="8" y="6"/>
                        <a:pt x="6" y="7"/>
                        <a:pt x="4" y="7"/>
                      </a:cubicBezTo>
                      <a:cubicBezTo>
                        <a:pt x="2" y="7"/>
                        <a:pt x="0" y="6"/>
                        <a:pt x="0" y="4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6" y="0"/>
                        <a:pt x="8" y="1"/>
                        <a:pt x="8" y="4"/>
                      </a:cubicBezTo>
                      <a:close/>
                      <a:moveTo>
                        <a:pt x="8" y="4"/>
                      </a:moveTo>
                      <a:cubicBezTo>
                        <a:pt x="8" y="4"/>
                        <a:pt x="8" y="4"/>
                        <a:pt x="8" y="4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77" name="Freeform: Shape 109"/>
                <p:cNvSpPr>
                  <a:spLocks/>
                </p:cNvSpPr>
                <p:nvPr/>
              </p:nvSpPr>
              <p:spPr bwMode="auto">
                <a:xfrm>
                  <a:off x="4946650" y="1381126"/>
                  <a:ext cx="23813" cy="20638"/>
                </a:xfrm>
                <a:custGeom>
                  <a:avLst/>
                  <a:gdLst/>
                  <a:ahLst/>
                  <a:cxnLst>
                    <a:cxn ang="0">
                      <a:pos x="8" y="3"/>
                    </a:cxn>
                    <a:cxn ang="0">
                      <a:pos x="4" y="7"/>
                    </a:cxn>
                    <a:cxn ang="0">
                      <a:pos x="0" y="3"/>
                    </a:cxn>
                    <a:cxn ang="0">
                      <a:pos x="4" y="0"/>
                    </a:cxn>
                    <a:cxn ang="0">
                      <a:pos x="8" y="3"/>
                    </a:cxn>
                    <a:cxn ang="0">
                      <a:pos x="8" y="3"/>
                    </a:cxn>
                    <a:cxn ang="0">
                      <a:pos x="8" y="3"/>
                    </a:cxn>
                  </a:cxnLst>
                  <a:rect l="0" t="0" r="r" b="b"/>
                  <a:pathLst>
                    <a:path w="8" h="7">
                      <a:moveTo>
                        <a:pt x="8" y="3"/>
                      </a:moveTo>
                      <a:cubicBezTo>
                        <a:pt x="8" y="6"/>
                        <a:pt x="6" y="7"/>
                        <a:pt x="4" y="7"/>
                      </a:cubicBezTo>
                      <a:cubicBezTo>
                        <a:pt x="2" y="7"/>
                        <a:pt x="0" y="6"/>
                        <a:pt x="0" y="3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6" y="0"/>
                        <a:pt x="8" y="1"/>
                        <a:pt x="8" y="3"/>
                      </a:cubicBezTo>
                      <a:close/>
                      <a:moveTo>
                        <a:pt x="8" y="3"/>
                      </a:moveTo>
                      <a:cubicBezTo>
                        <a:pt x="8" y="3"/>
                        <a:pt x="8" y="3"/>
                        <a:pt x="8" y="3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78" name="Freeform: Shape 110"/>
                <p:cNvSpPr>
                  <a:spLocks/>
                </p:cNvSpPr>
                <p:nvPr/>
              </p:nvSpPr>
              <p:spPr bwMode="auto">
                <a:xfrm>
                  <a:off x="5081588" y="1381126"/>
                  <a:ext cx="22225" cy="20638"/>
                </a:xfrm>
                <a:custGeom>
                  <a:avLst/>
                  <a:gdLst/>
                  <a:ahLst/>
                  <a:cxnLst>
                    <a:cxn ang="0">
                      <a:pos x="8" y="3"/>
                    </a:cxn>
                    <a:cxn ang="0">
                      <a:pos x="4" y="7"/>
                    </a:cxn>
                    <a:cxn ang="0">
                      <a:pos x="0" y="3"/>
                    </a:cxn>
                    <a:cxn ang="0">
                      <a:pos x="4" y="0"/>
                    </a:cxn>
                    <a:cxn ang="0">
                      <a:pos x="8" y="3"/>
                    </a:cxn>
                    <a:cxn ang="0">
                      <a:pos x="8" y="3"/>
                    </a:cxn>
                    <a:cxn ang="0">
                      <a:pos x="8" y="3"/>
                    </a:cxn>
                  </a:cxnLst>
                  <a:rect l="0" t="0" r="r" b="b"/>
                  <a:pathLst>
                    <a:path w="8" h="7">
                      <a:moveTo>
                        <a:pt x="8" y="3"/>
                      </a:moveTo>
                      <a:cubicBezTo>
                        <a:pt x="8" y="6"/>
                        <a:pt x="6" y="7"/>
                        <a:pt x="4" y="7"/>
                      </a:cubicBezTo>
                      <a:cubicBezTo>
                        <a:pt x="2" y="7"/>
                        <a:pt x="0" y="6"/>
                        <a:pt x="0" y="3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6" y="0"/>
                        <a:pt x="8" y="1"/>
                        <a:pt x="8" y="3"/>
                      </a:cubicBezTo>
                      <a:close/>
                      <a:moveTo>
                        <a:pt x="8" y="3"/>
                      </a:moveTo>
                      <a:cubicBezTo>
                        <a:pt x="8" y="3"/>
                        <a:pt x="8" y="3"/>
                        <a:pt x="8" y="3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79" name="Freeform: Shape 111"/>
                <p:cNvSpPr>
                  <a:spLocks/>
                </p:cNvSpPr>
                <p:nvPr/>
              </p:nvSpPr>
              <p:spPr bwMode="auto">
                <a:xfrm>
                  <a:off x="4967288" y="1428751"/>
                  <a:ext cx="20638" cy="22225"/>
                </a:xfrm>
                <a:custGeom>
                  <a:avLst/>
                  <a:gdLst/>
                  <a:ahLst/>
                  <a:cxnLst>
                    <a:cxn ang="0">
                      <a:pos x="7" y="4"/>
                    </a:cxn>
                    <a:cxn ang="0">
                      <a:pos x="4" y="8"/>
                    </a:cxn>
                    <a:cxn ang="0">
                      <a:pos x="0" y="4"/>
                    </a:cxn>
                    <a:cxn ang="0">
                      <a:pos x="4" y="0"/>
                    </a:cxn>
                    <a:cxn ang="0">
                      <a:pos x="7" y="4"/>
                    </a:cxn>
                    <a:cxn ang="0">
                      <a:pos x="7" y="4"/>
                    </a:cxn>
                    <a:cxn ang="0">
                      <a:pos x="7" y="4"/>
                    </a:cxn>
                  </a:cxnLst>
                  <a:rect l="0" t="0" r="r" b="b"/>
                  <a:pathLst>
                    <a:path w="7" h="8">
                      <a:moveTo>
                        <a:pt x="7" y="4"/>
                      </a:moveTo>
                      <a:cubicBezTo>
                        <a:pt x="7" y="6"/>
                        <a:pt x="6" y="8"/>
                        <a:pt x="4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2"/>
                        <a:pt x="2" y="0"/>
                        <a:pt x="4" y="0"/>
                      </a:cubicBezTo>
                      <a:cubicBezTo>
                        <a:pt x="6" y="0"/>
                        <a:pt x="7" y="2"/>
                        <a:pt x="7" y="4"/>
                      </a:cubicBezTo>
                      <a:close/>
                      <a:moveTo>
                        <a:pt x="7" y="4"/>
                      </a:moveTo>
                      <a:cubicBezTo>
                        <a:pt x="7" y="4"/>
                        <a:pt x="7" y="4"/>
                        <a:pt x="7" y="4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80" name="Freeform: Shape 112"/>
                <p:cNvSpPr>
                  <a:spLocks/>
                </p:cNvSpPr>
                <p:nvPr/>
              </p:nvSpPr>
              <p:spPr bwMode="auto">
                <a:xfrm>
                  <a:off x="4967288" y="1331913"/>
                  <a:ext cx="20638" cy="23813"/>
                </a:xfrm>
                <a:custGeom>
                  <a:avLst/>
                  <a:gdLst/>
                  <a:ahLst/>
                  <a:cxnLst>
                    <a:cxn ang="0">
                      <a:pos x="7" y="4"/>
                    </a:cxn>
                    <a:cxn ang="0">
                      <a:pos x="4" y="8"/>
                    </a:cxn>
                    <a:cxn ang="0">
                      <a:pos x="0" y="4"/>
                    </a:cxn>
                    <a:cxn ang="0">
                      <a:pos x="4" y="0"/>
                    </a:cxn>
                    <a:cxn ang="0">
                      <a:pos x="7" y="4"/>
                    </a:cxn>
                    <a:cxn ang="0">
                      <a:pos x="7" y="4"/>
                    </a:cxn>
                    <a:cxn ang="0">
                      <a:pos x="7" y="4"/>
                    </a:cxn>
                  </a:cxnLst>
                  <a:rect l="0" t="0" r="r" b="b"/>
                  <a:pathLst>
                    <a:path w="7" h="8">
                      <a:moveTo>
                        <a:pt x="7" y="4"/>
                      </a:moveTo>
                      <a:cubicBezTo>
                        <a:pt x="7" y="6"/>
                        <a:pt x="6" y="8"/>
                        <a:pt x="4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2"/>
                        <a:pt x="2" y="0"/>
                        <a:pt x="4" y="0"/>
                      </a:cubicBezTo>
                      <a:cubicBezTo>
                        <a:pt x="6" y="0"/>
                        <a:pt x="7" y="2"/>
                        <a:pt x="7" y="4"/>
                      </a:cubicBezTo>
                      <a:close/>
                      <a:moveTo>
                        <a:pt x="7" y="4"/>
                      </a:moveTo>
                      <a:cubicBezTo>
                        <a:pt x="7" y="4"/>
                        <a:pt x="7" y="4"/>
                        <a:pt x="7" y="4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81" name="Freeform: Shape 113"/>
                <p:cNvSpPr>
                  <a:spLocks/>
                </p:cNvSpPr>
                <p:nvPr/>
              </p:nvSpPr>
              <p:spPr bwMode="auto">
                <a:xfrm>
                  <a:off x="5060950" y="1428751"/>
                  <a:ext cx="22225" cy="22225"/>
                </a:xfrm>
                <a:custGeom>
                  <a:avLst/>
                  <a:gdLst/>
                  <a:ahLst/>
                  <a:cxnLst>
                    <a:cxn ang="0">
                      <a:pos x="8" y="4"/>
                    </a:cxn>
                    <a:cxn ang="0">
                      <a:pos x="4" y="8"/>
                    </a:cxn>
                    <a:cxn ang="0">
                      <a:pos x="0" y="4"/>
                    </a:cxn>
                    <a:cxn ang="0">
                      <a:pos x="4" y="0"/>
                    </a:cxn>
                    <a:cxn ang="0">
                      <a:pos x="8" y="4"/>
                    </a:cxn>
                    <a:cxn ang="0">
                      <a:pos x="8" y="4"/>
                    </a:cxn>
                    <a:cxn ang="0">
                      <a:pos x="8" y="4"/>
                    </a:cxn>
                  </a:cxnLst>
                  <a:rect l="0" t="0" r="r" b="b"/>
                  <a:pathLst>
                    <a:path w="8" h="8">
                      <a:moveTo>
                        <a:pt x="8" y="4"/>
                      </a:moveTo>
                      <a:cubicBezTo>
                        <a:pt x="8" y="6"/>
                        <a:pt x="6" y="8"/>
                        <a:pt x="4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2"/>
                        <a:pt x="2" y="0"/>
                        <a:pt x="4" y="0"/>
                      </a:cubicBezTo>
                      <a:cubicBezTo>
                        <a:pt x="6" y="0"/>
                        <a:pt x="8" y="2"/>
                        <a:pt x="8" y="4"/>
                      </a:cubicBezTo>
                      <a:close/>
                      <a:moveTo>
                        <a:pt x="8" y="4"/>
                      </a:moveTo>
                      <a:cubicBezTo>
                        <a:pt x="8" y="4"/>
                        <a:pt x="8" y="4"/>
                        <a:pt x="8" y="4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82" name="Freeform: Shape 114"/>
                <p:cNvSpPr>
                  <a:spLocks/>
                </p:cNvSpPr>
                <p:nvPr/>
              </p:nvSpPr>
              <p:spPr bwMode="auto">
                <a:xfrm>
                  <a:off x="4914900" y="1211263"/>
                  <a:ext cx="244475" cy="360363"/>
                </a:xfrm>
                <a:custGeom>
                  <a:avLst/>
                  <a:gdLst/>
                  <a:ahLst/>
                  <a:cxnLst>
                    <a:cxn ang="0">
                      <a:pos x="76" y="54"/>
                    </a:cxn>
                    <a:cxn ang="0">
                      <a:pos x="76" y="54"/>
                    </a:cxn>
                    <a:cxn ang="0">
                      <a:pos x="67" y="36"/>
                    </a:cxn>
                    <a:cxn ang="0">
                      <a:pos x="61" y="6"/>
                    </a:cxn>
                    <a:cxn ang="0">
                      <a:pos x="54" y="0"/>
                    </a:cxn>
                    <a:cxn ang="0">
                      <a:pos x="23" y="0"/>
                    </a:cxn>
                    <a:cxn ang="0">
                      <a:pos x="15" y="6"/>
                    </a:cxn>
                    <a:cxn ang="0">
                      <a:pos x="10" y="35"/>
                    </a:cxn>
                    <a:cxn ang="0">
                      <a:pos x="0" y="61"/>
                    </a:cxn>
                    <a:cxn ang="0">
                      <a:pos x="10" y="87"/>
                    </a:cxn>
                    <a:cxn ang="0">
                      <a:pos x="15" y="117"/>
                    </a:cxn>
                    <a:cxn ang="0">
                      <a:pos x="23" y="123"/>
                    </a:cxn>
                    <a:cxn ang="0">
                      <a:pos x="53" y="123"/>
                    </a:cxn>
                    <a:cxn ang="0">
                      <a:pos x="61" y="117"/>
                    </a:cxn>
                    <a:cxn ang="0">
                      <a:pos x="66" y="87"/>
                    </a:cxn>
                    <a:cxn ang="0">
                      <a:pos x="76" y="69"/>
                    </a:cxn>
                    <a:cxn ang="0">
                      <a:pos x="76" y="69"/>
                    </a:cxn>
                    <a:cxn ang="0">
                      <a:pos x="84" y="61"/>
                    </a:cxn>
                    <a:cxn ang="0">
                      <a:pos x="76" y="54"/>
                    </a:cxn>
                    <a:cxn ang="0">
                      <a:pos x="23" y="8"/>
                    </a:cxn>
                    <a:cxn ang="0">
                      <a:pos x="54" y="8"/>
                    </a:cxn>
                    <a:cxn ang="0">
                      <a:pos x="58" y="28"/>
                    </a:cxn>
                    <a:cxn ang="0">
                      <a:pos x="38" y="23"/>
                    </a:cxn>
                    <a:cxn ang="0">
                      <a:pos x="19" y="28"/>
                    </a:cxn>
                    <a:cxn ang="0">
                      <a:pos x="23" y="8"/>
                    </a:cxn>
                    <a:cxn ang="0">
                      <a:pos x="53" y="115"/>
                    </a:cxn>
                    <a:cxn ang="0">
                      <a:pos x="23" y="115"/>
                    </a:cxn>
                    <a:cxn ang="0">
                      <a:pos x="19" y="95"/>
                    </a:cxn>
                    <a:cxn ang="0">
                      <a:pos x="38" y="100"/>
                    </a:cxn>
                    <a:cxn ang="0">
                      <a:pos x="57" y="95"/>
                    </a:cxn>
                    <a:cxn ang="0">
                      <a:pos x="53" y="115"/>
                    </a:cxn>
                    <a:cxn ang="0">
                      <a:pos x="38" y="92"/>
                    </a:cxn>
                    <a:cxn ang="0">
                      <a:pos x="7" y="61"/>
                    </a:cxn>
                    <a:cxn ang="0">
                      <a:pos x="38" y="31"/>
                    </a:cxn>
                    <a:cxn ang="0">
                      <a:pos x="69" y="61"/>
                    </a:cxn>
                    <a:cxn ang="0">
                      <a:pos x="38" y="92"/>
                    </a:cxn>
                    <a:cxn ang="0">
                      <a:pos x="38" y="92"/>
                    </a:cxn>
                    <a:cxn ang="0">
                      <a:pos x="38" y="92"/>
                    </a:cxn>
                  </a:cxnLst>
                  <a:rect l="0" t="0" r="r" b="b"/>
                  <a:pathLst>
                    <a:path w="84" h="123">
                      <a:moveTo>
                        <a:pt x="76" y="54"/>
                      </a:moveTo>
                      <a:cubicBezTo>
                        <a:pt x="76" y="54"/>
                        <a:pt x="76" y="54"/>
                        <a:pt x="76" y="54"/>
                      </a:cubicBezTo>
                      <a:cubicBezTo>
                        <a:pt x="74" y="47"/>
                        <a:pt x="71" y="41"/>
                        <a:pt x="67" y="36"/>
                      </a:cubicBezTo>
                      <a:cubicBezTo>
                        <a:pt x="61" y="6"/>
                        <a:pt x="61" y="6"/>
                        <a:pt x="61" y="6"/>
                      </a:cubicBezTo>
                      <a:cubicBezTo>
                        <a:pt x="61" y="3"/>
                        <a:pt x="57" y="0"/>
                        <a:pt x="54" y="0"/>
                      </a:cubicBez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19" y="0"/>
                        <a:pt x="16" y="3"/>
                        <a:pt x="15" y="6"/>
                      </a:cubicBezTo>
                      <a:cubicBezTo>
                        <a:pt x="10" y="35"/>
                        <a:pt x="10" y="35"/>
                        <a:pt x="10" y="35"/>
                      </a:cubicBezTo>
                      <a:cubicBezTo>
                        <a:pt x="4" y="42"/>
                        <a:pt x="0" y="51"/>
                        <a:pt x="0" y="61"/>
                      </a:cubicBezTo>
                      <a:cubicBezTo>
                        <a:pt x="0" y="71"/>
                        <a:pt x="3" y="80"/>
                        <a:pt x="10" y="87"/>
                      </a:cubicBezTo>
                      <a:cubicBezTo>
                        <a:pt x="15" y="117"/>
                        <a:pt x="15" y="117"/>
                        <a:pt x="15" y="117"/>
                      </a:cubicBezTo>
                      <a:cubicBezTo>
                        <a:pt x="16" y="120"/>
                        <a:pt x="19" y="123"/>
                        <a:pt x="23" y="123"/>
                      </a:cubicBezTo>
                      <a:cubicBezTo>
                        <a:pt x="53" y="123"/>
                        <a:pt x="53" y="123"/>
                        <a:pt x="53" y="123"/>
                      </a:cubicBezTo>
                      <a:cubicBezTo>
                        <a:pt x="57" y="123"/>
                        <a:pt x="60" y="120"/>
                        <a:pt x="61" y="117"/>
                      </a:cubicBezTo>
                      <a:cubicBezTo>
                        <a:pt x="66" y="87"/>
                        <a:pt x="66" y="87"/>
                        <a:pt x="66" y="87"/>
                      </a:cubicBezTo>
                      <a:cubicBezTo>
                        <a:pt x="71" y="82"/>
                        <a:pt x="74" y="76"/>
                        <a:pt x="76" y="69"/>
                      </a:cubicBezTo>
                      <a:cubicBezTo>
                        <a:pt x="76" y="69"/>
                        <a:pt x="76" y="69"/>
                        <a:pt x="76" y="69"/>
                      </a:cubicBezTo>
                      <a:cubicBezTo>
                        <a:pt x="81" y="69"/>
                        <a:pt x="84" y="66"/>
                        <a:pt x="84" y="61"/>
                      </a:cubicBezTo>
                      <a:cubicBezTo>
                        <a:pt x="84" y="57"/>
                        <a:pt x="81" y="54"/>
                        <a:pt x="76" y="54"/>
                      </a:cubicBezTo>
                      <a:close/>
                      <a:moveTo>
                        <a:pt x="23" y="8"/>
                      </a:moveTo>
                      <a:cubicBezTo>
                        <a:pt x="54" y="8"/>
                        <a:pt x="54" y="8"/>
                        <a:pt x="54" y="8"/>
                      </a:cubicBezTo>
                      <a:cubicBezTo>
                        <a:pt x="58" y="28"/>
                        <a:pt x="58" y="28"/>
                        <a:pt x="58" y="28"/>
                      </a:cubicBezTo>
                      <a:cubicBezTo>
                        <a:pt x="52" y="25"/>
                        <a:pt x="45" y="23"/>
                        <a:pt x="38" y="23"/>
                      </a:cubicBezTo>
                      <a:cubicBezTo>
                        <a:pt x="31" y="23"/>
                        <a:pt x="25" y="25"/>
                        <a:pt x="19" y="28"/>
                      </a:cubicBezTo>
                      <a:lnTo>
                        <a:pt x="23" y="8"/>
                      </a:lnTo>
                      <a:close/>
                      <a:moveTo>
                        <a:pt x="53" y="115"/>
                      </a:moveTo>
                      <a:cubicBezTo>
                        <a:pt x="23" y="115"/>
                        <a:pt x="23" y="115"/>
                        <a:pt x="23" y="115"/>
                      </a:cubicBezTo>
                      <a:cubicBezTo>
                        <a:pt x="19" y="95"/>
                        <a:pt x="19" y="95"/>
                        <a:pt x="19" y="95"/>
                      </a:cubicBezTo>
                      <a:cubicBezTo>
                        <a:pt x="24" y="98"/>
                        <a:pt x="31" y="100"/>
                        <a:pt x="38" y="100"/>
                      </a:cubicBezTo>
                      <a:cubicBezTo>
                        <a:pt x="45" y="100"/>
                        <a:pt x="51" y="98"/>
                        <a:pt x="57" y="95"/>
                      </a:cubicBezTo>
                      <a:lnTo>
                        <a:pt x="53" y="115"/>
                      </a:lnTo>
                      <a:close/>
                      <a:moveTo>
                        <a:pt x="38" y="92"/>
                      </a:moveTo>
                      <a:cubicBezTo>
                        <a:pt x="21" y="92"/>
                        <a:pt x="7" y="78"/>
                        <a:pt x="7" y="61"/>
                      </a:cubicBezTo>
                      <a:cubicBezTo>
                        <a:pt x="7" y="45"/>
                        <a:pt x="21" y="31"/>
                        <a:pt x="38" y="31"/>
                      </a:cubicBezTo>
                      <a:cubicBezTo>
                        <a:pt x="55" y="31"/>
                        <a:pt x="69" y="45"/>
                        <a:pt x="69" y="61"/>
                      </a:cubicBezTo>
                      <a:cubicBezTo>
                        <a:pt x="69" y="78"/>
                        <a:pt x="55" y="92"/>
                        <a:pt x="38" y="92"/>
                      </a:cubicBezTo>
                      <a:close/>
                      <a:moveTo>
                        <a:pt x="38" y="92"/>
                      </a:moveTo>
                      <a:cubicBezTo>
                        <a:pt x="38" y="92"/>
                        <a:pt x="38" y="92"/>
                        <a:pt x="38" y="92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83" name="Freeform: Shape 115"/>
                <p:cNvSpPr>
                  <a:spLocks/>
                </p:cNvSpPr>
                <p:nvPr/>
              </p:nvSpPr>
              <p:spPr bwMode="auto">
                <a:xfrm>
                  <a:off x="5013325" y="1335088"/>
                  <a:ext cx="68263" cy="66675"/>
                </a:xfrm>
                <a:custGeom>
                  <a:avLst/>
                  <a:gdLst/>
                  <a:ahLst/>
                  <a:cxnLst>
                    <a:cxn ang="0">
                      <a:pos x="23" y="0"/>
                    </a:cxn>
                    <a:cxn ang="0">
                      <a:pos x="21" y="0"/>
                    </a:cxn>
                    <a:cxn ang="0">
                      <a:pos x="1" y="17"/>
                    </a:cxn>
                    <a:cxn ang="0">
                      <a:pos x="0" y="20"/>
                    </a:cxn>
                    <a:cxn ang="0">
                      <a:pos x="1" y="22"/>
                    </a:cxn>
                    <a:cxn ang="0">
                      <a:pos x="4" y="23"/>
                    </a:cxn>
                    <a:cxn ang="0">
                      <a:pos x="7" y="22"/>
                    </a:cxn>
                    <a:cxn ang="0">
                      <a:pos x="14" y="14"/>
                    </a:cxn>
                    <a:cxn ang="0">
                      <a:pos x="23" y="2"/>
                    </a:cxn>
                    <a:cxn ang="0">
                      <a:pos x="23" y="0"/>
                    </a:cxn>
                    <a:cxn ang="0">
                      <a:pos x="23" y="0"/>
                    </a:cxn>
                    <a:cxn ang="0">
                      <a:pos x="23" y="0"/>
                    </a:cxn>
                  </a:cxnLst>
                  <a:rect l="0" t="0" r="r" b="b"/>
                  <a:pathLst>
                    <a:path w="23" h="23">
                      <a:moveTo>
                        <a:pt x="23" y="0"/>
                      </a:moveTo>
                      <a:cubicBezTo>
                        <a:pt x="22" y="0"/>
                        <a:pt x="22" y="0"/>
                        <a:pt x="21" y="0"/>
                      </a:cubicBezTo>
                      <a:cubicBezTo>
                        <a:pt x="1" y="17"/>
                        <a:pt x="1" y="17"/>
                        <a:pt x="1" y="17"/>
                      </a:cubicBezTo>
                      <a:cubicBezTo>
                        <a:pt x="1" y="18"/>
                        <a:pt x="0" y="18"/>
                        <a:pt x="0" y="20"/>
                      </a:cubicBezTo>
                      <a:cubicBezTo>
                        <a:pt x="0" y="21"/>
                        <a:pt x="0" y="21"/>
                        <a:pt x="1" y="22"/>
                      </a:cubicBezTo>
                      <a:cubicBezTo>
                        <a:pt x="2" y="23"/>
                        <a:pt x="3" y="23"/>
                        <a:pt x="4" y="23"/>
                      </a:cubicBezTo>
                      <a:cubicBezTo>
                        <a:pt x="5" y="23"/>
                        <a:pt x="6" y="23"/>
                        <a:pt x="7" y="22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23" y="2"/>
                        <a:pt x="23" y="2"/>
                        <a:pt x="23" y="2"/>
                      </a:cubicBezTo>
                      <a:cubicBezTo>
                        <a:pt x="23" y="2"/>
                        <a:pt x="23" y="1"/>
                        <a:pt x="23" y="0"/>
                      </a:cubicBezTo>
                      <a:close/>
                      <a:moveTo>
                        <a:pt x="23" y="0"/>
                      </a:moveTo>
                      <a:cubicBezTo>
                        <a:pt x="23" y="0"/>
                        <a:pt x="23" y="0"/>
                        <a:pt x="23" y="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54" name="Freeform: Shape 116"/>
              <p:cNvSpPr>
                <a:spLocks/>
              </p:cNvSpPr>
              <p:nvPr/>
            </p:nvSpPr>
            <p:spPr bwMode="auto">
              <a:xfrm>
                <a:off x="3986815" y="1685256"/>
                <a:ext cx="189096" cy="137450"/>
              </a:xfrm>
              <a:custGeom>
                <a:avLst/>
                <a:gdLst/>
                <a:ahLst/>
                <a:cxnLst>
                  <a:cxn ang="0">
                    <a:pos x="100" y="32"/>
                  </a:cxn>
                  <a:cxn ang="0">
                    <a:pos x="65" y="0"/>
                  </a:cxn>
                  <a:cxn ang="0">
                    <a:pos x="34" y="20"/>
                  </a:cxn>
                  <a:cxn ang="0">
                    <a:pos x="29" y="20"/>
                  </a:cxn>
                  <a:cxn ang="0">
                    <a:pos x="12" y="37"/>
                  </a:cxn>
                  <a:cxn ang="0">
                    <a:pos x="13" y="42"/>
                  </a:cxn>
                  <a:cxn ang="0">
                    <a:pos x="0" y="64"/>
                  </a:cxn>
                  <a:cxn ang="0">
                    <a:pos x="25" y="89"/>
                  </a:cxn>
                  <a:cxn ang="0">
                    <a:pos x="94" y="89"/>
                  </a:cxn>
                  <a:cxn ang="0">
                    <a:pos x="123" y="60"/>
                  </a:cxn>
                  <a:cxn ang="0">
                    <a:pos x="100" y="32"/>
                  </a:cxn>
                  <a:cxn ang="0">
                    <a:pos x="94" y="81"/>
                  </a:cxn>
                  <a:cxn ang="0">
                    <a:pos x="94" y="81"/>
                  </a:cxn>
                  <a:cxn ang="0">
                    <a:pos x="25" y="81"/>
                  </a:cxn>
                  <a:cxn ang="0">
                    <a:pos x="8" y="64"/>
                  </a:cxn>
                  <a:cxn ang="0">
                    <a:pos x="16" y="49"/>
                  </a:cxn>
                  <a:cxn ang="0">
                    <a:pos x="20" y="40"/>
                  </a:cxn>
                  <a:cxn ang="0">
                    <a:pos x="19" y="37"/>
                  </a:cxn>
                  <a:cxn ang="0">
                    <a:pos x="29" y="27"/>
                  </a:cxn>
                  <a:cxn ang="0">
                    <a:pos x="34" y="28"/>
                  </a:cxn>
                  <a:cxn ang="0">
                    <a:pos x="41" y="24"/>
                  </a:cxn>
                  <a:cxn ang="0">
                    <a:pos x="65" y="8"/>
                  </a:cxn>
                  <a:cxn ang="0">
                    <a:pos x="92" y="32"/>
                  </a:cxn>
                  <a:cxn ang="0">
                    <a:pos x="98" y="39"/>
                  </a:cxn>
                  <a:cxn ang="0">
                    <a:pos x="115" y="60"/>
                  </a:cxn>
                  <a:cxn ang="0">
                    <a:pos x="94" y="81"/>
                  </a:cxn>
                  <a:cxn ang="0">
                    <a:pos x="94" y="81"/>
                  </a:cxn>
                  <a:cxn ang="0">
                    <a:pos x="94" y="81"/>
                  </a:cxn>
                </a:cxnLst>
                <a:rect l="0" t="0" r="r" b="b"/>
                <a:pathLst>
                  <a:path w="123" h="89">
                    <a:moveTo>
                      <a:pt x="100" y="32"/>
                    </a:moveTo>
                    <a:cubicBezTo>
                      <a:pt x="98" y="14"/>
                      <a:pt x="83" y="0"/>
                      <a:pt x="65" y="0"/>
                    </a:cubicBezTo>
                    <a:cubicBezTo>
                      <a:pt x="51" y="0"/>
                      <a:pt x="40" y="9"/>
                      <a:pt x="34" y="20"/>
                    </a:cubicBezTo>
                    <a:cubicBezTo>
                      <a:pt x="32" y="20"/>
                      <a:pt x="31" y="20"/>
                      <a:pt x="29" y="20"/>
                    </a:cubicBezTo>
                    <a:cubicBezTo>
                      <a:pt x="19" y="20"/>
                      <a:pt x="12" y="27"/>
                      <a:pt x="12" y="37"/>
                    </a:cubicBezTo>
                    <a:cubicBezTo>
                      <a:pt x="12" y="39"/>
                      <a:pt x="12" y="40"/>
                      <a:pt x="13" y="42"/>
                    </a:cubicBezTo>
                    <a:cubicBezTo>
                      <a:pt x="5" y="47"/>
                      <a:pt x="0" y="54"/>
                      <a:pt x="0" y="64"/>
                    </a:cubicBezTo>
                    <a:cubicBezTo>
                      <a:pt x="0" y="77"/>
                      <a:pt x="11" y="89"/>
                      <a:pt x="25" y="89"/>
                    </a:cubicBezTo>
                    <a:cubicBezTo>
                      <a:pt x="94" y="89"/>
                      <a:pt x="94" y="89"/>
                      <a:pt x="94" y="89"/>
                    </a:cubicBezTo>
                    <a:cubicBezTo>
                      <a:pt x="110" y="89"/>
                      <a:pt x="123" y="76"/>
                      <a:pt x="123" y="60"/>
                    </a:cubicBezTo>
                    <a:cubicBezTo>
                      <a:pt x="123" y="46"/>
                      <a:pt x="113" y="34"/>
                      <a:pt x="100" y="32"/>
                    </a:cubicBezTo>
                    <a:close/>
                    <a:moveTo>
                      <a:pt x="94" y="81"/>
                    </a:moveTo>
                    <a:cubicBezTo>
                      <a:pt x="94" y="81"/>
                      <a:pt x="94" y="81"/>
                      <a:pt x="94" y="81"/>
                    </a:cubicBezTo>
                    <a:cubicBezTo>
                      <a:pt x="25" y="81"/>
                      <a:pt x="25" y="81"/>
                      <a:pt x="25" y="81"/>
                    </a:cubicBezTo>
                    <a:cubicBezTo>
                      <a:pt x="16" y="81"/>
                      <a:pt x="8" y="73"/>
                      <a:pt x="8" y="64"/>
                    </a:cubicBezTo>
                    <a:cubicBezTo>
                      <a:pt x="8" y="58"/>
                      <a:pt x="11" y="52"/>
                      <a:pt x="16" y="49"/>
                    </a:cubicBezTo>
                    <a:cubicBezTo>
                      <a:pt x="22" y="46"/>
                      <a:pt x="22" y="45"/>
                      <a:pt x="20" y="40"/>
                    </a:cubicBezTo>
                    <a:cubicBezTo>
                      <a:pt x="20" y="39"/>
                      <a:pt x="19" y="38"/>
                      <a:pt x="19" y="37"/>
                    </a:cubicBezTo>
                    <a:cubicBezTo>
                      <a:pt x="19" y="32"/>
                      <a:pt x="24" y="27"/>
                      <a:pt x="29" y="27"/>
                    </a:cubicBezTo>
                    <a:cubicBezTo>
                      <a:pt x="29" y="27"/>
                      <a:pt x="31" y="27"/>
                      <a:pt x="34" y="28"/>
                    </a:cubicBezTo>
                    <a:cubicBezTo>
                      <a:pt x="39" y="30"/>
                      <a:pt x="39" y="28"/>
                      <a:pt x="41" y="24"/>
                    </a:cubicBezTo>
                    <a:cubicBezTo>
                      <a:pt x="46" y="14"/>
                      <a:pt x="55" y="8"/>
                      <a:pt x="65" y="8"/>
                    </a:cubicBezTo>
                    <a:cubicBezTo>
                      <a:pt x="79" y="8"/>
                      <a:pt x="91" y="18"/>
                      <a:pt x="92" y="32"/>
                    </a:cubicBezTo>
                    <a:cubicBezTo>
                      <a:pt x="92" y="38"/>
                      <a:pt x="92" y="38"/>
                      <a:pt x="98" y="39"/>
                    </a:cubicBezTo>
                    <a:cubicBezTo>
                      <a:pt x="108" y="41"/>
                      <a:pt x="115" y="50"/>
                      <a:pt x="115" y="60"/>
                    </a:cubicBezTo>
                    <a:cubicBezTo>
                      <a:pt x="115" y="71"/>
                      <a:pt x="106" y="81"/>
                      <a:pt x="94" y="81"/>
                    </a:cubicBezTo>
                    <a:close/>
                    <a:moveTo>
                      <a:pt x="94" y="81"/>
                    </a:moveTo>
                    <a:cubicBezTo>
                      <a:pt x="94" y="81"/>
                      <a:pt x="94" y="81"/>
                      <a:pt x="94" y="81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sz="1867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55" name="Freeform: Shape 117"/>
              <p:cNvSpPr>
                <a:spLocks/>
              </p:cNvSpPr>
              <p:nvPr/>
            </p:nvSpPr>
            <p:spPr bwMode="auto">
              <a:xfrm>
                <a:off x="4308634" y="1957897"/>
                <a:ext cx="189096" cy="164106"/>
              </a:xfrm>
              <a:custGeom>
                <a:avLst/>
                <a:gdLst/>
                <a:ahLst/>
                <a:cxnLst>
                  <a:cxn ang="0">
                    <a:pos x="123" y="100"/>
                  </a:cxn>
                  <a:cxn ang="0">
                    <a:pos x="115" y="107"/>
                  </a:cxn>
                  <a:cxn ang="0">
                    <a:pos x="107" y="100"/>
                  </a:cxn>
                  <a:cxn ang="0">
                    <a:pos x="115" y="84"/>
                  </a:cxn>
                  <a:cxn ang="0">
                    <a:pos x="123" y="100"/>
                  </a:cxn>
                  <a:cxn ang="0">
                    <a:pos x="111" y="42"/>
                  </a:cxn>
                  <a:cxn ang="0">
                    <a:pos x="111" y="77"/>
                  </a:cxn>
                  <a:cxn ang="0">
                    <a:pos x="115" y="80"/>
                  </a:cxn>
                  <a:cxn ang="0">
                    <a:pos x="119" y="77"/>
                  </a:cxn>
                  <a:cxn ang="0">
                    <a:pos x="119" y="42"/>
                  </a:cxn>
                  <a:cxn ang="0">
                    <a:pos x="115" y="38"/>
                  </a:cxn>
                  <a:cxn ang="0">
                    <a:pos x="111" y="42"/>
                  </a:cxn>
                  <a:cxn ang="0">
                    <a:pos x="114" y="34"/>
                  </a:cxn>
                  <a:cxn ang="0">
                    <a:pos x="104" y="36"/>
                  </a:cxn>
                  <a:cxn ang="0">
                    <a:pos x="104" y="69"/>
                  </a:cxn>
                  <a:cxn ang="0">
                    <a:pos x="61" y="88"/>
                  </a:cxn>
                  <a:cxn ang="0">
                    <a:pos x="19" y="69"/>
                  </a:cxn>
                  <a:cxn ang="0">
                    <a:pos x="19" y="36"/>
                  </a:cxn>
                  <a:cxn ang="0">
                    <a:pos x="9" y="34"/>
                  </a:cxn>
                  <a:cxn ang="0">
                    <a:pos x="0" y="23"/>
                  </a:cxn>
                  <a:cxn ang="0">
                    <a:pos x="9" y="12"/>
                  </a:cxn>
                  <a:cxn ang="0">
                    <a:pos x="59" y="0"/>
                  </a:cxn>
                  <a:cxn ang="0">
                    <a:pos x="61" y="0"/>
                  </a:cxn>
                  <a:cxn ang="0">
                    <a:pos x="64" y="0"/>
                  </a:cxn>
                  <a:cxn ang="0">
                    <a:pos x="114" y="12"/>
                  </a:cxn>
                  <a:cxn ang="0">
                    <a:pos x="123" y="23"/>
                  </a:cxn>
                  <a:cxn ang="0">
                    <a:pos x="114" y="34"/>
                  </a:cxn>
                  <a:cxn ang="0">
                    <a:pos x="96" y="38"/>
                  </a:cxn>
                  <a:cxn ang="0">
                    <a:pos x="64" y="46"/>
                  </a:cxn>
                  <a:cxn ang="0">
                    <a:pos x="61" y="46"/>
                  </a:cxn>
                  <a:cxn ang="0">
                    <a:pos x="59" y="46"/>
                  </a:cxn>
                  <a:cxn ang="0">
                    <a:pos x="27" y="38"/>
                  </a:cxn>
                  <a:cxn ang="0">
                    <a:pos x="27" y="69"/>
                  </a:cxn>
                  <a:cxn ang="0">
                    <a:pos x="61" y="80"/>
                  </a:cxn>
                  <a:cxn ang="0">
                    <a:pos x="96" y="69"/>
                  </a:cxn>
                  <a:cxn ang="0">
                    <a:pos x="96" y="38"/>
                  </a:cxn>
                  <a:cxn ang="0">
                    <a:pos x="112" y="27"/>
                  </a:cxn>
                  <a:cxn ang="0">
                    <a:pos x="115" y="23"/>
                  </a:cxn>
                  <a:cxn ang="0">
                    <a:pos x="112" y="19"/>
                  </a:cxn>
                  <a:cxn ang="0">
                    <a:pos x="62" y="8"/>
                  </a:cxn>
                  <a:cxn ang="0">
                    <a:pos x="61" y="7"/>
                  </a:cxn>
                  <a:cxn ang="0">
                    <a:pos x="61" y="8"/>
                  </a:cxn>
                  <a:cxn ang="0">
                    <a:pos x="11" y="19"/>
                  </a:cxn>
                  <a:cxn ang="0">
                    <a:pos x="8" y="23"/>
                  </a:cxn>
                  <a:cxn ang="0">
                    <a:pos x="11" y="27"/>
                  </a:cxn>
                  <a:cxn ang="0">
                    <a:pos x="61" y="38"/>
                  </a:cxn>
                  <a:cxn ang="0">
                    <a:pos x="61" y="38"/>
                  </a:cxn>
                  <a:cxn ang="0">
                    <a:pos x="62" y="38"/>
                  </a:cxn>
                  <a:cxn ang="0">
                    <a:pos x="112" y="27"/>
                  </a:cxn>
                  <a:cxn ang="0">
                    <a:pos x="112" y="27"/>
                  </a:cxn>
                  <a:cxn ang="0">
                    <a:pos x="112" y="27"/>
                  </a:cxn>
                </a:cxnLst>
                <a:rect l="0" t="0" r="r" b="b"/>
                <a:pathLst>
                  <a:path w="123" h="107">
                    <a:moveTo>
                      <a:pt x="123" y="100"/>
                    </a:moveTo>
                    <a:cubicBezTo>
                      <a:pt x="123" y="104"/>
                      <a:pt x="119" y="107"/>
                      <a:pt x="115" y="107"/>
                    </a:cubicBezTo>
                    <a:cubicBezTo>
                      <a:pt x="111" y="107"/>
                      <a:pt x="107" y="104"/>
                      <a:pt x="107" y="100"/>
                    </a:cubicBezTo>
                    <a:cubicBezTo>
                      <a:pt x="107" y="95"/>
                      <a:pt x="111" y="84"/>
                      <a:pt x="115" y="84"/>
                    </a:cubicBezTo>
                    <a:cubicBezTo>
                      <a:pt x="119" y="84"/>
                      <a:pt x="123" y="95"/>
                      <a:pt x="123" y="100"/>
                    </a:cubicBezTo>
                    <a:close/>
                    <a:moveTo>
                      <a:pt x="111" y="42"/>
                    </a:moveTo>
                    <a:cubicBezTo>
                      <a:pt x="111" y="77"/>
                      <a:pt x="111" y="77"/>
                      <a:pt x="111" y="77"/>
                    </a:cubicBezTo>
                    <a:cubicBezTo>
                      <a:pt x="111" y="79"/>
                      <a:pt x="113" y="80"/>
                      <a:pt x="115" y="80"/>
                    </a:cubicBezTo>
                    <a:cubicBezTo>
                      <a:pt x="117" y="80"/>
                      <a:pt x="119" y="79"/>
                      <a:pt x="119" y="77"/>
                    </a:cubicBezTo>
                    <a:cubicBezTo>
                      <a:pt x="119" y="42"/>
                      <a:pt x="119" y="42"/>
                      <a:pt x="119" y="42"/>
                    </a:cubicBezTo>
                    <a:cubicBezTo>
                      <a:pt x="119" y="40"/>
                      <a:pt x="117" y="38"/>
                      <a:pt x="115" y="38"/>
                    </a:cubicBezTo>
                    <a:cubicBezTo>
                      <a:pt x="113" y="38"/>
                      <a:pt x="111" y="40"/>
                      <a:pt x="111" y="42"/>
                    </a:cubicBezTo>
                    <a:close/>
                    <a:moveTo>
                      <a:pt x="114" y="34"/>
                    </a:moveTo>
                    <a:cubicBezTo>
                      <a:pt x="104" y="36"/>
                      <a:pt x="104" y="36"/>
                      <a:pt x="104" y="36"/>
                    </a:cubicBezTo>
                    <a:cubicBezTo>
                      <a:pt x="104" y="69"/>
                      <a:pt x="104" y="69"/>
                      <a:pt x="104" y="69"/>
                    </a:cubicBezTo>
                    <a:cubicBezTo>
                      <a:pt x="104" y="79"/>
                      <a:pt x="92" y="88"/>
                      <a:pt x="61" y="88"/>
                    </a:cubicBezTo>
                    <a:cubicBezTo>
                      <a:pt x="31" y="88"/>
                      <a:pt x="19" y="79"/>
                      <a:pt x="19" y="69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4" y="33"/>
                      <a:pt x="0" y="28"/>
                      <a:pt x="0" y="23"/>
                    </a:cubicBezTo>
                    <a:cubicBezTo>
                      <a:pt x="0" y="17"/>
                      <a:pt x="4" y="13"/>
                      <a:pt x="9" y="12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0" y="0"/>
                      <a:pt x="61" y="0"/>
                      <a:pt x="61" y="0"/>
                    </a:cubicBezTo>
                    <a:cubicBezTo>
                      <a:pt x="62" y="0"/>
                      <a:pt x="63" y="0"/>
                      <a:pt x="64" y="0"/>
                    </a:cubicBezTo>
                    <a:cubicBezTo>
                      <a:pt x="114" y="12"/>
                      <a:pt x="114" y="12"/>
                      <a:pt x="114" y="12"/>
                    </a:cubicBezTo>
                    <a:cubicBezTo>
                      <a:pt x="119" y="13"/>
                      <a:pt x="123" y="17"/>
                      <a:pt x="123" y="23"/>
                    </a:cubicBezTo>
                    <a:cubicBezTo>
                      <a:pt x="123" y="28"/>
                      <a:pt x="119" y="33"/>
                      <a:pt x="114" y="34"/>
                    </a:cubicBezTo>
                    <a:close/>
                    <a:moveTo>
                      <a:pt x="96" y="38"/>
                    </a:moveTo>
                    <a:cubicBezTo>
                      <a:pt x="64" y="46"/>
                      <a:pt x="64" y="46"/>
                      <a:pt x="64" y="46"/>
                    </a:cubicBezTo>
                    <a:cubicBezTo>
                      <a:pt x="63" y="46"/>
                      <a:pt x="62" y="46"/>
                      <a:pt x="61" y="46"/>
                    </a:cubicBezTo>
                    <a:cubicBezTo>
                      <a:pt x="61" y="46"/>
                      <a:pt x="60" y="46"/>
                      <a:pt x="59" y="46"/>
                    </a:cubicBezTo>
                    <a:cubicBezTo>
                      <a:pt x="27" y="38"/>
                      <a:pt x="27" y="38"/>
                      <a:pt x="27" y="3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7" y="73"/>
                      <a:pt x="38" y="80"/>
                      <a:pt x="61" y="80"/>
                    </a:cubicBezTo>
                    <a:cubicBezTo>
                      <a:pt x="84" y="80"/>
                      <a:pt x="96" y="73"/>
                      <a:pt x="96" y="69"/>
                    </a:cubicBezTo>
                    <a:lnTo>
                      <a:pt x="96" y="38"/>
                    </a:lnTo>
                    <a:close/>
                    <a:moveTo>
                      <a:pt x="112" y="27"/>
                    </a:moveTo>
                    <a:cubicBezTo>
                      <a:pt x="114" y="26"/>
                      <a:pt x="115" y="25"/>
                      <a:pt x="115" y="23"/>
                    </a:cubicBezTo>
                    <a:cubicBezTo>
                      <a:pt x="115" y="21"/>
                      <a:pt x="114" y="19"/>
                      <a:pt x="112" y="19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61" y="7"/>
                      <a:pt x="61" y="7"/>
                      <a:pt x="61" y="7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9" y="19"/>
                      <a:pt x="8" y="21"/>
                      <a:pt x="8" y="23"/>
                    </a:cubicBezTo>
                    <a:cubicBezTo>
                      <a:pt x="8" y="25"/>
                      <a:pt x="9" y="26"/>
                      <a:pt x="11" y="27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2" y="38"/>
                      <a:pt x="62" y="38"/>
                      <a:pt x="62" y="38"/>
                    </a:cubicBezTo>
                    <a:lnTo>
                      <a:pt x="112" y="27"/>
                    </a:lnTo>
                    <a:close/>
                    <a:moveTo>
                      <a:pt x="112" y="27"/>
                    </a:moveTo>
                    <a:cubicBezTo>
                      <a:pt x="112" y="27"/>
                      <a:pt x="112" y="27"/>
                      <a:pt x="112" y="27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sz="1867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56" name="Freeform: Shape 118"/>
              <p:cNvSpPr>
                <a:spLocks/>
              </p:cNvSpPr>
              <p:nvPr/>
            </p:nvSpPr>
            <p:spPr bwMode="auto">
              <a:xfrm>
                <a:off x="4361992" y="2352003"/>
                <a:ext cx="176600" cy="175768"/>
              </a:xfrm>
              <a:custGeom>
                <a:avLst/>
                <a:gdLst/>
                <a:ahLst/>
                <a:cxnLst>
                  <a:cxn ang="0">
                    <a:pos x="111" y="101"/>
                  </a:cxn>
                  <a:cxn ang="0">
                    <a:pos x="78" y="88"/>
                  </a:cxn>
                  <a:cxn ang="0">
                    <a:pos x="92" y="59"/>
                  </a:cxn>
                  <a:cxn ang="0">
                    <a:pos x="83" y="12"/>
                  </a:cxn>
                  <a:cxn ang="0">
                    <a:pos x="57" y="0"/>
                  </a:cxn>
                  <a:cxn ang="0">
                    <a:pos x="32" y="12"/>
                  </a:cxn>
                  <a:cxn ang="0">
                    <a:pos x="23" y="59"/>
                  </a:cxn>
                  <a:cxn ang="0">
                    <a:pos x="36" y="88"/>
                  </a:cxn>
                  <a:cxn ang="0">
                    <a:pos x="3" y="101"/>
                  </a:cxn>
                  <a:cxn ang="0">
                    <a:pos x="1" y="109"/>
                  </a:cxn>
                  <a:cxn ang="0">
                    <a:pos x="7" y="114"/>
                  </a:cxn>
                  <a:cxn ang="0">
                    <a:pos x="107" y="114"/>
                  </a:cxn>
                  <a:cxn ang="0">
                    <a:pos x="114" y="109"/>
                  </a:cxn>
                  <a:cxn ang="0">
                    <a:pos x="111" y="101"/>
                  </a:cxn>
                  <a:cxn ang="0">
                    <a:pos x="29" y="38"/>
                  </a:cxn>
                  <a:cxn ang="0">
                    <a:pos x="57" y="7"/>
                  </a:cxn>
                  <a:cxn ang="0">
                    <a:pos x="85" y="38"/>
                  </a:cxn>
                  <a:cxn ang="0">
                    <a:pos x="72" y="83"/>
                  </a:cxn>
                  <a:cxn ang="0">
                    <a:pos x="71" y="85"/>
                  </a:cxn>
                  <a:cxn ang="0">
                    <a:pos x="43" y="85"/>
                  </a:cxn>
                  <a:cxn ang="0">
                    <a:pos x="42" y="83"/>
                  </a:cxn>
                  <a:cxn ang="0">
                    <a:pos x="29" y="38"/>
                  </a:cxn>
                  <a:cxn ang="0">
                    <a:pos x="7" y="107"/>
                  </a:cxn>
                  <a:cxn ang="0">
                    <a:pos x="38" y="95"/>
                  </a:cxn>
                  <a:cxn ang="0">
                    <a:pos x="47" y="93"/>
                  </a:cxn>
                  <a:cxn ang="0">
                    <a:pos x="57" y="96"/>
                  </a:cxn>
                  <a:cxn ang="0">
                    <a:pos x="68" y="93"/>
                  </a:cxn>
                  <a:cxn ang="0">
                    <a:pos x="77" y="95"/>
                  </a:cxn>
                  <a:cxn ang="0">
                    <a:pos x="107" y="107"/>
                  </a:cxn>
                  <a:cxn ang="0">
                    <a:pos x="7" y="107"/>
                  </a:cxn>
                  <a:cxn ang="0">
                    <a:pos x="7" y="107"/>
                  </a:cxn>
                  <a:cxn ang="0">
                    <a:pos x="7" y="107"/>
                  </a:cxn>
                </a:cxnLst>
                <a:rect l="0" t="0" r="r" b="b"/>
                <a:pathLst>
                  <a:path w="115" h="114">
                    <a:moveTo>
                      <a:pt x="111" y="101"/>
                    </a:moveTo>
                    <a:cubicBezTo>
                      <a:pt x="110" y="101"/>
                      <a:pt x="97" y="92"/>
                      <a:pt x="78" y="88"/>
                    </a:cubicBezTo>
                    <a:cubicBezTo>
                      <a:pt x="85" y="79"/>
                      <a:pt x="90" y="67"/>
                      <a:pt x="92" y="59"/>
                    </a:cubicBezTo>
                    <a:cubicBezTo>
                      <a:pt x="94" y="48"/>
                      <a:pt x="93" y="26"/>
                      <a:pt x="83" y="12"/>
                    </a:cubicBezTo>
                    <a:cubicBezTo>
                      <a:pt x="76" y="4"/>
                      <a:pt x="68" y="0"/>
                      <a:pt x="57" y="0"/>
                    </a:cubicBezTo>
                    <a:cubicBezTo>
                      <a:pt x="47" y="0"/>
                      <a:pt x="38" y="4"/>
                      <a:pt x="32" y="12"/>
                    </a:cubicBezTo>
                    <a:cubicBezTo>
                      <a:pt x="21" y="26"/>
                      <a:pt x="20" y="48"/>
                      <a:pt x="23" y="59"/>
                    </a:cubicBezTo>
                    <a:cubicBezTo>
                      <a:pt x="25" y="67"/>
                      <a:pt x="29" y="79"/>
                      <a:pt x="36" y="88"/>
                    </a:cubicBezTo>
                    <a:cubicBezTo>
                      <a:pt x="17" y="92"/>
                      <a:pt x="4" y="101"/>
                      <a:pt x="3" y="101"/>
                    </a:cubicBezTo>
                    <a:cubicBezTo>
                      <a:pt x="1" y="103"/>
                      <a:pt x="0" y="106"/>
                      <a:pt x="1" y="109"/>
                    </a:cubicBezTo>
                    <a:cubicBezTo>
                      <a:pt x="1" y="112"/>
                      <a:pt x="4" y="114"/>
                      <a:pt x="7" y="114"/>
                    </a:cubicBezTo>
                    <a:cubicBezTo>
                      <a:pt x="107" y="114"/>
                      <a:pt x="107" y="114"/>
                      <a:pt x="107" y="114"/>
                    </a:cubicBezTo>
                    <a:cubicBezTo>
                      <a:pt x="110" y="114"/>
                      <a:pt x="113" y="112"/>
                      <a:pt x="114" y="109"/>
                    </a:cubicBezTo>
                    <a:cubicBezTo>
                      <a:pt x="115" y="106"/>
                      <a:pt x="114" y="103"/>
                      <a:pt x="111" y="101"/>
                    </a:cubicBezTo>
                    <a:close/>
                    <a:moveTo>
                      <a:pt x="29" y="38"/>
                    </a:moveTo>
                    <a:cubicBezTo>
                      <a:pt x="31" y="23"/>
                      <a:pt x="40" y="7"/>
                      <a:pt x="57" y="7"/>
                    </a:cubicBezTo>
                    <a:cubicBezTo>
                      <a:pt x="75" y="7"/>
                      <a:pt x="83" y="23"/>
                      <a:pt x="85" y="38"/>
                    </a:cubicBezTo>
                    <a:cubicBezTo>
                      <a:pt x="87" y="54"/>
                      <a:pt x="82" y="71"/>
                      <a:pt x="72" y="83"/>
                    </a:cubicBezTo>
                    <a:cubicBezTo>
                      <a:pt x="71" y="85"/>
                      <a:pt x="71" y="85"/>
                      <a:pt x="71" y="85"/>
                    </a:cubicBezTo>
                    <a:cubicBezTo>
                      <a:pt x="63" y="95"/>
                      <a:pt x="52" y="95"/>
                      <a:pt x="43" y="85"/>
                    </a:cubicBezTo>
                    <a:cubicBezTo>
                      <a:pt x="42" y="83"/>
                      <a:pt x="42" y="83"/>
                      <a:pt x="42" y="83"/>
                    </a:cubicBezTo>
                    <a:cubicBezTo>
                      <a:pt x="32" y="71"/>
                      <a:pt x="27" y="54"/>
                      <a:pt x="29" y="38"/>
                    </a:cubicBezTo>
                    <a:close/>
                    <a:moveTo>
                      <a:pt x="7" y="107"/>
                    </a:moveTo>
                    <a:cubicBezTo>
                      <a:pt x="8" y="107"/>
                      <a:pt x="20" y="99"/>
                      <a:pt x="38" y="95"/>
                    </a:cubicBezTo>
                    <a:cubicBezTo>
                      <a:pt x="47" y="93"/>
                      <a:pt x="47" y="93"/>
                      <a:pt x="47" y="93"/>
                    </a:cubicBezTo>
                    <a:cubicBezTo>
                      <a:pt x="50" y="95"/>
                      <a:pt x="53" y="96"/>
                      <a:pt x="57" y="96"/>
                    </a:cubicBezTo>
                    <a:cubicBezTo>
                      <a:pt x="61" y="96"/>
                      <a:pt x="65" y="95"/>
                      <a:pt x="68" y="93"/>
                    </a:cubicBezTo>
                    <a:cubicBezTo>
                      <a:pt x="77" y="95"/>
                      <a:pt x="77" y="95"/>
                      <a:pt x="77" y="95"/>
                    </a:cubicBezTo>
                    <a:cubicBezTo>
                      <a:pt x="94" y="99"/>
                      <a:pt x="107" y="106"/>
                      <a:pt x="107" y="107"/>
                    </a:cubicBezTo>
                    <a:lnTo>
                      <a:pt x="7" y="107"/>
                    </a:lnTo>
                    <a:close/>
                    <a:moveTo>
                      <a:pt x="7" y="107"/>
                    </a:moveTo>
                    <a:cubicBezTo>
                      <a:pt x="7" y="107"/>
                      <a:pt x="7" y="107"/>
                      <a:pt x="7" y="107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sz="1867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57" name="Freeform: Shape 119"/>
              <p:cNvSpPr>
                <a:spLocks/>
              </p:cNvSpPr>
              <p:nvPr/>
            </p:nvSpPr>
            <p:spPr bwMode="auto">
              <a:xfrm>
                <a:off x="4099175" y="2700700"/>
                <a:ext cx="189928" cy="181598"/>
              </a:xfrm>
              <a:custGeom>
                <a:avLst/>
                <a:gdLst/>
                <a:ahLst/>
                <a:cxnLst>
                  <a:cxn ang="0">
                    <a:pos x="122" y="44"/>
                  </a:cxn>
                  <a:cxn ang="0">
                    <a:pos x="115" y="38"/>
                  </a:cxn>
                  <a:cxn ang="0">
                    <a:pos x="83" y="33"/>
                  </a:cxn>
                  <a:cxn ang="0">
                    <a:pos x="70" y="5"/>
                  </a:cxn>
                  <a:cxn ang="0">
                    <a:pos x="62" y="0"/>
                  </a:cxn>
                  <a:cxn ang="0">
                    <a:pos x="54" y="5"/>
                  </a:cxn>
                  <a:cxn ang="0">
                    <a:pos x="40" y="33"/>
                  </a:cxn>
                  <a:cxn ang="0">
                    <a:pos x="8" y="38"/>
                  </a:cxn>
                  <a:cxn ang="0">
                    <a:pos x="1" y="44"/>
                  </a:cxn>
                  <a:cxn ang="0">
                    <a:pos x="3" y="53"/>
                  </a:cxn>
                  <a:cxn ang="0">
                    <a:pos x="26" y="76"/>
                  </a:cxn>
                  <a:cxn ang="0">
                    <a:pos x="21" y="108"/>
                  </a:cxn>
                  <a:cxn ang="0">
                    <a:pos x="24" y="117"/>
                  </a:cxn>
                  <a:cxn ang="0">
                    <a:pos x="29" y="118"/>
                  </a:cxn>
                  <a:cxn ang="0">
                    <a:pos x="34" y="117"/>
                  </a:cxn>
                  <a:cxn ang="0">
                    <a:pos x="62" y="102"/>
                  </a:cxn>
                  <a:cxn ang="0">
                    <a:pos x="89" y="117"/>
                  </a:cxn>
                  <a:cxn ang="0">
                    <a:pos x="94" y="118"/>
                  </a:cxn>
                  <a:cxn ang="0">
                    <a:pos x="99" y="117"/>
                  </a:cxn>
                  <a:cxn ang="0">
                    <a:pos x="102" y="108"/>
                  </a:cxn>
                  <a:cxn ang="0">
                    <a:pos x="97" y="76"/>
                  </a:cxn>
                  <a:cxn ang="0">
                    <a:pos x="120" y="53"/>
                  </a:cxn>
                  <a:cxn ang="0">
                    <a:pos x="122" y="44"/>
                  </a:cxn>
                  <a:cxn ang="0">
                    <a:pos x="91" y="70"/>
                  </a:cxn>
                  <a:cxn ang="0">
                    <a:pos x="88" y="77"/>
                  </a:cxn>
                  <a:cxn ang="0">
                    <a:pos x="94" y="110"/>
                  </a:cxn>
                  <a:cxn ang="0">
                    <a:pos x="66" y="95"/>
                  </a:cxn>
                  <a:cxn ang="0">
                    <a:pos x="62" y="94"/>
                  </a:cxn>
                  <a:cxn ang="0">
                    <a:pos x="57" y="95"/>
                  </a:cxn>
                  <a:cxn ang="0">
                    <a:pos x="29" y="110"/>
                  </a:cxn>
                  <a:cxn ang="0">
                    <a:pos x="35" y="77"/>
                  </a:cxn>
                  <a:cxn ang="0">
                    <a:pos x="32" y="70"/>
                  </a:cxn>
                  <a:cxn ang="0">
                    <a:pos x="9" y="47"/>
                  </a:cxn>
                  <a:cxn ang="0">
                    <a:pos x="41" y="42"/>
                  </a:cxn>
                  <a:cxn ang="0">
                    <a:pos x="48" y="37"/>
                  </a:cxn>
                  <a:cxn ang="0">
                    <a:pos x="62" y="8"/>
                  </a:cxn>
                  <a:cxn ang="0">
                    <a:pos x="75" y="37"/>
                  </a:cxn>
                  <a:cxn ang="0">
                    <a:pos x="82" y="42"/>
                  </a:cxn>
                  <a:cxn ang="0">
                    <a:pos x="114" y="47"/>
                  </a:cxn>
                  <a:cxn ang="0">
                    <a:pos x="91" y="70"/>
                  </a:cxn>
                  <a:cxn ang="0">
                    <a:pos x="91" y="70"/>
                  </a:cxn>
                  <a:cxn ang="0">
                    <a:pos x="91" y="70"/>
                  </a:cxn>
                </a:cxnLst>
                <a:rect l="0" t="0" r="r" b="b"/>
                <a:pathLst>
                  <a:path w="124" h="118">
                    <a:moveTo>
                      <a:pt x="122" y="44"/>
                    </a:moveTo>
                    <a:cubicBezTo>
                      <a:pt x="121" y="41"/>
                      <a:pt x="119" y="39"/>
                      <a:pt x="115" y="38"/>
                    </a:cubicBezTo>
                    <a:cubicBezTo>
                      <a:pt x="83" y="33"/>
                      <a:pt x="83" y="33"/>
                      <a:pt x="83" y="33"/>
                    </a:cubicBezTo>
                    <a:cubicBezTo>
                      <a:pt x="70" y="5"/>
                      <a:pt x="70" y="5"/>
                      <a:pt x="70" y="5"/>
                    </a:cubicBezTo>
                    <a:cubicBezTo>
                      <a:pt x="68" y="1"/>
                      <a:pt x="65" y="0"/>
                      <a:pt x="62" y="0"/>
                    </a:cubicBezTo>
                    <a:cubicBezTo>
                      <a:pt x="58" y="0"/>
                      <a:pt x="55" y="1"/>
                      <a:pt x="54" y="5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4" y="39"/>
                      <a:pt x="2" y="41"/>
                      <a:pt x="1" y="44"/>
                    </a:cubicBezTo>
                    <a:cubicBezTo>
                      <a:pt x="0" y="47"/>
                      <a:pt x="0" y="50"/>
                      <a:pt x="3" y="53"/>
                    </a:cubicBezTo>
                    <a:cubicBezTo>
                      <a:pt x="26" y="76"/>
                      <a:pt x="26" y="76"/>
                      <a:pt x="26" y="76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20" y="112"/>
                      <a:pt x="22" y="115"/>
                      <a:pt x="24" y="117"/>
                    </a:cubicBezTo>
                    <a:cubicBezTo>
                      <a:pt x="26" y="118"/>
                      <a:pt x="28" y="118"/>
                      <a:pt x="29" y="118"/>
                    </a:cubicBezTo>
                    <a:cubicBezTo>
                      <a:pt x="31" y="118"/>
                      <a:pt x="32" y="118"/>
                      <a:pt x="34" y="117"/>
                    </a:cubicBezTo>
                    <a:cubicBezTo>
                      <a:pt x="62" y="102"/>
                      <a:pt x="62" y="102"/>
                      <a:pt x="62" y="102"/>
                    </a:cubicBezTo>
                    <a:cubicBezTo>
                      <a:pt x="89" y="117"/>
                      <a:pt x="89" y="117"/>
                      <a:pt x="89" y="117"/>
                    </a:cubicBezTo>
                    <a:cubicBezTo>
                      <a:pt x="91" y="118"/>
                      <a:pt x="92" y="118"/>
                      <a:pt x="94" y="118"/>
                    </a:cubicBezTo>
                    <a:cubicBezTo>
                      <a:pt x="96" y="118"/>
                      <a:pt x="97" y="118"/>
                      <a:pt x="99" y="117"/>
                    </a:cubicBezTo>
                    <a:cubicBezTo>
                      <a:pt x="102" y="115"/>
                      <a:pt x="103" y="112"/>
                      <a:pt x="102" y="108"/>
                    </a:cubicBezTo>
                    <a:cubicBezTo>
                      <a:pt x="97" y="76"/>
                      <a:pt x="97" y="76"/>
                      <a:pt x="97" y="76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3" y="50"/>
                      <a:pt x="124" y="47"/>
                      <a:pt x="122" y="44"/>
                    </a:cubicBezTo>
                    <a:close/>
                    <a:moveTo>
                      <a:pt x="91" y="70"/>
                    </a:moveTo>
                    <a:cubicBezTo>
                      <a:pt x="89" y="72"/>
                      <a:pt x="88" y="75"/>
                      <a:pt x="88" y="77"/>
                    </a:cubicBezTo>
                    <a:cubicBezTo>
                      <a:pt x="94" y="110"/>
                      <a:pt x="94" y="110"/>
                      <a:pt x="94" y="110"/>
                    </a:cubicBezTo>
                    <a:cubicBezTo>
                      <a:pt x="66" y="95"/>
                      <a:pt x="66" y="95"/>
                      <a:pt x="66" y="95"/>
                    </a:cubicBezTo>
                    <a:cubicBezTo>
                      <a:pt x="65" y="94"/>
                      <a:pt x="63" y="94"/>
                      <a:pt x="62" y="94"/>
                    </a:cubicBezTo>
                    <a:cubicBezTo>
                      <a:pt x="60" y="94"/>
                      <a:pt x="59" y="94"/>
                      <a:pt x="57" y="95"/>
                    </a:cubicBezTo>
                    <a:cubicBezTo>
                      <a:pt x="29" y="110"/>
                      <a:pt x="29" y="110"/>
                      <a:pt x="29" y="110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5"/>
                      <a:pt x="34" y="72"/>
                      <a:pt x="32" y="70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4" y="41"/>
                      <a:pt x="46" y="40"/>
                      <a:pt x="48" y="37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75" y="37"/>
                      <a:pt x="75" y="37"/>
                      <a:pt x="75" y="37"/>
                    </a:cubicBezTo>
                    <a:cubicBezTo>
                      <a:pt x="77" y="40"/>
                      <a:pt x="79" y="41"/>
                      <a:pt x="82" y="42"/>
                    </a:cubicBezTo>
                    <a:cubicBezTo>
                      <a:pt x="114" y="47"/>
                      <a:pt x="114" y="47"/>
                      <a:pt x="114" y="47"/>
                    </a:cubicBezTo>
                    <a:lnTo>
                      <a:pt x="91" y="70"/>
                    </a:lnTo>
                    <a:close/>
                    <a:moveTo>
                      <a:pt x="91" y="70"/>
                    </a:moveTo>
                    <a:cubicBezTo>
                      <a:pt x="91" y="70"/>
                      <a:pt x="91" y="70"/>
                      <a:pt x="91" y="70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sz="1867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微软雅黑 Light" panose="020B0502040204020203" pitchFamily="34" charset="-122"/>
                </a:endParaRPr>
              </a:p>
            </p:txBody>
          </p:sp>
          <p:grpSp>
            <p:nvGrpSpPr>
              <p:cNvPr id="58" name="Group 120"/>
              <p:cNvGrpSpPr/>
              <p:nvPr/>
            </p:nvGrpSpPr>
            <p:grpSpPr>
              <a:xfrm>
                <a:off x="3683532" y="2781458"/>
                <a:ext cx="189096" cy="164108"/>
                <a:chOff x="8783638" y="1235076"/>
                <a:chExt cx="360363" cy="312738"/>
              </a:xfrm>
              <a:solidFill>
                <a:schemeClr val="bg1"/>
              </a:solidFill>
            </p:grpSpPr>
            <p:sp>
              <p:nvSpPr>
                <p:cNvPr id="73" name="Freeform: Shape 121"/>
                <p:cNvSpPr>
                  <a:spLocks/>
                </p:cNvSpPr>
                <p:nvPr/>
              </p:nvSpPr>
              <p:spPr bwMode="auto">
                <a:xfrm>
                  <a:off x="8842375" y="1290638"/>
                  <a:ext cx="128588" cy="84138"/>
                </a:xfrm>
                <a:custGeom>
                  <a:avLst/>
                  <a:gdLst/>
                  <a:ahLst/>
                  <a:cxnLst>
                    <a:cxn ang="0">
                      <a:pos x="42" y="0"/>
                    </a:cxn>
                    <a:cxn ang="0">
                      <a:pos x="0" y="27"/>
                    </a:cxn>
                    <a:cxn ang="0">
                      <a:pos x="1" y="29"/>
                    </a:cxn>
                    <a:cxn ang="0">
                      <a:pos x="3" y="27"/>
                    </a:cxn>
                    <a:cxn ang="0">
                      <a:pos x="42" y="4"/>
                    </a:cxn>
                    <a:cxn ang="0">
                      <a:pos x="44" y="2"/>
                    </a:cxn>
                    <a:cxn ang="0">
                      <a:pos x="42" y="0"/>
                    </a:cxn>
                    <a:cxn ang="0">
                      <a:pos x="42" y="0"/>
                    </a:cxn>
                    <a:cxn ang="0">
                      <a:pos x="42" y="0"/>
                    </a:cxn>
                  </a:cxnLst>
                  <a:rect l="0" t="0" r="r" b="b"/>
                  <a:pathLst>
                    <a:path w="44" h="29">
                      <a:moveTo>
                        <a:pt x="42" y="0"/>
                      </a:moveTo>
                      <a:cubicBezTo>
                        <a:pt x="19" y="0"/>
                        <a:pt x="0" y="12"/>
                        <a:pt x="0" y="27"/>
                      </a:cubicBezTo>
                      <a:cubicBezTo>
                        <a:pt x="0" y="28"/>
                        <a:pt x="0" y="29"/>
                        <a:pt x="1" y="29"/>
                      </a:cubicBezTo>
                      <a:cubicBezTo>
                        <a:pt x="3" y="29"/>
                        <a:pt x="3" y="28"/>
                        <a:pt x="3" y="27"/>
                      </a:cubicBezTo>
                      <a:cubicBezTo>
                        <a:pt x="3" y="15"/>
                        <a:pt x="21" y="4"/>
                        <a:pt x="42" y="4"/>
                      </a:cubicBezTo>
                      <a:cubicBezTo>
                        <a:pt x="43" y="4"/>
                        <a:pt x="44" y="3"/>
                        <a:pt x="44" y="2"/>
                      </a:cubicBezTo>
                      <a:cubicBezTo>
                        <a:pt x="44" y="1"/>
                        <a:pt x="43" y="0"/>
                        <a:pt x="42" y="0"/>
                      </a:cubicBezTo>
                      <a:close/>
                      <a:moveTo>
                        <a:pt x="42" y="0"/>
                      </a:moveTo>
                      <a:cubicBezTo>
                        <a:pt x="42" y="0"/>
                        <a:pt x="42" y="0"/>
                        <a:pt x="42" y="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74" name="Freeform: Shape 122"/>
                <p:cNvSpPr>
                  <a:spLocks/>
                </p:cNvSpPr>
                <p:nvPr/>
              </p:nvSpPr>
              <p:spPr bwMode="auto">
                <a:xfrm>
                  <a:off x="8783638" y="1235076"/>
                  <a:ext cx="360363" cy="312738"/>
                </a:xfrm>
                <a:custGeom>
                  <a:avLst/>
                  <a:gdLst/>
                  <a:ahLst/>
                  <a:cxnLst>
                    <a:cxn ang="0">
                      <a:pos x="62" y="0"/>
                    </a:cxn>
                    <a:cxn ang="0">
                      <a:pos x="0" y="46"/>
                    </a:cxn>
                    <a:cxn ang="0">
                      <a:pos x="27" y="84"/>
                    </a:cxn>
                    <a:cxn ang="0">
                      <a:pos x="27" y="84"/>
                    </a:cxn>
                    <a:cxn ang="0">
                      <a:pos x="20" y="102"/>
                    </a:cxn>
                    <a:cxn ang="0">
                      <a:pos x="20" y="104"/>
                    </a:cxn>
                    <a:cxn ang="0">
                      <a:pos x="23" y="107"/>
                    </a:cxn>
                    <a:cxn ang="0">
                      <a:pos x="24" y="107"/>
                    </a:cxn>
                    <a:cxn ang="0">
                      <a:pos x="50" y="91"/>
                    </a:cxn>
                    <a:cxn ang="0">
                      <a:pos x="62" y="92"/>
                    </a:cxn>
                    <a:cxn ang="0">
                      <a:pos x="123" y="46"/>
                    </a:cxn>
                    <a:cxn ang="0">
                      <a:pos x="62" y="0"/>
                    </a:cxn>
                    <a:cxn ang="0">
                      <a:pos x="62" y="84"/>
                    </a:cxn>
                    <a:cxn ang="0">
                      <a:pos x="51" y="83"/>
                    </a:cxn>
                    <a:cxn ang="0">
                      <a:pos x="50" y="83"/>
                    </a:cxn>
                    <a:cxn ang="0">
                      <a:pos x="44" y="86"/>
                    </a:cxn>
                    <a:cxn ang="0">
                      <a:pos x="32" y="96"/>
                    </a:cxn>
                    <a:cxn ang="0">
                      <a:pos x="35" y="85"/>
                    </a:cxn>
                    <a:cxn ang="0">
                      <a:pos x="35" y="84"/>
                    </a:cxn>
                    <a:cxn ang="0">
                      <a:pos x="31" y="77"/>
                    </a:cxn>
                    <a:cxn ang="0">
                      <a:pos x="8" y="46"/>
                    </a:cxn>
                    <a:cxn ang="0">
                      <a:pos x="62" y="7"/>
                    </a:cxn>
                    <a:cxn ang="0">
                      <a:pos x="115" y="46"/>
                    </a:cxn>
                    <a:cxn ang="0">
                      <a:pos x="62" y="84"/>
                    </a:cxn>
                    <a:cxn ang="0">
                      <a:pos x="62" y="84"/>
                    </a:cxn>
                    <a:cxn ang="0">
                      <a:pos x="62" y="84"/>
                    </a:cxn>
                  </a:cxnLst>
                  <a:rect l="0" t="0" r="r" b="b"/>
                  <a:pathLst>
                    <a:path w="123" h="107">
                      <a:moveTo>
                        <a:pt x="62" y="0"/>
                      </a:moveTo>
                      <a:cubicBezTo>
                        <a:pt x="28" y="0"/>
                        <a:pt x="0" y="20"/>
                        <a:pt x="0" y="46"/>
                      </a:cubicBezTo>
                      <a:cubicBezTo>
                        <a:pt x="0" y="62"/>
                        <a:pt x="11" y="76"/>
                        <a:pt x="27" y="84"/>
                      </a:cubicBezTo>
                      <a:cubicBezTo>
                        <a:pt x="27" y="84"/>
                        <a:pt x="27" y="84"/>
                        <a:pt x="27" y="84"/>
                      </a:cubicBezTo>
                      <a:cubicBezTo>
                        <a:pt x="27" y="91"/>
                        <a:pt x="22" y="98"/>
                        <a:pt x="20" y="102"/>
                      </a:cubicBezTo>
                      <a:cubicBezTo>
                        <a:pt x="20" y="103"/>
                        <a:pt x="20" y="103"/>
                        <a:pt x="20" y="104"/>
                      </a:cubicBezTo>
                      <a:cubicBezTo>
                        <a:pt x="20" y="106"/>
                        <a:pt x="21" y="107"/>
                        <a:pt x="23" y="107"/>
                      </a:cubicBezTo>
                      <a:cubicBezTo>
                        <a:pt x="23" y="107"/>
                        <a:pt x="24" y="107"/>
                        <a:pt x="24" y="107"/>
                      </a:cubicBezTo>
                      <a:cubicBezTo>
                        <a:pt x="36" y="105"/>
                        <a:pt x="47" y="94"/>
                        <a:pt x="50" y="91"/>
                      </a:cubicBezTo>
                      <a:cubicBezTo>
                        <a:pt x="54" y="92"/>
                        <a:pt x="58" y="92"/>
                        <a:pt x="62" y="92"/>
                      </a:cubicBezTo>
                      <a:cubicBezTo>
                        <a:pt x="96" y="92"/>
                        <a:pt x="123" y="71"/>
                        <a:pt x="123" y="46"/>
                      </a:cubicBezTo>
                      <a:cubicBezTo>
                        <a:pt x="123" y="20"/>
                        <a:pt x="96" y="0"/>
                        <a:pt x="62" y="0"/>
                      </a:cubicBezTo>
                      <a:close/>
                      <a:moveTo>
                        <a:pt x="62" y="84"/>
                      </a:moveTo>
                      <a:cubicBezTo>
                        <a:pt x="58" y="84"/>
                        <a:pt x="55" y="84"/>
                        <a:pt x="51" y="83"/>
                      </a:cubicBezTo>
                      <a:cubicBezTo>
                        <a:pt x="51" y="83"/>
                        <a:pt x="50" y="83"/>
                        <a:pt x="50" y="83"/>
                      </a:cubicBezTo>
                      <a:cubicBezTo>
                        <a:pt x="48" y="83"/>
                        <a:pt x="45" y="84"/>
                        <a:pt x="44" y="86"/>
                      </a:cubicBezTo>
                      <a:cubicBezTo>
                        <a:pt x="42" y="88"/>
                        <a:pt x="38" y="93"/>
                        <a:pt x="32" y="96"/>
                      </a:cubicBezTo>
                      <a:cubicBezTo>
                        <a:pt x="34" y="92"/>
                        <a:pt x="35" y="89"/>
                        <a:pt x="35" y="85"/>
                      </a:cubicBezTo>
                      <a:cubicBezTo>
                        <a:pt x="35" y="84"/>
                        <a:pt x="35" y="84"/>
                        <a:pt x="35" y="84"/>
                      </a:cubicBezTo>
                      <a:cubicBezTo>
                        <a:pt x="35" y="81"/>
                        <a:pt x="33" y="78"/>
                        <a:pt x="31" y="77"/>
                      </a:cubicBezTo>
                      <a:cubicBezTo>
                        <a:pt x="17" y="70"/>
                        <a:pt x="8" y="58"/>
                        <a:pt x="8" y="46"/>
                      </a:cubicBezTo>
                      <a:cubicBezTo>
                        <a:pt x="8" y="25"/>
                        <a:pt x="32" y="7"/>
                        <a:pt x="62" y="7"/>
                      </a:cubicBezTo>
                      <a:cubicBezTo>
                        <a:pt x="91" y="7"/>
                        <a:pt x="115" y="25"/>
                        <a:pt x="115" y="46"/>
                      </a:cubicBezTo>
                      <a:cubicBezTo>
                        <a:pt x="115" y="67"/>
                        <a:pt x="91" y="84"/>
                        <a:pt x="62" y="84"/>
                      </a:cubicBezTo>
                      <a:close/>
                      <a:moveTo>
                        <a:pt x="62" y="84"/>
                      </a:moveTo>
                      <a:cubicBezTo>
                        <a:pt x="62" y="84"/>
                        <a:pt x="62" y="84"/>
                        <a:pt x="62" y="84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59" name="Group 123"/>
              <p:cNvGrpSpPr/>
              <p:nvPr/>
            </p:nvGrpSpPr>
            <p:grpSpPr>
              <a:xfrm>
                <a:off x="3373614" y="2508384"/>
                <a:ext cx="186596" cy="189096"/>
                <a:chOff x="3036888" y="1211263"/>
                <a:chExt cx="355600" cy="360363"/>
              </a:xfrm>
              <a:solidFill>
                <a:schemeClr val="bg1"/>
              </a:solidFill>
            </p:grpSpPr>
            <p:sp>
              <p:nvSpPr>
                <p:cNvPr id="60" name="Freeform: Shape 124"/>
                <p:cNvSpPr>
                  <a:spLocks/>
                </p:cNvSpPr>
                <p:nvPr/>
              </p:nvSpPr>
              <p:spPr bwMode="auto">
                <a:xfrm>
                  <a:off x="3036888" y="1211263"/>
                  <a:ext cx="355600" cy="360363"/>
                </a:xfrm>
                <a:custGeom>
                  <a:avLst/>
                  <a:gdLst/>
                  <a:ahLst/>
                  <a:cxnLst>
                    <a:cxn ang="0">
                      <a:pos x="111" y="0"/>
                    </a:cxn>
                    <a:cxn ang="0">
                      <a:pos x="27" y="0"/>
                    </a:cxn>
                    <a:cxn ang="0">
                      <a:pos x="15" y="12"/>
                    </a:cxn>
                    <a:cxn ang="0">
                      <a:pos x="15" y="19"/>
                    </a:cxn>
                    <a:cxn ang="0">
                      <a:pos x="11" y="19"/>
                    </a:cxn>
                    <a:cxn ang="0">
                      <a:pos x="0" y="31"/>
                    </a:cxn>
                    <a:cxn ang="0">
                      <a:pos x="0" y="107"/>
                    </a:cxn>
                    <a:cxn ang="0">
                      <a:pos x="15" y="123"/>
                    </a:cxn>
                    <a:cxn ang="0">
                      <a:pos x="107" y="123"/>
                    </a:cxn>
                    <a:cxn ang="0">
                      <a:pos x="122" y="107"/>
                    </a:cxn>
                    <a:cxn ang="0">
                      <a:pos x="122" y="12"/>
                    </a:cxn>
                    <a:cxn ang="0">
                      <a:pos x="111" y="0"/>
                    </a:cxn>
                    <a:cxn ang="0">
                      <a:pos x="115" y="107"/>
                    </a:cxn>
                    <a:cxn ang="0">
                      <a:pos x="107" y="115"/>
                    </a:cxn>
                    <a:cxn ang="0">
                      <a:pos x="15" y="115"/>
                    </a:cxn>
                    <a:cxn ang="0">
                      <a:pos x="7" y="107"/>
                    </a:cxn>
                    <a:cxn ang="0">
                      <a:pos x="7" y="31"/>
                    </a:cxn>
                    <a:cxn ang="0">
                      <a:pos x="11" y="27"/>
                    </a:cxn>
                    <a:cxn ang="0">
                      <a:pos x="15" y="27"/>
                    </a:cxn>
                    <a:cxn ang="0">
                      <a:pos x="15" y="104"/>
                    </a:cxn>
                    <a:cxn ang="0">
                      <a:pos x="19" y="107"/>
                    </a:cxn>
                    <a:cxn ang="0">
                      <a:pos x="23" y="104"/>
                    </a:cxn>
                    <a:cxn ang="0">
                      <a:pos x="23" y="12"/>
                    </a:cxn>
                    <a:cxn ang="0">
                      <a:pos x="27" y="8"/>
                    </a:cxn>
                    <a:cxn ang="0">
                      <a:pos x="111" y="8"/>
                    </a:cxn>
                    <a:cxn ang="0">
                      <a:pos x="115" y="12"/>
                    </a:cxn>
                    <a:cxn ang="0">
                      <a:pos x="115" y="107"/>
                    </a:cxn>
                    <a:cxn ang="0">
                      <a:pos x="115" y="107"/>
                    </a:cxn>
                    <a:cxn ang="0">
                      <a:pos x="115" y="107"/>
                    </a:cxn>
                  </a:cxnLst>
                  <a:rect l="0" t="0" r="r" b="b"/>
                  <a:pathLst>
                    <a:path w="122" h="123">
                      <a:moveTo>
                        <a:pt x="111" y="0"/>
                      </a:move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20" y="0"/>
                        <a:pt x="15" y="5"/>
                        <a:pt x="15" y="12"/>
                      </a:cubicBezTo>
                      <a:cubicBezTo>
                        <a:pt x="15" y="19"/>
                        <a:pt x="15" y="19"/>
                        <a:pt x="15" y="19"/>
                      </a:cubicBezTo>
                      <a:cubicBezTo>
                        <a:pt x="11" y="19"/>
                        <a:pt x="11" y="19"/>
                        <a:pt x="11" y="19"/>
                      </a:cubicBezTo>
                      <a:cubicBezTo>
                        <a:pt x="5" y="19"/>
                        <a:pt x="0" y="24"/>
                        <a:pt x="0" y="31"/>
                      </a:cubicBezTo>
                      <a:cubicBezTo>
                        <a:pt x="0" y="107"/>
                        <a:pt x="0" y="107"/>
                        <a:pt x="0" y="107"/>
                      </a:cubicBezTo>
                      <a:cubicBezTo>
                        <a:pt x="0" y="116"/>
                        <a:pt x="7" y="123"/>
                        <a:pt x="15" y="123"/>
                      </a:cubicBezTo>
                      <a:cubicBezTo>
                        <a:pt x="107" y="123"/>
                        <a:pt x="107" y="123"/>
                        <a:pt x="107" y="123"/>
                      </a:cubicBezTo>
                      <a:cubicBezTo>
                        <a:pt x="116" y="123"/>
                        <a:pt x="122" y="116"/>
                        <a:pt x="122" y="107"/>
                      </a:cubicBezTo>
                      <a:cubicBezTo>
                        <a:pt x="122" y="12"/>
                        <a:pt x="122" y="12"/>
                        <a:pt x="122" y="12"/>
                      </a:cubicBezTo>
                      <a:cubicBezTo>
                        <a:pt x="122" y="5"/>
                        <a:pt x="117" y="0"/>
                        <a:pt x="111" y="0"/>
                      </a:cubicBezTo>
                      <a:close/>
                      <a:moveTo>
                        <a:pt x="115" y="107"/>
                      </a:moveTo>
                      <a:cubicBezTo>
                        <a:pt x="115" y="112"/>
                        <a:pt x="111" y="115"/>
                        <a:pt x="107" y="115"/>
                      </a:cubicBezTo>
                      <a:cubicBezTo>
                        <a:pt x="15" y="115"/>
                        <a:pt x="15" y="115"/>
                        <a:pt x="15" y="115"/>
                      </a:cubicBezTo>
                      <a:cubicBezTo>
                        <a:pt x="11" y="115"/>
                        <a:pt x="7" y="112"/>
                        <a:pt x="7" y="107"/>
                      </a:cubicBezTo>
                      <a:cubicBezTo>
                        <a:pt x="7" y="31"/>
                        <a:pt x="7" y="31"/>
                        <a:pt x="7" y="31"/>
                      </a:cubicBezTo>
                      <a:cubicBezTo>
                        <a:pt x="7" y="29"/>
                        <a:pt x="9" y="27"/>
                        <a:pt x="11" y="27"/>
                      </a:cubicBezTo>
                      <a:cubicBezTo>
                        <a:pt x="15" y="27"/>
                        <a:pt x="15" y="27"/>
                        <a:pt x="15" y="27"/>
                      </a:cubicBezTo>
                      <a:cubicBezTo>
                        <a:pt x="15" y="104"/>
                        <a:pt x="15" y="104"/>
                        <a:pt x="15" y="104"/>
                      </a:cubicBezTo>
                      <a:cubicBezTo>
                        <a:pt x="15" y="106"/>
                        <a:pt x="17" y="107"/>
                        <a:pt x="19" y="107"/>
                      </a:cubicBezTo>
                      <a:cubicBezTo>
                        <a:pt x="21" y="107"/>
                        <a:pt x="23" y="106"/>
                        <a:pt x="23" y="104"/>
                      </a:cubicBez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3" y="9"/>
                        <a:pt x="24" y="8"/>
                        <a:pt x="27" y="8"/>
                      </a:cubicBezTo>
                      <a:cubicBezTo>
                        <a:pt x="111" y="8"/>
                        <a:pt x="111" y="8"/>
                        <a:pt x="111" y="8"/>
                      </a:cubicBezTo>
                      <a:cubicBezTo>
                        <a:pt x="113" y="8"/>
                        <a:pt x="115" y="9"/>
                        <a:pt x="115" y="12"/>
                      </a:cubicBezTo>
                      <a:lnTo>
                        <a:pt x="115" y="107"/>
                      </a:lnTo>
                      <a:close/>
                      <a:moveTo>
                        <a:pt x="115" y="107"/>
                      </a:moveTo>
                      <a:cubicBezTo>
                        <a:pt x="115" y="107"/>
                        <a:pt x="115" y="107"/>
                        <a:pt x="115" y="107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61" name="Freeform: Shape 125"/>
                <p:cNvSpPr>
                  <a:spLocks/>
                </p:cNvSpPr>
                <p:nvPr/>
              </p:nvSpPr>
              <p:spPr bwMode="auto">
                <a:xfrm>
                  <a:off x="3249613" y="1346201"/>
                  <a:ext cx="100013" cy="11113"/>
                </a:xfrm>
                <a:custGeom>
                  <a:avLst/>
                  <a:gdLst/>
                  <a:ahLst/>
                  <a:cxnLst>
                    <a:cxn ang="0">
                      <a:pos x="1" y="4"/>
                    </a:cxn>
                    <a:cxn ang="0">
                      <a:pos x="32" y="4"/>
                    </a:cxn>
                    <a:cxn ang="0">
                      <a:pos x="34" y="2"/>
                    </a:cxn>
                    <a:cxn ang="0">
                      <a:pos x="32" y="0"/>
                    </a:cxn>
                    <a:cxn ang="0">
                      <a:pos x="1" y="0"/>
                    </a:cxn>
                    <a:cxn ang="0">
                      <a:pos x="0" y="2"/>
                    </a:cxn>
                    <a:cxn ang="0">
                      <a:pos x="1" y="4"/>
                    </a:cxn>
                    <a:cxn ang="0">
                      <a:pos x="1" y="4"/>
                    </a:cxn>
                    <a:cxn ang="0">
                      <a:pos x="1" y="4"/>
                    </a:cxn>
                  </a:cxnLst>
                  <a:rect l="0" t="0" r="r" b="b"/>
                  <a:pathLst>
                    <a:path w="34" h="4">
                      <a:moveTo>
                        <a:pt x="1" y="4"/>
                      </a:moveTo>
                      <a:cubicBezTo>
                        <a:pt x="32" y="4"/>
                        <a:pt x="32" y="4"/>
                        <a:pt x="32" y="4"/>
                      </a:cubicBezTo>
                      <a:cubicBezTo>
                        <a:pt x="33" y="4"/>
                        <a:pt x="34" y="3"/>
                        <a:pt x="34" y="2"/>
                      </a:cubicBezTo>
                      <a:cubicBezTo>
                        <a:pt x="34" y="1"/>
                        <a:pt x="33" y="0"/>
                        <a:pt x="3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1"/>
                        <a:pt x="0" y="2"/>
                      </a:cubicBezTo>
                      <a:cubicBezTo>
                        <a:pt x="0" y="3"/>
                        <a:pt x="0" y="4"/>
                        <a:pt x="1" y="4"/>
                      </a:cubicBezTo>
                      <a:close/>
                      <a:moveTo>
                        <a:pt x="1" y="4"/>
                      </a:moveTo>
                      <a:cubicBezTo>
                        <a:pt x="1" y="4"/>
                        <a:pt x="1" y="4"/>
                        <a:pt x="1" y="4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62" name="Freeform: Shape 126"/>
                <p:cNvSpPr>
                  <a:spLocks/>
                </p:cNvSpPr>
                <p:nvPr/>
              </p:nvSpPr>
              <p:spPr bwMode="auto">
                <a:xfrm>
                  <a:off x="3249613" y="1314451"/>
                  <a:ext cx="100013" cy="7938"/>
                </a:xfrm>
                <a:custGeom>
                  <a:avLst/>
                  <a:gdLst/>
                  <a:ahLst/>
                  <a:cxnLst>
                    <a:cxn ang="0">
                      <a:pos x="1" y="3"/>
                    </a:cxn>
                    <a:cxn ang="0">
                      <a:pos x="32" y="3"/>
                    </a:cxn>
                    <a:cxn ang="0">
                      <a:pos x="34" y="2"/>
                    </a:cxn>
                    <a:cxn ang="0">
                      <a:pos x="32" y="0"/>
                    </a:cxn>
                    <a:cxn ang="0">
                      <a:pos x="1" y="0"/>
                    </a:cxn>
                    <a:cxn ang="0">
                      <a:pos x="0" y="2"/>
                    </a:cxn>
                    <a:cxn ang="0">
                      <a:pos x="1" y="3"/>
                    </a:cxn>
                    <a:cxn ang="0">
                      <a:pos x="1" y="3"/>
                    </a:cxn>
                    <a:cxn ang="0">
                      <a:pos x="1" y="3"/>
                    </a:cxn>
                  </a:cxnLst>
                  <a:rect l="0" t="0" r="r" b="b"/>
                  <a:pathLst>
                    <a:path w="34" h="3">
                      <a:moveTo>
                        <a:pt x="1" y="3"/>
                      </a:moveTo>
                      <a:cubicBezTo>
                        <a:pt x="32" y="3"/>
                        <a:pt x="32" y="3"/>
                        <a:pt x="32" y="3"/>
                      </a:cubicBezTo>
                      <a:cubicBezTo>
                        <a:pt x="33" y="3"/>
                        <a:pt x="34" y="3"/>
                        <a:pt x="34" y="2"/>
                      </a:cubicBezTo>
                      <a:cubicBezTo>
                        <a:pt x="34" y="1"/>
                        <a:pt x="33" y="0"/>
                        <a:pt x="3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1"/>
                        <a:pt x="0" y="2"/>
                      </a:cubicBezTo>
                      <a:cubicBezTo>
                        <a:pt x="0" y="3"/>
                        <a:pt x="0" y="3"/>
                        <a:pt x="1" y="3"/>
                      </a:cubicBezTo>
                      <a:close/>
                      <a:moveTo>
                        <a:pt x="1" y="3"/>
                      </a:moveTo>
                      <a:cubicBezTo>
                        <a:pt x="1" y="3"/>
                        <a:pt x="1" y="3"/>
                        <a:pt x="1" y="3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63" name="Freeform: Shape 127"/>
                <p:cNvSpPr>
                  <a:spLocks/>
                </p:cNvSpPr>
                <p:nvPr/>
              </p:nvSpPr>
              <p:spPr bwMode="auto">
                <a:xfrm>
                  <a:off x="3249613" y="1277938"/>
                  <a:ext cx="100013" cy="12700"/>
                </a:xfrm>
                <a:custGeom>
                  <a:avLst/>
                  <a:gdLst/>
                  <a:ahLst/>
                  <a:cxnLst>
                    <a:cxn ang="0">
                      <a:pos x="1" y="4"/>
                    </a:cxn>
                    <a:cxn ang="0">
                      <a:pos x="32" y="4"/>
                    </a:cxn>
                    <a:cxn ang="0">
                      <a:pos x="34" y="2"/>
                    </a:cxn>
                    <a:cxn ang="0">
                      <a:pos x="32" y="0"/>
                    </a:cxn>
                    <a:cxn ang="0">
                      <a:pos x="1" y="0"/>
                    </a:cxn>
                    <a:cxn ang="0">
                      <a:pos x="0" y="2"/>
                    </a:cxn>
                    <a:cxn ang="0">
                      <a:pos x="1" y="4"/>
                    </a:cxn>
                    <a:cxn ang="0">
                      <a:pos x="1" y="4"/>
                    </a:cxn>
                    <a:cxn ang="0">
                      <a:pos x="1" y="4"/>
                    </a:cxn>
                  </a:cxnLst>
                  <a:rect l="0" t="0" r="r" b="b"/>
                  <a:pathLst>
                    <a:path w="34" h="4">
                      <a:moveTo>
                        <a:pt x="1" y="4"/>
                      </a:moveTo>
                      <a:cubicBezTo>
                        <a:pt x="32" y="4"/>
                        <a:pt x="32" y="4"/>
                        <a:pt x="32" y="4"/>
                      </a:cubicBezTo>
                      <a:cubicBezTo>
                        <a:pt x="33" y="4"/>
                        <a:pt x="34" y="3"/>
                        <a:pt x="34" y="2"/>
                      </a:cubicBezTo>
                      <a:cubicBezTo>
                        <a:pt x="34" y="1"/>
                        <a:pt x="33" y="0"/>
                        <a:pt x="3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1"/>
                        <a:pt x="0" y="2"/>
                      </a:cubicBezTo>
                      <a:cubicBezTo>
                        <a:pt x="0" y="3"/>
                        <a:pt x="0" y="4"/>
                        <a:pt x="1" y="4"/>
                      </a:cubicBezTo>
                      <a:close/>
                      <a:moveTo>
                        <a:pt x="1" y="4"/>
                      </a:moveTo>
                      <a:cubicBezTo>
                        <a:pt x="1" y="4"/>
                        <a:pt x="1" y="4"/>
                        <a:pt x="1" y="4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64" name="Freeform: Shape 128"/>
                <p:cNvSpPr>
                  <a:spLocks/>
                </p:cNvSpPr>
                <p:nvPr/>
              </p:nvSpPr>
              <p:spPr bwMode="auto">
                <a:xfrm>
                  <a:off x="3124200" y="1516063"/>
                  <a:ext cx="101600" cy="11113"/>
                </a:xfrm>
                <a:custGeom>
                  <a:avLst/>
                  <a:gdLst/>
                  <a:ahLst/>
                  <a:cxnLst>
                    <a:cxn ang="0">
                      <a:pos x="33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4"/>
                    </a:cxn>
                    <a:cxn ang="0">
                      <a:pos x="33" y="4"/>
                    </a:cxn>
                    <a:cxn ang="0">
                      <a:pos x="35" y="2"/>
                    </a:cxn>
                    <a:cxn ang="0">
                      <a:pos x="33" y="0"/>
                    </a:cxn>
                    <a:cxn ang="0">
                      <a:pos x="33" y="0"/>
                    </a:cxn>
                    <a:cxn ang="0">
                      <a:pos x="33" y="0"/>
                    </a:cxn>
                  </a:cxnLst>
                  <a:rect l="0" t="0" r="r" b="b"/>
                  <a:pathLst>
                    <a:path w="35" h="4">
                      <a:moveTo>
                        <a:pt x="3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3"/>
                        <a:pt x="1" y="4"/>
                        <a:pt x="2" y="4"/>
                      </a:cubicBezTo>
                      <a:cubicBezTo>
                        <a:pt x="33" y="4"/>
                        <a:pt x="33" y="4"/>
                        <a:pt x="33" y="4"/>
                      </a:cubicBezTo>
                      <a:cubicBezTo>
                        <a:pt x="34" y="4"/>
                        <a:pt x="35" y="3"/>
                        <a:pt x="35" y="2"/>
                      </a:cubicBezTo>
                      <a:cubicBezTo>
                        <a:pt x="35" y="1"/>
                        <a:pt x="34" y="0"/>
                        <a:pt x="33" y="0"/>
                      </a:cubicBezTo>
                      <a:close/>
                      <a:moveTo>
                        <a:pt x="33" y="0"/>
                      </a:moveTo>
                      <a:cubicBezTo>
                        <a:pt x="33" y="0"/>
                        <a:pt x="33" y="0"/>
                        <a:pt x="33" y="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65" name="Freeform: Shape 129"/>
                <p:cNvSpPr>
                  <a:spLocks/>
                </p:cNvSpPr>
                <p:nvPr/>
              </p:nvSpPr>
              <p:spPr bwMode="auto">
                <a:xfrm>
                  <a:off x="3124200" y="1481138"/>
                  <a:ext cx="101600" cy="11113"/>
                </a:xfrm>
                <a:custGeom>
                  <a:avLst/>
                  <a:gdLst/>
                  <a:ahLst/>
                  <a:cxnLst>
                    <a:cxn ang="0">
                      <a:pos x="33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4"/>
                    </a:cxn>
                    <a:cxn ang="0">
                      <a:pos x="33" y="4"/>
                    </a:cxn>
                    <a:cxn ang="0">
                      <a:pos x="35" y="2"/>
                    </a:cxn>
                    <a:cxn ang="0">
                      <a:pos x="33" y="0"/>
                    </a:cxn>
                    <a:cxn ang="0">
                      <a:pos x="33" y="0"/>
                    </a:cxn>
                    <a:cxn ang="0">
                      <a:pos x="33" y="0"/>
                    </a:cxn>
                  </a:cxnLst>
                  <a:rect l="0" t="0" r="r" b="b"/>
                  <a:pathLst>
                    <a:path w="35" h="4">
                      <a:moveTo>
                        <a:pt x="3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3"/>
                        <a:pt x="1" y="4"/>
                        <a:pt x="2" y="4"/>
                      </a:cubicBezTo>
                      <a:cubicBezTo>
                        <a:pt x="33" y="4"/>
                        <a:pt x="33" y="4"/>
                        <a:pt x="33" y="4"/>
                      </a:cubicBezTo>
                      <a:cubicBezTo>
                        <a:pt x="34" y="4"/>
                        <a:pt x="35" y="3"/>
                        <a:pt x="35" y="2"/>
                      </a:cubicBezTo>
                      <a:cubicBezTo>
                        <a:pt x="35" y="1"/>
                        <a:pt x="34" y="0"/>
                        <a:pt x="33" y="0"/>
                      </a:cubicBezTo>
                      <a:close/>
                      <a:moveTo>
                        <a:pt x="33" y="0"/>
                      </a:moveTo>
                      <a:cubicBezTo>
                        <a:pt x="33" y="0"/>
                        <a:pt x="33" y="0"/>
                        <a:pt x="33" y="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66" name="Freeform: Shape 130"/>
                <p:cNvSpPr>
                  <a:spLocks/>
                </p:cNvSpPr>
                <p:nvPr/>
              </p:nvSpPr>
              <p:spPr bwMode="auto">
                <a:xfrm>
                  <a:off x="3124200" y="1449388"/>
                  <a:ext cx="101600" cy="11113"/>
                </a:xfrm>
                <a:custGeom>
                  <a:avLst/>
                  <a:gdLst/>
                  <a:ahLst/>
                  <a:cxnLst>
                    <a:cxn ang="0">
                      <a:pos x="33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4"/>
                    </a:cxn>
                    <a:cxn ang="0">
                      <a:pos x="33" y="4"/>
                    </a:cxn>
                    <a:cxn ang="0">
                      <a:pos x="35" y="2"/>
                    </a:cxn>
                    <a:cxn ang="0">
                      <a:pos x="33" y="0"/>
                    </a:cxn>
                    <a:cxn ang="0">
                      <a:pos x="33" y="0"/>
                    </a:cxn>
                    <a:cxn ang="0">
                      <a:pos x="33" y="0"/>
                    </a:cxn>
                  </a:cxnLst>
                  <a:rect l="0" t="0" r="r" b="b"/>
                  <a:pathLst>
                    <a:path w="35" h="4">
                      <a:moveTo>
                        <a:pt x="3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3"/>
                        <a:pt x="1" y="4"/>
                        <a:pt x="2" y="4"/>
                      </a:cubicBezTo>
                      <a:cubicBezTo>
                        <a:pt x="33" y="4"/>
                        <a:pt x="33" y="4"/>
                        <a:pt x="33" y="4"/>
                      </a:cubicBezTo>
                      <a:cubicBezTo>
                        <a:pt x="34" y="4"/>
                        <a:pt x="35" y="3"/>
                        <a:pt x="35" y="2"/>
                      </a:cubicBezTo>
                      <a:cubicBezTo>
                        <a:pt x="35" y="1"/>
                        <a:pt x="34" y="0"/>
                        <a:pt x="33" y="0"/>
                      </a:cubicBezTo>
                      <a:close/>
                      <a:moveTo>
                        <a:pt x="33" y="0"/>
                      </a:moveTo>
                      <a:cubicBezTo>
                        <a:pt x="33" y="0"/>
                        <a:pt x="33" y="0"/>
                        <a:pt x="33" y="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67" name="Freeform: Shape 131"/>
                <p:cNvSpPr>
                  <a:spLocks/>
                </p:cNvSpPr>
                <p:nvPr/>
              </p:nvSpPr>
              <p:spPr bwMode="auto">
                <a:xfrm>
                  <a:off x="3249613" y="1516063"/>
                  <a:ext cx="100013" cy="11113"/>
                </a:xfrm>
                <a:custGeom>
                  <a:avLst/>
                  <a:gdLst/>
                  <a:ahLst/>
                  <a:cxnLst>
                    <a:cxn ang="0">
                      <a:pos x="32" y="0"/>
                    </a:cxn>
                    <a:cxn ang="0">
                      <a:pos x="1" y="0"/>
                    </a:cxn>
                    <a:cxn ang="0">
                      <a:pos x="0" y="2"/>
                    </a:cxn>
                    <a:cxn ang="0">
                      <a:pos x="1" y="4"/>
                    </a:cxn>
                    <a:cxn ang="0">
                      <a:pos x="32" y="4"/>
                    </a:cxn>
                    <a:cxn ang="0">
                      <a:pos x="34" y="2"/>
                    </a:cxn>
                    <a:cxn ang="0">
                      <a:pos x="32" y="0"/>
                    </a:cxn>
                    <a:cxn ang="0">
                      <a:pos x="32" y="0"/>
                    </a:cxn>
                    <a:cxn ang="0">
                      <a:pos x="32" y="0"/>
                    </a:cxn>
                  </a:cxnLst>
                  <a:rect l="0" t="0" r="r" b="b"/>
                  <a:pathLst>
                    <a:path w="34" h="4">
                      <a:moveTo>
                        <a:pt x="32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1"/>
                        <a:pt x="0" y="2"/>
                      </a:cubicBezTo>
                      <a:cubicBezTo>
                        <a:pt x="0" y="3"/>
                        <a:pt x="0" y="4"/>
                        <a:pt x="1" y="4"/>
                      </a:cubicBezTo>
                      <a:cubicBezTo>
                        <a:pt x="32" y="4"/>
                        <a:pt x="32" y="4"/>
                        <a:pt x="32" y="4"/>
                      </a:cubicBezTo>
                      <a:cubicBezTo>
                        <a:pt x="33" y="4"/>
                        <a:pt x="34" y="3"/>
                        <a:pt x="34" y="2"/>
                      </a:cubicBezTo>
                      <a:cubicBezTo>
                        <a:pt x="34" y="1"/>
                        <a:pt x="33" y="0"/>
                        <a:pt x="32" y="0"/>
                      </a:cubicBezTo>
                      <a:close/>
                      <a:moveTo>
                        <a:pt x="32" y="0"/>
                      </a:moveTo>
                      <a:cubicBezTo>
                        <a:pt x="32" y="0"/>
                        <a:pt x="32" y="0"/>
                        <a:pt x="32" y="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68" name="Freeform: Shape 132"/>
                <p:cNvSpPr>
                  <a:spLocks/>
                </p:cNvSpPr>
                <p:nvPr/>
              </p:nvSpPr>
              <p:spPr bwMode="auto">
                <a:xfrm>
                  <a:off x="3249613" y="1481138"/>
                  <a:ext cx="100013" cy="11113"/>
                </a:xfrm>
                <a:custGeom>
                  <a:avLst/>
                  <a:gdLst/>
                  <a:ahLst/>
                  <a:cxnLst>
                    <a:cxn ang="0">
                      <a:pos x="32" y="0"/>
                    </a:cxn>
                    <a:cxn ang="0">
                      <a:pos x="1" y="0"/>
                    </a:cxn>
                    <a:cxn ang="0">
                      <a:pos x="0" y="2"/>
                    </a:cxn>
                    <a:cxn ang="0">
                      <a:pos x="1" y="4"/>
                    </a:cxn>
                    <a:cxn ang="0">
                      <a:pos x="32" y="4"/>
                    </a:cxn>
                    <a:cxn ang="0">
                      <a:pos x="34" y="2"/>
                    </a:cxn>
                    <a:cxn ang="0">
                      <a:pos x="32" y="0"/>
                    </a:cxn>
                    <a:cxn ang="0">
                      <a:pos x="32" y="0"/>
                    </a:cxn>
                    <a:cxn ang="0">
                      <a:pos x="32" y="0"/>
                    </a:cxn>
                  </a:cxnLst>
                  <a:rect l="0" t="0" r="r" b="b"/>
                  <a:pathLst>
                    <a:path w="34" h="4">
                      <a:moveTo>
                        <a:pt x="32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1"/>
                        <a:pt x="0" y="2"/>
                      </a:cubicBezTo>
                      <a:cubicBezTo>
                        <a:pt x="0" y="3"/>
                        <a:pt x="0" y="4"/>
                        <a:pt x="1" y="4"/>
                      </a:cubicBezTo>
                      <a:cubicBezTo>
                        <a:pt x="32" y="4"/>
                        <a:pt x="32" y="4"/>
                        <a:pt x="32" y="4"/>
                      </a:cubicBezTo>
                      <a:cubicBezTo>
                        <a:pt x="33" y="4"/>
                        <a:pt x="34" y="3"/>
                        <a:pt x="34" y="2"/>
                      </a:cubicBezTo>
                      <a:cubicBezTo>
                        <a:pt x="34" y="1"/>
                        <a:pt x="33" y="0"/>
                        <a:pt x="32" y="0"/>
                      </a:cubicBezTo>
                      <a:close/>
                      <a:moveTo>
                        <a:pt x="32" y="0"/>
                      </a:moveTo>
                      <a:cubicBezTo>
                        <a:pt x="32" y="0"/>
                        <a:pt x="32" y="0"/>
                        <a:pt x="32" y="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69" name="Freeform: Shape 133"/>
                <p:cNvSpPr>
                  <a:spLocks/>
                </p:cNvSpPr>
                <p:nvPr/>
              </p:nvSpPr>
              <p:spPr bwMode="auto">
                <a:xfrm>
                  <a:off x="3249613" y="1449388"/>
                  <a:ext cx="100013" cy="11113"/>
                </a:xfrm>
                <a:custGeom>
                  <a:avLst/>
                  <a:gdLst/>
                  <a:ahLst/>
                  <a:cxnLst>
                    <a:cxn ang="0">
                      <a:pos x="32" y="0"/>
                    </a:cxn>
                    <a:cxn ang="0">
                      <a:pos x="1" y="0"/>
                    </a:cxn>
                    <a:cxn ang="0">
                      <a:pos x="0" y="2"/>
                    </a:cxn>
                    <a:cxn ang="0">
                      <a:pos x="1" y="4"/>
                    </a:cxn>
                    <a:cxn ang="0">
                      <a:pos x="32" y="4"/>
                    </a:cxn>
                    <a:cxn ang="0">
                      <a:pos x="34" y="2"/>
                    </a:cxn>
                    <a:cxn ang="0">
                      <a:pos x="32" y="0"/>
                    </a:cxn>
                    <a:cxn ang="0">
                      <a:pos x="32" y="0"/>
                    </a:cxn>
                    <a:cxn ang="0">
                      <a:pos x="32" y="0"/>
                    </a:cxn>
                  </a:cxnLst>
                  <a:rect l="0" t="0" r="r" b="b"/>
                  <a:pathLst>
                    <a:path w="34" h="4">
                      <a:moveTo>
                        <a:pt x="32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1"/>
                        <a:pt x="0" y="2"/>
                      </a:cubicBezTo>
                      <a:cubicBezTo>
                        <a:pt x="0" y="3"/>
                        <a:pt x="0" y="4"/>
                        <a:pt x="1" y="4"/>
                      </a:cubicBezTo>
                      <a:cubicBezTo>
                        <a:pt x="32" y="4"/>
                        <a:pt x="32" y="4"/>
                        <a:pt x="32" y="4"/>
                      </a:cubicBezTo>
                      <a:cubicBezTo>
                        <a:pt x="33" y="4"/>
                        <a:pt x="34" y="3"/>
                        <a:pt x="34" y="2"/>
                      </a:cubicBezTo>
                      <a:cubicBezTo>
                        <a:pt x="34" y="1"/>
                        <a:pt x="33" y="0"/>
                        <a:pt x="32" y="0"/>
                      </a:cubicBezTo>
                      <a:close/>
                      <a:moveTo>
                        <a:pt x="32" y="0"/>
                      </a:moveTo>
                      <a:cubicBezTo>
                        <a:pt x="32" y="0"/>
                        <a:pt x="32" y="0"/>
                        <a:pt x="32" y="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70" name="Freeform: Shape 134"/>
                <p:cNvSpPr>
                  <a:spLocks/>
                </p:cNvSpPr>
                <p:nvPr/>
              </p:nvSpPr>
              <p:spPr bwMode="auto">
                <a:xfrm>
                  <a:off x="3124200" y="1381126"/>
                  <a:ext cx="225425" cy="12700"/>
                </a:xfrm>
                <a:custGeom>
                  <a:avLst/>
                  <a:gdLst/>
                  <a:ahLst/>
                  <a:cxnLst>
                    <a:cxn ang="0">
                      <a:pos x="75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4"/>
                    </a:cxn>
                    <a:cxn ang="0">
                      <a:pos x="75" y="4"/>
                    </a:cxn>
                    <a:cxn ang="0">
                      <a:pos x="77" y="2"/>
                    </a:cxn>
                    <a:cxn ang="0">
                      <a:pos x="75" y="0"/>
                    </a:cxn>
                    <a:cxn ang="0">
                      <a:pos x="75" y="0"/>
                    </a:cxn>
                    <a:cxn ang="0">
                      <a:pos x="75" y="0"/>
                    </a:cxn>
                  </a:cxnLst>
                  <a:rect l="0" t="0" r="r" b="b"/>
                  <a:pathLst>
                    <a:path w="77" h="4">
                      <a:moveTo>
                        <a:pt x="75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3"/>
                        <a:pt x="1" y="4"/>
                        <a:pt x="2" y="4"/>
                      </a:cubicBezTo>
                      <a:cubicBezTo>
                        <a:pt x="75" y="4"/>
                        <a:pt x="75" y="4"/>
                        <a:pt x="75" y="4"/>
                      </a:cubicBezTo>
                      <a:cubicBezTo>
                        <a:pt x="76" y="4"/>
                        <a:pt x="77" y="3"/>
                        <a:pt x="77" y="2"/>
                      </a:cubicBezTo>
                      <a:cubicBezTo>
                        <a:pt x="77" y="1"/>
                        <a:pt x="76" y="0"/>
                        <a:pt x="75" y="0"/>
                      </a:cubicBezTo>
                      <a:close/>
                      <a:moveTo>
                        <a:pt x="75" y="0"/>
                      </a:moveTo>
                      <a:cubicBezTo>
                        <a:pt x="75" y="0"/>
                        <a:pt x="75" y="0"/>
                        <a:pt x="75" y="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71" name="Freeform: Shape 135"/>
                <p:cNvSpPr>
                  <a:spLocks/>
                </p:cNvSpPr>
                <p:nvPr/>
              </p:nvSpPr>
              <p:spPr bwMode="auto">
                <a:xfrm>
                  <a:off x="3124200" y="1412876"/>
                  <a:ext cx="225425" cy="12700"/>
                </a:xfrm>
                <a:custGeom>
                  <a:avLst/>
                  <a:gdLst/>
                  <a:ahLst/>
                  <a:cxnLst>
                    <a:cxn ang="0">
                      <a:pos x="75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4"/>
                    </a:cxn>
                    <a:cxn ang="0">
                      <a:pos x="75" y="4"/>
                    </a:cxn>
                    <a:cxn ang="0">
                      <a:pos x="77" y="2"/>
                    </a:cxn>
                    <a:cxn ang="0">
                      <a:pos x="75" y="0"/>
                    </a:cxn>
                    <a:cxn ang="0">
                      <a:pos x="75" y="0"/>
                    </a:cxn>
                    <a:cxn ang="0">
                      <a:pos x="75" y="0"/>
                    </a:cxn>
                  </a:cxnLst>
                  <a:rect l="0" t="0" r="r" b="b"/>
                  <a:pathLst>
                    <a:path w="77" h="4">
                      <a:moveTo>
                        <a:pt x="75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3"/>
                        <a:pt x="1" y="4"/>
                        <a:pt x="2" y="4"/>
                      </a:cubicBezTo>
                      <a:cubicBezTo>
                        <a:pt x="75" y="4"/>
                        <a:pt x="75" y="4"/>
                        <a:pt x="75" y="4"/>
                      </a:cubicBezTo>
                      <a:cubicBezTo>
                        <a:pt x="76" y="4"/>
                        <a:pt x="77" y="3"/>
                        <a:pt x="77" y="2"/>
                      </a:cubicBezTo>
                      <a:cubicBezTo>
                        <a:pt x="77" y="1"/>
                        <a:pt x="76" y="0"/>
                        <a:pt x="75" y="0"/>
                      </a:cubicBezTo>
                      <a:close/>
                      <a:moveTo>
                        <a:pt x="75" y="0"/>
                      </a:moveTo>
                      <a:cubicBezTo>
                        <a:pt x="75" y="0"/>
                        <a:pt x="75" y="0"/>
                        <a:pt x="75" y="0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  <p:sp>
              <p:nvSpPr>
                <p:cNvPr id="72" name="Freeform: Shape 136"/>
                <p:cNvSpPr>
                  <a:spLocks/>
                </p:cNvSpPr>
                <p:nvPr/>
              </p:nvSpPr>
              <p:spPr bwMode="auto">
                <a:xfrm>
                  <a:off x="3124200" y="1255713"/>
                  <a:ext cx="101600" cy="101600"/>
                </a:xfrm>
                <a:custGeom>
                  <a:avLst/>
                  <a:gdLst/>
                  <a:ahLst/>
                  <a:cxnLst>
                    <a:cxn ang="0">
                      <a:pos x="4" y="35"/>
                    </a:cxn>
                    <a:cxn ang="0">
                      <a:pos x="31" y="35"/>
                    </a:cxn>
                    <a:cxn ang="0">
                      <a:pos x="35" y="31"/>
                    </a:cxn>
                    <a:cxn ang="0">
                      <a:pos x="35" y="4"/>
                    </a:cxn>
                    <a:cxn ang="0">
                      <a:pos x="31" y="0"/>
                    </a:cxn>
                    <a:cxn ang="0">
                      <a:pos x="4" y="0"/>
                    </a:cxn>
                    <a:cxn ang="0">
                      <a:pos x="0" y="4"/>
                    </a:cxn>
                    <a:cxn ang="0">
                      <a:pos x="0" y="31"/>
                    </a:cxn>
                    <a:cxn ang="0">
                      <a:pos x="4" y="35"/>
                    </a:cxn>
                    <a:cxn ang="0">
                      <a:pos x="8" y="8"/>
                    </a:cxn>
                    <a:cxn ang="0">
                      <a:pos x="27" y="8"/>
                    </a:cxn>
                    <a:cxn ang="0">
                      <a:pos x="27" y="27"/>
                    </a:cxn>
                    <a:cxn ang="0">
                      <a:pos x="8" y="27"/>
                    </a:cxn>
                    <a:cxn ang="0">
                      <a:pos x="8" y="8"/>
                    </a:cxn>
                    <a:cxn ang="0">
                      <a:pos x="8" y="8"/>
                    </a:cxn>
                    <a:cxn ang="0">
                      <a:pos x="8" y="8"/>
                    </a:cxn>
                  </a:cxnLst>
                  <a:rect l="0" t="0" r="r" b="b"/>
                  <a:pathLst>
                    <a:path w="35" h="35">
                      <a:moveTo>
                        <a:pt x="4" y="35"/>
                      </a:moveTo>
                      <a:cubicBezTo>
                        <a:pt x="31" y="35"/>
                        <a:pt x="31" y="35"/>
                        <a:pt x="31" y="35"/>
                      </a:cubicBezTo>
                      <a:cubicBezTo>
                        <a:pt x="33" y="35"/>
                        <a:pt x="35" y="33"/>
                        <a:pt x="35" y="31"/>
                      </a:cubicBezTo>
                      <a:cubicBezTo>
                        <a:pt x="35" y="4"/>
                        <a:pt x="35" y="4"/>
                        <a:pt x="35" y="4"/>
                      </a:cubicBezTo>
                      <a:cubicBezTo>
                        <a:pt x="35" y="2"/>
                        <a:pt x="33" y="0"/>
                        <a:pt x="31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31"/>
                        <a:pt x="0" y="31"/>
                        <a:pt x="0" y="31"/>
                      </a:cubicBezTo>
                      <a:cubicBezTo>
                        <a:pt x="0" y="33"/>
                        <a:pt x="2" y="35"/>
                        <a:pt x="4" y="35"/>
                      </a:cubicBezTo>
                      <a:close/>
                      <a:moveTo>
                        <a:pt x="8" y="8"/>
                      </a:moveTo>
                      <a:cubicBezTo>
                        <a:pt x="27" y="8"/>
                        <a:pt x="27" y="8"/>
                        <a:pt x="27" y="8"/>
                      </a:cubicBezTo>
                      <a:cubicBezTo>
                        <a:pt x="27" y="27"/>
                        <a:pt x="27" y="27"/>
                        <a:pt x="27" y="27"/>
                      </a:cubicBezTo>
                      <a:cubicBezTo>
                        <a:pt x="8" y="27"/>
                        <a:pt x="8" y="27"/>
                        <a:pt x="8" y="27"/>
                      </a:cubicBezTo>
                      <a:lnTo>
                        <a:pt x="8" y="8"/>
                      </a:lnTo>
                      <a:close/>
                      <a:moveTo>
                        <a:pt x="8" y="8"/>
                      </a:moveTo>
                      <a:cubicBezTo>
                        <a:pt x="8" y="8"/>
                        <a:pt x="8" y="8"/>
                        <a:pt x="8" y="8"/>
                      </a:cubicBez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sz="1867">
                    <a:solidFill>
                      <a:schemeClr val="bg1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微软雅黑 Light" panose="020B0502040204020203" pitchFamily="34" charset="-122"/>
                  </a:endParaRPr>
                </a:p>
              </p:txBody>
            </p:sp>
          </p:grpSp>
        </p:grpSp>
        <p:sp>
          <p:nvSpPr>
            <p:cNvPr id="100" name="Freeform: Shape 40"/>
            <p:cNvSpPr/>
            <p:nvPr/>
          </p:nvSpPr>
          <p:spPr>
            <a:xfrm>
              <a:off x="9121957" y="3802794"/>
              <a:ext cx="1295627" cy="25588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3" extrusionOk="0">
                  <a:moveTo>
                    <a:pt x="18888" y="1342"/>
                  </a:moveTo>
                  <a:cubicBezTo>
                    <a:pt x="17357" y="2323"/>
                    <a:pt x="15980" y="3551"/>
                    <a:pt x="15190" y="5053"/>
                  </a:cubicBezTo>
                  <a:cubicBezTo>
                    <a:pt x="15190" y="5053"/>
                    <a:pt x="11881" y="1601"/>
                    <a:pt x="3746" y="0"/>
                  </a:cubicBezTo>
                  <a:cubicBezTo>
                    <a:pt x="4160" y="206"/>
                    <a:pt x="4539" y="435"/>
                    <a:pt x="4861" y="691"/>
                  </a:cubicBezTo>
                  <a:cubicBezTo>
                    <a:pt x="5120" y="897"/>
                    <a:pt x="5323" y="1114"/>
                    <a:pt x="5495" y="1334"/>
                  </a:cubicBezTo>
                  <a:cubicBezTo>
                    <a:pt x="7893" y="2663"/>
                    <a:pt x="10167" y="4819"/>
                    <a:pt x="9604" y="8114"/>
                  </a:cubicBezTo>
                  <a:cubicBezTo>
                    <a:pt x="9604" y="8114"/>
                    <a:pt x="6838" y="6371"/>
                    <a:pt x="0" y="7292"/>
                  </a:cubicBezTo>
                  <a:cubicBezTo>
                    <a:pt x="0" y="7292"/>
                    <a:pt x="15106" y="7260"/>
                    <a:pt x="7500" y="20907"/>
                  </a:cubicBezTo>
                  <a:cubicBezTo>
                    <a:pt x="7500" y="20907"/>
                    <a:pt x="13473" y="21600"/>
                    <a:pt x="19030" y="20967"/>
                  </a:cubicBezTo>
                  <a:cubicBezTo>
                    <a:pt x="19030" y="20967"/>
                    <a:pt x="12279" y="8657"/>
                    <a:pt x="21600" y="1065"/>
                  </a:cubicBezTo>
                  <a:cubicBezTo>
                    <a:pt x="20647" y="1227"/>
                    <a:pt x="19694" y="1307"/>
                    <a:pt x="18888" y="1342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 sz="2400"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endParaRPr>
            </a:p>
          </p:txBody>
        </p:sp>
      </p:grpSp>
      <p:grpSp>
        <p:nvGrpSpPr>
          <p:cNvPr id="102" name="群組 101"/>
          <p:cNvGrpSpPr/>
          <p:nvPr/>
        </p:nvGrpSpPr>
        <p:grpSpPr>
          <a:xfrm>
            <a:off x="613395" y="584022"/>
            <a:ext cx="6522363" cy="832611"/>
            <a:chOff x="4512272" y="520771"/>
            <a:chExt cx="6522363" cy="832611"/>
          </a:xfrm>
        </p:grpSpPr>
        <p:sp>
          <p:nvSpPr>
            <p:cNvPr id="103" name="Rectangle 254"/>
            <p:cNvSpPr/>
            <p:nvPr/>
          </p:nvSpPr>
          <p:spPr>
            <a:xfrm>
              <a:off x="7127010" y="520771"/>
              <a:ext cx="1292885" cy="786891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zh-TW" altLang="en-US" sz="4800" b="1" dirty="0">
                  <a:solidFill>
                    <a:schemeClr val="bg2">
                      <a:lumMod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微软雅黑 Light" panose="020B0502040204020203" pitchFamily="34" charset="-122"/>
                </a:rPr>
                <a:t>結論</a:t>
              </a:r>
              <a:endParaRPr lang="en-US" sz="4800" b="1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4512272" y="1307663"/>
              <a:ext cx="6522363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5" name="TextBox 253"/>
          <p:cNvSpPr txBox="1"/>
          <p:nvPr/>
        </p:nvSpPr>
        <p:spPr>
          <a:xfrm>
            <a:off x="613395" y="1759961"/>
            <a:ext cx="6522363" cy="34022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在這次的開發過程中，遺憾的是與我們理想中的門禁系統相去甚遠，原先的目標是在門禁系統中做出只要偵測出陌生</a:t>
            </a:r>
            <a:r>
              <a:rPr lang="zh-TW" altLang="en-US" sz="24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資料，就</a:t>
            </a:r>
            <a:r>
              <a:rPr lang="zh-TW" altLang="en-US" sz="2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能夠傳送即時影像至</a:t>
            </a:r>
            <a:r>
              <a:rPr lang="zh-TW" altLang="en-US" sz="24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手機</a:t>
            </a:r>
            <a:r>
              <a:rPr lang="zh-TW" altLang="en-US" sz="2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、</a:t>
            </a:r>
            <a:r>
              <a:rPr lang="en-US" altLang="zh-TW" sz="24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E-mail</a:t>
            </a:r>
            <a:r>
              <a:rPr lang="zh-TW" altLang="en-US" sz="2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微软雅黑 Light" panose="020B0502040204020203" pitchFamily="34" charset="-122"/>
              </a:rPr>
              <a:t>通知，又或者是除了使用攝像頭，也能透過藍芽連線來開門，但以目前的能力還未能做到，沒能把許多功能整合到完善是這次比較可惜的地方，得再去努力。</a:t>
            </a:r>
          </a:p>
        </p:txBody>
      </p:sp>
    </p:spTree>
    <p:extLst>
      <p:ext uri="{BB962C8B-B14F-4D97-AF65-F5344CB8AC3E}">
        <p14:creationId xmlns:p14="http://schemas.microsoft.com/office/powerpoint/2010/main" val="289545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xmlns="" id="{808EFFE6-24F3-422D-BAEF-879F975CC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3012" y="1447799"/>
            <a:ext cx="2085975" cy="2391918"/>
          </a:xfrm>
          <a:prstGeom prst="rect">
            <a:avLst/>
          </a:prstGeom>
        </p:spPr>
      </p:pic>
      <p:sp>
        <p:nvSpPr>
          <p:cNvPr id="28" name="文本框 27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xmlns="" id="{C4575056-F84E-4A45-8200-A3C96F6288AE}"/>
              </a:ext>
            </a:extLst>
          </p:cNvPr>
          <p:cNvSpPr txBox="1"/>
          <p:nvPr/>
        </p:nvSpPr>
        <p:spPr>
          <a:xfrm>
            <a:off x="2640750" y="3962792"/>
            <a:ext cx="691050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 defTabSz="914400"/>
            <a:r>
              <a:rPr lang="en-US" altLang="zh-CN" sz="4800" spc="-15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Open Sans" panose="020B0606030504020204" pitchFamily="34" charset="0"/>
                <a:sym typeface="微软雅黑 Light" panose="020B0502040204020203" pitchFamily="34" charset="-122"/>
              </a:rPr>
              <a:t>END</a:t>
            </a:r>
            <a:endParaRPr lang="zh-CN" altLang="en-US" sz="4800" spc="-15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Open Sans" panose="020B0606030504020204" pitchFamily="34" charset="0"/>
              <a:sym typeface="微软雅黑 Light" panose="020B0502040204020203" pitchFamily="34" charset="-122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2768075" y="4793789"/>
            <a:ext cx="6655850" cy="163773"/>
            <a:chOff x="2804143" y="4793789"/>
            <a:chExt cx="6655850" cy="163773"/>
          </a:xfrm>
        </p:grpSpPr>
        <p:sp>
          <p:nvSpPr>
            <p:cNvPr id="29" name="椭圆 28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  <a:extLst>
                <a:ext uri="{FF2B5EF4-FFF2-40B4-BE49-F238E27FC236}">
                  <a16:creationId xmlns:a16="http://schemas.microsoft.com/office/drawing/2014/main" xmlns="" id="{232B88C8-B4F8-4684-9BA3-CA98BBF6C531}"/>
                </a:ext>
              </a:extLst>
            </p:cNvPr>
            <p:cNvSpPr/>
            <p:nvPr/>
          </p:nvSpPr>
          <p:spPr>
            <a:xfrm>
              <a:off x="6070795" y="4793789"/>
              <a:ext cx="163773" cy="16377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微软雅黑 Light" panose="020B0502040204020203" pitchFamily="34" charset="-122"/>
              </a:endParaRPr>
            </a:p>
          </p:txBody>
        </p:sp>
        <p:sp>
          <p:nvSpPr>
            <p:cNvPr id="30" name="任意多边形 12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  <a:extLst>
                <a:ext uri="{FF2B5EF4-FFF2-40B4-BE49-F238E27FC236}">
                  <a16:creationId xmlns:a16="http://schemas.microsoft.com/office/drawing/2014/main" xmlns="" id="{8F346459-E2CC-4C09-A0A5-EF05A6A742F2}"/>
                </a:ext>
              </a:extLst>
            </p:cNvPr>
            <p:cNvSpPr/>
            <p:nvPr/>
          </p:nvSpPr>
          <p:spPr>
            <a:xfrm>
              <a:off x="6334655" y="4875571"/>
              <a:ext cx="3125338" cy="0"/>
            </a:xfrm>
            <a:custGeom>
              <a:avLst/>
              <a:gdLst>
                <a:gd name="connsiteX0" fmla="*/ 0 w 3125338"/>
                <a:gd name="connsiteY0" fmla="*/ 0 h 0"/>
                <a:gd name="connsiteX1" fmla="*/ 3125338 w 3125338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25338">
                  <a:moveTo>
                    <a:pt x="0" y="0"/>
                  </a:moveTo>
                  <a:lnTo>
                    <a:pt x="3125338" y="0"/>
                  </a:lnTo>
                </a:path>
              </a:pathLst>
            </a:custGeom>
            <a:noFill/>
            <a:ln w="12700" cap="flat" cmpd="sng" algn="ctr">
              <a:gradFill>
                <a:gsLst>
                  <a:gs pos="100000">
                    <a:srgbClr val="232324"/>
                  </a:gs>
                  <a:gs pos="0">
                    <a:schemeClr val="bg1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微软雅黑 Light" panose="020B0502040204020203" pitchFamily="34" charset="-122"/>
              </a:endParaRPr>
            </a:p>
          </p:txBody>
        </p:sp>
        <p:sp>
          <p:nvSpPr>
            <p:cNvPr id="31" name="任意多边形 13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  <a:extLst>
                <a:ext uri="{FF2B5EF4-FFF2-40B4-BE49-F238E27FC236}">
                  <a16:creationId xmlns:a16="http://schemas.microsoft.com/office/drawing/2014/main" xmlns="" id="{7F054519-C7F0-4EF3-B6DE-D807C6CB753B}"/>
                </a:ext>
              </a:extLst>
            </p:cNvPr>
            <p:cNvSpPr/>
            <p:nvPr/>
          </p:nvSpPr>
          <p:spPr>
            <a:xfrm flipH="1">
              <a:off x="2804143" y="4875571"/>
              <a:ext cx="3125338" cy="0"/>
            </a:xfrm>
            <a:custGeom>
              <a:avLst/>
              <a:gdLst>
                <a:gd name="connsiteX0" fmla="*/ 0 w 3125338"/>
                <a:gd name="connsiteY0" fmla="*/ 0 h 0"/>
                <a:gd name="connsiteX1" fmla="*/ 3125338 w 3125338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25338">
                  <a:moveTo>
                    <a:pt x="0" y="0"/>
                  </a:moveTo>
                  <a:lnTo>
                    <a:pt x="3125338" y="0"/>
                  </a:lnTo>
                </a:path>
              </a:pathLst>
            </a:custGeom>
            <a:noFill/>
            <a:ln w="12700" cap="flat" cmpd="sng" algn="ctr">
              <a:gradFill>
                <a:gsLst>
                  <a:gs pos="100000">
                    <a:srgbClr val="232324"/>
                  </a:gs>
                  <a:gs pos="0">
                    <a:schemeClr val="bg1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微软雅黑 Light" panose="020B0502040204020203" pitchFamily="34" charset="-122"/>
              </a:endParaRPr>
            </a:p>
          </p:txBody>
        </p:sp>
      </p:grp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686" y="1816300"/>
            <a:ext cx="1901497" cy="190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68642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自定义 47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A7991"/>
      </a:accent1>
      <a:accent2>
        <a:srgbClr val="313846"/>
      </a:accent2>
      <a:accent3>
        <a:srgbClr val="6A7991"/>
      </a:accent3>
      <a:accent4>
        <a:srgbClr val="313846"/>
      </a:accent4>
      <a:accent5>
        <a:srgbClr val="6A7991"/>
      </a:accent5>
      <a:accent6>
        <a:srgbClr val="313846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281</Words>
  <Application>Microsoft Office PowerPoint</Application>
  <PresentationFormat>自訂</PresentationFormat>
  <Paragraphs>48</Paragraphs>
  <Slides>16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7" baseType="lpstr">
      <vt:lpstr>第一PPT，www.1ppt.com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通用商务</dc:title>
  <dc:creator>第一PPT</dc:creator>
  <cp:keywords>www.1ppt.com</cp:keywords>
  <dc:description>www.1ppt.com</dc:description>
  <cp:lastModifiedBy>USER</cp:lastModifiedBy>
  <cp:revision>68</cp:revision>
  <dcterms:created xsi:type="dcterms:W3CDTF">2018-06-07T08:55:01Z</dcterms:created>
  <dcterms:modified xsi:type="dcterms:W3CDTF">2021-06-01T15:30:20Z</dcterms:modified>
</cp:coreProperties>
</file>